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4"/>
  </p:sldMasterIdLst>
  <p:notesMasterIdLst>
    <p:notesMasterId r:id="rId20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70" r:id="rId18"/>
    <p:sldId id="269" r:id="rId19"/>
  </p:sldIdLst>
  <p:sldSz cx="9144000" cy="6858000" type="screen4x3"/>
  <p:notesSz cx="6858000" cy="9144000"/>
  <p:defaultTextStyle>
    <a:defPPr>
      <a:defRPr lang="en-GB"/>
    </a:defPPr>
    <a:lvl1pPr algn="l" defTabSz="449263" rtl="0" fontAlgn="base">
      <a:lnSpc>
        <a:spcPct val="76000"/>
      </a:lnSpc>
      <a:spcBef>
        <a:spcPct val="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600" kern="1200">
        <a:solidFill>
          <a:schemeClr val="bg1"/>
        </a:solidFill>
        <a:latin typeface="Arial" panose="020B0604020202020204" pitchFamily="34" charset="0"/>
        <a:ea typeface="+mn-ea"/>
        <a:cs typeface="Lucida Sans Unicode" panose="020B0602030504020204" pitchFamily="34" charset="0"/>
      </a:defRPr>
    </a:lvl1pPr>
    <a:lvl2pPr marL="742950" indent="-285750" algn="l" defTabSz="449263" rtl="0" fontAlgn="base">
      <a:lnSpc>
        <a:spcPct val="76000"/>
      </a:lnSpc>
      <a:spcBef>
        <a:spcPct val="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600" kern="1200">
        <a:solidFill>
          <a:schemeClr val="bg1"/>
        </a:solidFill>
        <a:latin typeface="Arial" panose="020B0604020202020204" pitchFamily="34" charset="0"/>
        <a:ea typeface="+mn-ea"/>
        <a:cs typeface="Lucida Sans Unicode" panose="020B0602030504020204" pitchFamily="34" charset="0"/>
      </a:defRPr>
    </a:lvl2pPr>
    <a:lvl3pPr marL="1143000" indent="-228600" algn="l" defTabSz="449263" rtl="0" fontAlgn="base">
      <a:lnSpc>
        <a:spcPct val="76000"/>
      </a:lnSpc>
      <a:spcBef>
        <a:spcPct val="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600" kern="1200">
        <a:solidFill>
          <a:schemeClr val="bg1"/>
        </a:solidFill>
        <a:latin typeface="Arial" panose="020B0604020202020204" pitchFamily="34" charset="0"/>
        <a:ea typeface="+mn-ea"/>
        <a:cs typeface="Lucida Sans Unicode" panose="020B0602030504020204" pitchFamily="34" charset="0"/>
      </a:defRPr>
    </a:lvl3pPr>
    <a:lvl4pPr marL="1600200" indent="-228600" algn="l" defTabSz="449263" rtl="0" fontAlgn="base">
      <a:lnSpc>
        <a:spcPct val="76000"/>
      </a:lnSpc>
      <a:spcBef>
        <a:spcPct val="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600" kern="1200">
        <a:solidFill>
          <a:schemeClr val="bg1"/>
        </a:solidFill>
        <a:latin typeface="Arial" panose="020B0604020202020204" pitchFamily="34" charset="0"/>
        <a:ea typeface="+mn-ea"/>
        <a:cs typeface="Lucida Sans Unicode" panose="020B0602030504020204" pitchFamily="34" charset="0"/>
      </a:defRPr>
    </a:lvl4pPr>
    <a:lvl5pPr marL="2057400" indent="-228600" algn="l" defTabSz="449263" rtl="0" fontAlgn="base">
      <a:lnSpc>
        <a:spcPct val="76000"/>
      </a:lnSpc>
      <a:spcBef>
        <a:spcPct val="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600" kern="1200">
        <a:solidFill>
          <a:schemeClr val="bg1"/>
        </a:solidFill>
        <a:latin typeface="Arial" panose="020B0604020202020204" pitchFamily="34" charset="0"/>
        <a:ea typeface="+mn-ea"/>
        <a:cs typeface="Lucida Sans Unicode" panose="020B0602030504020204" pitchFamily="34" charset="0"/>
      </a:defRPr>
    </a:lvl5pPr>
    <a:lvl6pPr marL="2286000" algn="l" defTabSz="914400" rtl="0" eaLnBrk="1" latinLnBrk="0" hangingPunct="1">
      <a:defRPr sz="1600" kern="1200">
        <a:solidFill>
          <a:schemeClr val="bg1"/>
        </a:solidFill>
        <a:latin typeface="Arial" panose="020B0604020202020204" pitchFamily="34" charset="0"/>
        <a:ea typeface="+mn-ea"/>
        <a:cs typeface="Lucida Sans Unicode" panose="020B0602030504020204" pitchFamily="34" charset="0"/>
      </a:defRPr>
    </a:lvl6pPr>
    <a:lvl7pPr marL="2743200" algn="l" defTabSz="914400" rtl="0" eaLnBrk="1" latinLnBrk="0" hangingPunct="1">
      <a:defRPr sz="1600" kern="1200">
        <a:solidFill>
          <a:schemeClr val="bg1"/>
        </a:solidFill>
        <a:latin typeface="Arial" panose="020B0604020202020204" pitchFamily="34" charset="0"/>
        <a:ea typeface="+mn-ea"/>
        <a:cs typeface="Lucida Sans Unicode" panose="020B0602030504020204" pitchFamily="34" charset="0"/>
      </a:defRPr>
    </a:lvl7pPr>
    <a:lvl8pPr marL="3200400" algn="l" defTabSz="914400" rtl="0" eaLnBrk="1" latinLnBrk="0" hangingPunct="1">
      <a:defRPr sz="1600" kern="1200">
        <a:solidFill>
          <a:schemeClr val="bg1"/>
        </a:solidFill>
        <a:latin typeface="Arial" panose="020B0604020202020204" pitchFamily="34" charset="0"/>
        <a:ea typeface="+mn-ea"/>
        <a:cs typeface="Lucida Sans Unicode" panose="020B0602030504020204" pitchFamily="34" charset="0"/>
      </a:defRPr>
    </a:lvl8pPr>
    <a:lvl9pPr marL="3657600" algn="l" defTabSz="914400" rtl="0" eaLnBrk="1" latinLnBrk="0" hangingPunct="1">
      <a:defRPr sz="1600" kern="1200">
        <a:solidFill>
          <a:schemeClr val="bg1"/>
        </a:solidFill>
        <a:latin typeface="Arial" panose="020B0604020202020204" pitchFamily="34" charset="0"/>
        <a:ea typeface="+mn-ea"/>
        <a:cs typeface="Lucida Sans Unicode" panose="020B0602030504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1D12D1D-97CA-4C4A-BF19-E58FA5AE2DDC}" v="1" dt="2024-06-13T07:54:21.3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OSCUS Pierre" userId="S::pierre.boscus@cfautec.fr::f640e3b3-2771-4f9d-87d5-f7c996de37d7" providerId="AD" clId="Web-{CF1A7958-1CE0-49AB-B5C5-C5EB9F4FDE2E}"/>
    <pc:docChg chg="addSld delSld">
      <pc:chgData name="BOSCUS Pierre" userId="S::pierre.boscus@cfautec.fr::f640e3b3-2771-4f9d-87d5-f7c996de37d7" providerId="AD" clId="Web-{CF1A7958-1CE0-49AB-B5C5-C5EB9F4FDE2E}" dt="2023-03-17T09:57:27.468" v="1"/>
      <pc:docMkLst>
        <pc:docMk/>
      </pc:docMkLst>
      <pc:sldChg chg="new del">
        <pc:chgData name="BOSCUS Pierre" userId="S::pierre.boscus@cfautec.fr::f640e3b3-2771-4f9d-87d5-f7c996de37d7" providerId="AD" clId="Web-{CF1A7958-1CE0-49AB-B5C5-C5EB9F4FDE2E}" dt="2023-03-17T09:57:27.468" v="1"/>
        <pc:sldMkLst>
          <pc:docMk/>
          <pc:sldMk cId="2063075764" sldId="271"/>
        </pc:sldMkLst>
      </pc:sldChg>
    </pc:docChg>
  </pc:docChgLst>
  <pc:docChgLst>
    <pc:chgData name="LORIA Enzo" userId="S::enzo.loria@cfautec.fr::2855c404-a550-433b-87b5-90eda49b1252" providerId="AD" clId="Web-{1A1B93E6-A86E-43BB-9D60-C33240EE8009}"/>
    <pc:docChg chg="sldOrd">
      <pc:chgData name="LORIA Enzo" userId="S::enzo.loria@cfautec.fr::2855c404-a550-433b-87b5-90eda49b1252" providerId="AD" clId="Web-{1A1B93E6-A86E-43BB-9D60-C33240EE8009}" dt="2023-03-17T09:57:03.123" v="0"/>
      <pc:docMkLst>
        <pc:docMk/>
      </pc:docMkLst>
      <pc:sldChg chg="ord">
        <pc:chgData name="LORIA Enzo" userId="S::enzo.loria@cfautec.fr::2855c404-a550-433b-87b5-90eda49b1252" providerId="AD" clId="Web-{1A1B93E6-A86E-43BB-9D60-C33240EE8009}" dt="2023-03-17T09:57:03.123" v="0"/>
        <pc:sldMkLst>
          <pc:docMk/>
          <pc:sldMk cId="0" sldId="270"/>
        </pc:sldMkLst>
      </pc:sldChg>
    </pc:docChg>
  </pc:docChgLst>
  <pc:docChgLst>
    <pc:chgData name="DESHORMEAUX Théo" userId="S::theo.deshormeaux@cfautec.fr::64bfd864-b759-48f7-8367-e066a4474a90" providerId="AD" clId="Web-{21D12D1D-97CA-4C4A-BF19-E58FA5AE2DDC}"/>
    <pc:docChg chg="modSld">
      <pc:chgData name="DESHORMEAUX Théo" userId="S::theo.deshormeaux@cfautec.fr::64bfd864-b759-48f7-8367-e066a4474a90" providerId="AD" clId="Web-{21D12D1D-97CA-4C4A-BF19-E58FA5AE2DDC}" dt="2024-06-13T07:54:21.335" v="0" actId="1076"/>
      <pc:docMkLst>
        <pc:docMk/>
      </pc:docMkLst>
      <pc:sldChg chg="modSp">
        <pc:chgData name="DESHORMEAUX Théo" userId="S::theo.deshormeaux@cfautec.fr::64bfd864-b759-48f7-8367-e066a4474a90" providerId="AD" clId="Web-{21D12D1D-97CA-4C4A-BF19-E58FA5AE2DDC}" dt="2024-06-13T07:54:21.335" v="0" actId="1076"/>
        <pc:sldMkLst>
          <pc:docMk/>
          <pc:sldMk cId="0" sldId="267"/>
        </pc:sldMkLst>
        <pc:spChg chg="mod">
          <ac:chgData name="DESHORMEAUX Théo" userId="S::theo.deshormeaux@cfautec.fr::64bfd864-b759-48f7-8367-e066a4474a90" providerId="AD" clId="Web-{21D12D1D-97CA-4C4A-BF19-E58FA5AE2DDC}" dt="2024-06-13T07:54:21.335" v="0" actId="1076"/>
          <ac:spMkLst>
            <pc:docMk/>
            <pc:sldMk cId="0" sldId="267"/>
            <ac:spMk id="14341" creationId="{A7124742-98CD-6D71-5473-337CF244EF6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" name="AutoShape 1">
            <a:extLst>
              <a:ext uri="{FF2B5EF4-FFF2-40B4-BE49-F238E27FC236}">
                <a16:creationId xmlns:a16="http://schemas.microsoft.com/office/drawing/2014/main" id="{1060FBE8-A964-3776-8B71-89B1FE36DA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36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050" name="AutoShape 2">
            <a:extLst>
              <a:ext uri="{FF2B5EF4-FFF2-40B4-BE49-F238E27FC236}">
                <a16:creationId xmlns:a16="http://schemas.microsoft.com/office/drawing/2014/main" id="{A998DD36-BF43-A279-89FD-82CDBD32DB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051" name="AutoShape 3">
            <a:extLst>
              <a:ext uri="{FF2B5EF4-FFF2-40B4-BE49-F238E27FC236}">
                <a16:creationId xmlns:a16="http://schemas.microsoft.com/office/drawing/2014/main" id="{6EB953C0-13A1-A714-16D2-9BEC265FF6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052" name="AutoShape 4">
            <a:extLst>
              <a:ext uri="{FF2B5EF4-FFF2-40B4-BE49-F238E27FC236}">
                <a16:creationId xmlns:a16="http://schemas.microsoft.com/office/drawing/2014/main" id="{E257DF13-5DCD-205B-8CE5-63164A5173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053" name="AutoShape 5">
            <a:extLst>
              <a:ext uri="{FF2B5EF4-FFF2-40B4-BE49-F238E27FC236}">
                <a16:creationId xmlns:a16="http://schemas.microsoft.com/office/drawing/2014/main" id="{AD3CD7E4-9A4E-8F6F-6632-B55275E531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054" name="AutoShape 6">
            <a:extLst>
              <a:ext uri="{FF2B5EF4-FFF2-40B4-BE49-F238E27FC236}">
                <a16:creationId xmlns:a16="http://schemas.microsoft.com/office/drawing/2014/main" id="{90E3ABE4-1F27-31AD-D3A6-DBB323A651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055" name="AutoShape 7">
            <a:extLst>
              <a:ext uri="{FF2B5EF4-FFF2-40B4-BE49-F238E27FC236}">
                <a16:creationId xmlns:a16="http://schemas.microsoft.com/office/drawing/2014/main" id="{2E6E1D9B-07F5-C45D-F5DA-DDAD750BED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056" name="AutoShape 8">
            <a:extLst>
              <a:ext uri="{FF2B5EF4-FFF2-40B4-BE49-F238E27FC236}">
                <a16:creationId xmlns:a16="http://schemas.microsoft.com/office/drawing/2014/main" id="{D7584419-FB67-3171-AF19-E332A9C111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057" name="AutoShape 9">
            <a:extLst>
              <a:ext uri="{FF2B5EF4-FFF2-40B4-BE49-F238E27FC236}">
                <a16:creationId xmlns:a16="http://schemas.microsoft.com/office/drawing/2014/main" id="{F02C9A3C-6003-A224-451A-1FCF4874AF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058" name="AutoShape 10">
            <a:extLst>
              <a:ext uri="{FF2B5EF4-FFF2-40B4-BE49-F238E27FC236}">
                <a16:creationId xmlns:a16="http://schemas.microsoft.com/office/drawing/2014/main" id="{B1BDE00D-DC78-6C6A-C556-B9A43F915D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059" name="AutoShape 11">
            <a:extLst>
              <a:ext uri="{FF2B5EF4-FFF2-40B4-BE49-F238E27FC236}">
                <a16:creationId xmlns:a16="http://schemas.microsoft.com/office/drawing/2014/main" id="{94975DF2-7195-2141-DFBE-5904324B90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060" name="AutoShape 12">
            <a:extLst>
              <a:ext uri="{FF2B5EF4-FFF2-40B4-BE49-F238E27FC236}">
                <a16:creationId xmlns:a16="http://schemas.microsoft.com/office/drawing/2014/main" id="{898808DC-E9D6-A10C-66AC-121DE8FDB9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061" name="AutoShape 13">
            <a:extLst>
              <a:ext uri="{FF2B5EF4-FFF2-40B4-BE49-F238E27FC236}">
                <a16:creationId xmlns:a16="http://schemas.microsoft.com/office/drawing/2014/main" id="{936704B5-D153-BF87-85DD-05BDB01E98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062" name="AutoShape 14">
            <a:extLst>
              <a:ext uri="{FF2B5EF4-FFF2-40B4-BE49-F238E27FC236}">
                <a16:creationId xmlns:a16="http://schemas.microsoft.com/office/drawing/2014/main" id="{CF1488CB-310A-2DC4-9065-0E892BFB74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063" name="AutoShape 15">
            <a:extLst>
              <a:ext uri="{FF2B5EF4-FFF2-40B4-BE49-F238E27FC236}">
                <a16:creationId xmlns:a16="http://schemas.microsoft.com/office/drawing/2014/main" id="{C8188A50-AD60-A3D1-54C4-A2FB527AFF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064" name="AutoShape 16">
            <a:extLst>
              <a:ext uri="{FF2B5EF4-FFF2-40B4-BE49-F238E27FC236}">
                <a16:creationId xmlns:a16="http://schemas.microsoft.com/office/drawing/2014/main" id="{418076A3-D090-DF54-4946-A70BB595F6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065" name="AutoShape 17">
            <a:extLst>
              <a:ext uri="{FF2B5EF4-FFF2-40B4-BE49-F238E27FC236}">
                <a16:creationId xmlns:a16="http://schemas.microsoft.com/office/drawing/2014/main" id="{7FF75321-0CDB-DECC-4245-B0B58EB54F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066" name="AutoShape 18">
            <a:extLst>
              <a:ext uri="{FF2B5EF4-FFF2-40B4-BE49-F238E27FC236}">
                <a16:creationId xmlns:a16="http://schemas.microsoft.com/office/drawing/2014/main" id="{A8765657-1634-BC9D-1109-B27D4FC3BC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067" name="AutoShape 19">
            <a:extLst>
              <a:ext uri="{FF2B5EF4-FFF2-40B4-BE49-F238E27FC236}">
                <a16:creationId xmlns:a16="http://schemas.microsoft.com/office/drawing/2014/main" id="{65B80F17-CBBD-0F91-6CD0-77D44187A1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068" name="AutoShape 20">
            <a:extLst>
              <a:ext uri="{FF2B5EF4-FFF2-40B4-BE49-F238E27FC236}">
                <a16:creationId xmlns:a16="http://schemas.microsoft.com/office/drawing/2014/main" id="{AC97968D-49DC-45FC-AA5F-077EBFED6C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069" name="AutoShape 21">
            <a:extLst>
              <a:ext uri="{FF2B5EF4-FFF2-40B4-BE49-F238E27FC236}">
                <a16:creationId xmlns:a16="http://schemas.microsoft.com/office/drawing/2014/main" id="{FF2204BF-2312-CD16-CDAB-6302F6ADBD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070" name="AutoShape 22">
            <a:extLst>
              <a:ext uri="{FF2B5EF4-FFF2-40B4-BE49-F238E27FC236}">
                <a16:creationId xmlns:a16="http://schemas.microsoft.com/office/drawing/2014/main" id="{730A1A75-2491-BBDB-F5A3-D28D0F874D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071" name="AutoShape 23">
            <a:extLst>
              <a:ext uri="{FF2B5EF4-FFF2-40B4-BE49-F238E27FC236}">
                <a16:creationId xmlns:a16="http://schemas.microsoft.com/office/drawing/2014/main" id="{A415D7E0-8D09-956F-0198-7683C6B116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072" name="AutoShape 24">
            <a:extLst>
              <a:ext uri="{FF2B5EF4-FFF2-40B4-BE49-F238E27FC236}">
                <a16:creationId xmlns:a16="http://schemas.microsoft.com/office/drawing/2014/main" id="{74F156B1-4761-5B50-41EA-79699929CA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073" name="AutoShape 25">
            <a:extLst>
              <a:ext uri="{FF2B5EF4-FFF2-40B4-BE49-F238E27FC236}">
                <a16:creationId xmlns:a16="http://schemas.microsoft.com/office/drawing/2014/main" id="{9BF06C35-2BCF-E6D5-A7CE-B34CC1D138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074" name="AutoShape 26">
            <a:extLst>
              <a:ext uri="{FF2B5EF4-FFF2-40B4-BE49-F238E27FC236}">
                <a16:creationId xmlns:a16="http://schemas.microsoft.com/office/drawing/2014/main" id="{B59F9D19-6DED-AF0E-5467-8EB60303F3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075" name="AutoShape 27">
            <a:extLst>
              <a:ext uri="{FF2B5EF4-FFF2-40B4-BE49-F238E27FC236}">
                <a16:creationId xmlns:a16="http://schemas.microsoft.com/office/drawing/2014/main" id="{87BB4A78-4C7D-C2B2-7B57-792B41B422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076" name="Rectangle 28">
            <a:extLst>
              <a:ext uri="{FF2B5EF4-FFF2-40B4-BE49-F238E27FC236}">
                <a16:creationId xmlns:a16="http://schemas.microsoft.com/office/drawing/2014/main" id="{9F3B342A-A68E-4B4A-CBC7-E0686D9E32DB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003300" y="695325"/>
            <a:ext cx="4803775" cy="3384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sp>
      <p:sp>
        <p:nvSpPr>
          <p:cNvPr id="2077" name="Rectangle 29">
            <a:extLst>
              <a:ext uri="{FF2B5EF4-FFF2-40B4-BE49-F238E27FC236}">
                <a16:creationId xmlns:a16="http://schemas.microsoft.com/office/drawing/2014/main" id="{A211860A-7EBF-DB0C-E360-13E3E9835EE0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343400"/>
            <a:ext cx="5441950" cy="407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fr-FR" altLang="fr-FR"/>
          </a:p>
        </p:txBody>
      </p:sp>
      <p:sp>
        <p:nvSpPr>
          <p:cNvPr id="2078" name="Text Box 30">
            <a:extLst>
              <a:ext uri="{FF2B5EF4-FFF2-40B4-BE49-F238E27FC236}">
                <a16:creationId xmlns:a16="http://schemas.microsoft.com/office/drawing/2014/main" id="{1D0D7C22-6CDB-6E37-7806-CBD117384F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2947988" cy="428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079" name="Text Box 31">
            <a:extLst>
              <a:ext uri="{FF2B5EF4-FFF2-40B4-BE49-F238E27FC236}">
                <a16:creationId xmlns:a16="http://schemas.microsoft.com/office/drawing/2014/main" id="{C4B1151D-694C-D4FC-FF71-B2BFC4CE5B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1438" y="0"/>
            <a:ext cx="2947987" cy="428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080" name="Text Box 32">
            <a:extLst>
              <a:ext uri="{FF2B5EF4-FFF2-40B4-BE49-F238E27FC236}">
                <a16:creationId xmlns:a16="http://schemas.microsoft.com/office/drawing/2014/main" id="{410B1B45-A677-DF11-37C8-D12D6352C3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8686800"/>
            <a:ext cx="2947988" cy="428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081" name="Rectangle 33">
            <a:extLst>
              <a:ext uri="{FF2B5EF4-FFF2-40B4-BE49-F238E27FC236}">
                <a16:creationId xmlns:a16="http://schemas.microsoft.com/office/drawing/2014/main" id="{9CF000C8-3EF2-00D1-86D6-AA9554935C91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 bwMode="auto">
          <a:xfrm>
            <a:off x="3881438" y="8686800"/>
            <a:ext cx="2932112" cy="412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81000"/>
              </a:lnSpc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400">
                <a:solidFill>
                  <a:srgbClr val="000000"/>
                </a:solidFill>
              </a:defRPr>
            </a:lvl1pPr>
          </a:lstStyle>
          <a:p>
            <a:fld id="{B7B1A9EB-24F9-4E6F-9A38-CADF2F495537}" type="slidenum">
              <a:rPr lang="en-GB" altLang="fr-FR"/>
              <a:pPr/>
              <a:t>‹N°›</a:t>
            </a:fld>
            <a:endParaRPr lang="en-GB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1pPr>
    <a:lvl2pPr marL="742950" indent="-28575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2pPr>
    <a:lvl3pPr marL="11430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3pPr>
    <a:lvl4pPr marL="16002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4pPr>
    <a:lvl5pPr marL="20574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3">
            <a:extLst>
              <a:ext uri="{FF2B5EF4-FFF2-40B4-BE49-F238E27FC236}">
                <a16:creationId xmlns:a16="http://schemas.microsoft.com/office/drawing/2014/main" id="{BCBC03DC-8F57-0C21-8A82-246F28074E73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ADE86C65-D770-4CB3-A5AE-7D2A58DE4758}" type="slidenum">
              <a:rPr lang="en-GB" altLang="fr-FR"/>
              <a:pPr/>
              <a:t>1</a:t>
            </a:fld>
            <a:endParaRPr lang="en-GB" altLang="fr-FR"/>
          </a:p>
        </p:txBody>
      </p:sp>
      <p:sp>
        <p:nvSpPr>
          <p:cNvPr id="18433" name="Text Box 1">
            <a:extLst>
              <a:ext uri="{FF2B5EF4-FFF2-40B4-BE49-F238E27FC236}">
                <a16:creationId xmlns:a16="http://schemas.microsoft.com/office/drawing/2014/main" id="{E39F9D83-1FCA-6797-A2CD-29A8FE62E3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1438" y="8686800"/>
            <a:ext cx="2947987" cy="428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b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r">
              <a:lnSpc>
                <a:spcPct val="81000"/>
              </a:lnSpc>
              <a:buClrTx/>
              <a:buFontTx/>
              <a:buNone/>
            </a:pPr>
            <a:fld id="{9151A665-1012-4216-BE21-353262A227ED}" type="slidenum">
              <a:rPr lang="en-GB" altLang="fr-FR" sz="1400">
                <a:solidFill>
                  <a:srgbClr val="000000"/>
                </a:solidFill>
              </a:rPr>
              <a:pPr algn="r">
                <a:lnSpc>
                  <a:spcPct val="81000"/>
                </a:lnSpc>
                <a:buClrTx/>
                <a:buFontTx/>
                <a:buNone/>
              </a:pPr>
              <a:t>1</a:t>
            </a:fld>
            <a:endParaRPr lang="en-GB" altLang="fr-FR" sz="1400">
              <a:solidFill>
                <a:srgbClr val="000000"/>
              </a:solidFill>
            </a:endParaRPr>
          </a:p>
        </p:txBody>
      </p:sp>
      <p:sp>
        <p:nvSpPr>
          <p:cNvPr id="18434" name="Text Box 2">
            <a:extLst>
              <a:ext uri="{FF2B5EF4-FFF2-40B4-BE49-F238E27FC236}">
                <a16:creationId xmlns:a16="http://schemas.microsoft.com/office/drawing/2014/main" id="{5B339709-9567-A057-51BC-6DDF77CCDB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B75DB20A-BCE2-6A27-A05A-0AA732940560}"/>
              </a:ext>
            </a:extLst>
          </p:cNvPr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0" y="4343400"/>
            <a:ext cx="5445125" cy="40735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 alt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3">
            <a:extLst>
              <a:ext uri="{FF2B5EF4-FFF2-40B4-BE49-F238E27FC236}">
                <a16:creationId xmlns:a16="http://schemas.microsoft.com/office/drawing/2014/main" id="{632AAB1A-55E5-9B6E-3F2B-1430BB86BE27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00969FB9-CCD5-472E-930C-3984094DC1BF}" type="slidenum">
              <a:rPr lang="en-GB" altLang="fr-FR"/>
              <a:pPr/>
              <a:t>2</a:t>
            </a:fld>
            <a:endParaRPr lang="en-GB" altLang="fr-FR"/>
          </a:p>
        </p:txBody>
      </p:sp>
      <p:sp>
        <p:nvSpPr>
          <p:cNvPr id="19457" name="Text Box 1">
            <a:extLst>
              <a:ext uri="{FF2B5EF4-FFF2-40B4-BE49-F238E27FC236}">
                <a16:creationId xmlns:a16="http://schemas.microsoft.com/office/drawing/2014/main" id="{BB3E4861-5372-15C1-C0AB-0B519C523B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1438" y="8686800"/>
            <a:ext cx="2947987" cy="428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b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r">
              <a:lnSpc>
                <a:spcPct val="81000"/>
              </a:lnSpc>
              <a:buClrTx/>
              <a:buFontTx/>
              <a:buNone/>
            </a:pPr>
            <a:fld id="{5712B70F-5105-4463-B737-79603375F96F}" type="slidenum">
              <a:rPr lang="en-GB" altLang="fr-FR" sz="1400">
                <a:solidFill>
                  <a:srgbClr val="000000"/>
                </a:solidFill>
              </a:rPr>
              <a:pPr algn="r">
                <a:lnSpc>
                  <a:spcPct val="81000"/>
                </a:lnSpc>
                <a:buClrTx/>
                <a:buFontTx/>
                <a:buNone/>
              </a:pPr>
              <a:t>2</a:t>
            </a:fld>
            <a:endParaRPr lang="en-GB" altLang="fr-FR" sz="1400">
              <a:solidFill>
                <a:srgbClr val="000000"/>
              </a:solidFill>
            </a:endParaRPr>
          </a:p>
        </p:txBody>
      </p:sp>
      <p:sp>
        <p:nvSpPr>
          <p:cNvPr id="19458" name="Text Box 2">
            <a:extLst>
              <a:ext uri="{FF2B5EF4-FFF2-40B4-BE49-F238E27FC236}">
                <a16:creationId xmlns:a16="http://schemas.microsoft.com/office/drawing/2014/main" id="{9C4BAACC-4681-1643-B990-1FE1514883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6BD46BB6-D442-8477-D04E-ECD2F9C72EA6}"/>
              </a:ext>
            </a:extLst>
          </p:cNvPr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0" y="4343400"/>
            <a:ext cx="5445125" cy="40735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 altLang="fr-F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3">
            <a:extLst>
              <a:ext uri="{FF2B5EF4-FFF2-40B4-BE49-F238E27FC236}">
                <a16:creationId xmlns:a16="http://schemas.microsoft.com/office/drawing/2014/main" id="{5369D341-F336-67CD-FEC8-8AC176C8C269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636322C6-9751-4429-9152-FCAFC7994847}" type="slidenum">
              <a:rPr lang="en-GB" altLang="fr-FR"/>
              <a:pPr/>
              <a:t>3</a:t>
            </a:fld>
            <a:endParaRPr lang="en-GB" altLang="fr-FR"/>
          </a:p>
        </p:txBody>
      </p:sp>
      <p:sp>
        <p:nvSpPr>
          <p:cNvPr id="20481" name="Text Box 1">
            <a:extLst>
              <a:ext uri="{FF2B5EF4-FFF2-40B4-BE49-F238E27FC236}">
                <a16:creationId xmlns:a16="http://schemas.microsoft.com/office/drawing/2014/main" id="{9D375726-5C22-A424-1B55-736E96B8D2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1438" y="8686800"/>
            <a:ext cx="2947987" cy="428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b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r">
              <a:lnSpc>
                <a:spcPct val="81000"/>
              </a:lnSpc>
              <a:buClrTx/>
              <a:buFontTx/>
              <a:buNone/>
            </a:pPr>
            <a:fld id="{93AF8762-314B-49A9-8606-B20E282EE5AA}" type="slidenum">
              <a:rPr lang="en-GB" altLang="fr-FR" sz="1400">
                <a:solidFill>
                  <a:srgbClr val="000000"/>
                </a:solidFill>
              </a:rPr>
              <a:pPr algn="r">
                <a:lnSpc>
                  <a:spcPct val="81000"/>
                </a:lnSpc>
                <a:buClrTx/>
                <a:buFontTx/>
                <a:buNone/>
              </a:pPr>
              <a:t>3</a:t>
            </a:fld>
            <a:endParaRPr lang="en-GB" altLang="fr-FR" sz="1400">
              <a:solidFill>
                <a:srgbClr val="000000"/>
              </a:solidFill>
            </a:endParaRPr>
          </a:p>
        </p:txBody>
      </p:sp>
      <p:sp>
        <p:nvSpPr>
          <p:cNvPr id="20482" name="Text Box 2">
            <a:extLst>
              <a:ext uri="{FF2B5EF4-FFF2-40B4-BE49-F238E27FC236}">
                <a16:creationId xmlns:a16="http://schemas.microsoft.com/office/drawing/2014/main" id="{7B27DB71-2428-C55D-1A64-1FAFE4DD6B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111EFB55-694F-6A2B-C0D1-9BF8F7C27030}"/>
              </a:ext>
            </a:extLst>
          </p:cNvPr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0" y="4343400"/>
            <a:ext cx="5445125" cy="40735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 altLang="fr-F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3">
            <a:extLst>
              <a:ext uri="{FF2B5EF4-FFF2-40B4-BE49-F238E27FC236}">
                <a16:creationId xmlns:a16="http://schemas.microsoft.com/office/drawing/2014/main" id="{88C726C5-CA32-6943-FD5B-07FA579485D6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25CBF335-87C5-4596-9889-3CE733025508}" type="slidenum">
              <a:rPr lang="en-GB" altLang="fr-FR"/>
              <a:pPr/>
              <a:t>4</a:t>
            </a:fld>
            <a:endParaRPr lang="en-GB" altLang="fr-FR"/>
          </a:p>
        </p:txBody>
      </p:sp>
      <p:sp>
        <p:nvSpPr>
          <p:cNvPr id="21505" name="Text Box 1">
            <a:extLst>
              <a:ext uri="{FF2B5EF4-FFF2-40B4-BE49-F238E27FC236}">
                <a16:creationId xmlns:a16="http://schemas.microsoft.com/office/drawing/2014/main" id="{D0962D45-DC7B-D2ED-59A9-EEA090D03B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1438" y="8686800"/>
            <a:ext cx="2947987" cy="428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b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r">
              <a:lnSpc>
                <a:spcPct val="81000"/>
              </a:lnSpc>
              <a:buClrTx/>
              <a:buFontTx/>
              <a:buNone/>
            </a:pPr>
            <a:fld id="{55C67463-5D5A-4745-9EED-801BE279D1B6}" type="slidenum">
              <a:rPr lang="en-GB" altLang="fr-FR" sz="1400">
                <a:solidFill>
                  <a:srgbClr val="000000"/>
                </a:solidFill>
              </a:rPr>
              <a:pPr algn="r">
                <a:lnSpc>
                  <a:spcPct val="81000"/>
                </a:lnSpc>
                <a:buClrTx/>
                <a:buFontTx/>
                <a:buNone/>
              </a:pPr>
              <a:t>4</a:t>
            </a:fld>
            <a:endParaRPr lang="en-GB" altLang="fr-FR" sz="1400">
              <a:solidFill>
                <a:srgbClr val="000000"/>
              </a:solidFill>
            </a:endParaRPr>
          </a:p>
        </p:txBody>
      </p:sp>
      <p:sp>
        <p:nvSpPr>
          <p:cNvPr id="21506" name="Text Box 2">
            <a:extLst>
              <a:ext uri="{FF2B5EF4-FFF2-40B4-BE49-F238E27FC236}">
                <a16:creationId xmlns:a16="http://schemas.microsoft.com/office/drawing/2014/main" id="{18EE2339-F74F-D446-6AB7-968722050E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1507" name="Text Box 3">
            <a:extLst>
              <a:ext uri="{FF2B5EF4-FFF2-40B4-BE49-F238E27FC236}">
                <a16:creationId xmlns:a16="http://schemas.microsoft.com/office/drawing/2014/main" id="{095CCEB5-511F-9861-1106-87F0833368B8}"/>
              </a:ext>
            </a:extLst>
          </p:cNvPr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0" y="4343400"/>
            <a:ext cx="5465763" cy="409575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pPr>
              <a:spcBef>
                <a:spcPts val="450"/>
              </a:spcBef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fr-FR" altLang="fr-FR">
                <a:ea typeface="Arial Unicode MS" panose="020B0604020202020204" pitchFamily="34" charset="-128"/>
                <a:cs typeface="Arial Unicode MS" panose="020B0604020202020204" pitchFamily="34" charset="-128"/>
              </a:rPr>
              <a:t>Compléter la partie normalisation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3">
            <a:extLst>
              <a:ext uri="{FF2B5EF4-FFF2-40B4-BE49-F238E27FC236}">
                <a16:creationId xmlns:a16="http://schemas.microsoft.com/office/drawing/2014/main" id="{FD829BEC-9C69-17DE-0683-1736D29F4508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0CE0477D-759F-4978-995D-469750A4879B}" type="slidenum">
              <a:rPr lang="en-GB" altLang="fr-FR"/>
              <a:pPr/>
              <a:t>5</a:t>
            </a:fld>
            <a:endParaRPr lang="en-GB" altLang="fr-FR"/>
          </a:p>
        </p:txBody>
      </p:sp>
      <p:sp>
        <p:nvSpPr>
          <p:cNvPr id="22529" name="Text Box 1">
            <a:extLst>
              <a:ext uri="{FF2B5EF4-FFF2-40B4-BE49-F238E27FC236}">
                <a16:creationId xmlns:a16="http://schemas.microsoft.com/office/drawing/2014/main" id="{37234F76-F76D-2FDE-708A-74DE86B2B0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1438" y="8686800"/>
            <a:ext cx="2947987" cy="428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b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r">
              <a:lnSpc>
                <a:spcPct val="81000"/>
              </a:lnSpc>
              <a:buClrTx/>
              <a:buFontTx/>
              <a:buNone/>
            </a:pPr>
            <a:fld id="{D9320FD5-5C42-40DC-95E0-F4C208EDFB29}" type="slidenum">
              <a:rPr lang="en-GB" altLang="fr-FR" sz="1400">
                <a:solidFill>
                  <a:srgbClr val="000000"/>
                </a:solidFill>
              </a:rPr>
              <a:pPr algn="r">
                <a:lnSpc>
                  <a:spcPct val="81000"/>
                </a:lnSpc>
                <a:buClrTx/>
                <a:buFontTx/>
                <a:buNone/>
              </a:pPr>
              <a:t>5</a:t>
            </a:fld>
            <a:endParaRPr lang="en-GB" altLang="fr-FR" sz="1400">
              <a:solidFill>
                <a:srgbClr val="000000"/>
              </a:solidFill>
            </a:endParaRPr>
          </a:p>
        </p:txBody>
      </p:sp>
      <p:sp>
        <p:nvSpPr>
          <p:cNvPr id="22530" name="Text Box 2">
            <a:extLst>
              <a:ext uri="{FF2B5EF4-FFF2-40B4-BE49-F238E27FC236}">
                <a16:creationId xmlns:a16="http://schemas.microsoft.com/office/drawing/2014/main" id="{6D886898-DE71-E0E6-EDEA-F2AC21F891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DD83110A-04C1-F121-F0FB-65EDAD916091}"/>
              </a:ext>
            </a:extLst>
          </p:cNvPr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0" y="4343400"/>
            <a:ext cx="5445125" cy="40735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 altLang="fr-FR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3">
            <a:extLst>
              <a:ext uri="{FF2B5EF4-FFF2-40B4-BE49-F238E27FC236}">
                <a16:creationId xmlns:a16="http://schemas.microsoft.com/office/drawing/2014/main" id="{F07882C3-70EF-43BB-DBB0-A0249ECE8106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855A39C8-A8C8-4799-8E7A-85C60BDAF549}" type="slidenum">
              <a:rPr lang="en-GB" altLang="fr-FR"/>
              <a:pPr/>
              <a:t>6</a:t>
            </a:fld>
            <a:endParaRPr lang="en-GB" altLang="fr-FR"/>
          </a:p>
        </p:txBody>
      </p:sp>
      <p:sp>
        <p:nvSpPr>
          <p:cNvPr id="23553" name="Text Box 1">
            <a:extLst>
              <a:ext uri="{FF2B5EF4-FFF2-40B4-BE49-F238E27FC236}">
                <a16:creationId xmlns:a16="http://schemas.microsoft.com/office/drawing/2014/main" id="{C0EB4D3E-F362-5149-B102-AE2E115325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1438" y="8686800"/>
            <a:ext cx="2947987" cy="428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b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r">
              <a:lnSpc>
                <a:spcPct val="81000"/>
              </a:lnSpc>
              <a:buClrTx/>
              <a:buFontTx/>
              <a:buNone/>
            </a:pPr>
            <a:fld id="{DF9E8C45-168E-4AF6-A88C-229E12336C78}" type="slidenum">
              <a:rPr lang="en-GB" altLang="fr-FR" sz="1400">
                <a:solidFill>
                  <a:srgbClr val="000000"/>
                </a:solidFill>
              </a:rPr>
              <a:pPr algn="r">
                <a:lnSpc>
                  <a:spcPct val="81000"/>
                </a:lnSpc>
                <a:buClrTx/>
                <a:buFontTx/>
                <a:buNone/>
              </a:pPr>
              <a:t>6</a:t>
            </a:fld>
            <a:endParaRPr lang="en-GB" altLang="fr-FR" sz="1400">
              <a:solidFill>
                <a:srgbClr val="000000"/>
              </a:solidFill>
            </a:endParaRPr>
          </a:p>
        </p:txBody>
      </p:sp>
      <p:sp>
        <p:nvSpPr>
          <p:cNvPr id="23554" name="Text Box 2">
            <a:extLst>
              <a:ext uri="{FF2B5EF4-FFF2-40B4-BE49-F238E27FC236}">
                <a16:creationId xmlns:a16="http://schemas.microsoft.com/office/drawing/2014/main" id="{F0790BF6-4BE5-A04E-AD8E-808E90F133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5F06752A-4247-FF81-01C0-66B03BD323DD}"/>
              </a:ext>
            </a:extLst>
          </p:cNvPr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0" y="4343400"/>
            <a:ext cx="5445125" cy="40735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 altLang="fr-FR"/>
          </a:p>
        </p:txBody>
      </p:sp>
      <p:pic>
        <p:nvPicPr>
          <p:cNvPr id="23556" name="Picture 4">
            <a:extLst>
              <a:ext uri="{FF2B5EF4-FFF2-40B4-BE49-F238E27FC236}">
                <a16:creationId xmlns:a16="http://schemas.microsoft.com/office/drawing/2014/main" id="{F21C212E-03E6-AB3F-065A-360F671E18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250" y="4500563"/>
            <a:ext cx="3959225" cy="3457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3">
            <a:extLst>
              <a:ext uri="{FF2B5EF4-FFF2-40B4-BE49-F238E27FC236}">
                <a16:creationId xmlns:a16="http://schemas.microsoft.com/office/drawing/2014/main" id="{30DEFE43-59AE-AC37-2DBF-0CB137D2E1A5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BF494044-7A9F-4AEA-9C33-A40F6A013852}" type="slidenum">
              <a:rPr lang="en-GB" altLang="fr-FR"/>
              <a:pPr/>
              <a:t>7</a:t>
            </a:fld>
            <a:endParaRPr lang="en-GB" altLang="fr-FR"/>
          </a:p>
        </p:txBody>
      </p:sp>
      <p:sp>
        <p:nvSpPr>
          <p:cNvPr id="24577" name="Text Box 1">
            <a:extLst>
              <a:ext uri="{FF2B5EF4-FFF2-40B4-BE49-F238E27FC236}">
                <a16:creationId xmlns:a16="http://schemas.microsoft.com/office/drawing/2014/main" id="{E8F94EDD-9417-42AC-DB44-A19DFEB15E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1438" y="8686800"/>
            <a:ext cx="2947987" cy="428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b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r">
              <a:lnSpc>
                <a:spcPct val="81000"/>
              </a:lnSpc>
              <a:buClrTx/>
              <a:buFontTx/>
              <a:buNone/>
            </a:pPr>
            <a:fld id="{025BF5F9-BF0D-42D3-947A-2B6C830D4202}" type="slidenum">
              <a:rPr lang="en-GB" altLang="fr-FR" sz="1400">
                <a:solidFill>
                  <a:srgbClr val="000000"/>
                </a:solidFill>
              </a:rPr>
              <a:pPr algn="r">
                <a:lnSpc>
                  <a:spcPct val="81000"/>
                </a:lnSpc>
                <a:buClrTx/>
                <a:buFontTx/>
                <a:buNone/>
              </a:pPr>
              <a:t>7</a:t>
            </a:fld>
            <a:endParaRPr lang="en-GB" altLang="fr-FR" sz="1400">
              <a:solidFill>
                <a:srgbClr val="000000"/>
              </a:solidFill>
            </a:endParaRPr>
          </a:p>
        </p:txBody>
      </p:sp>
      <p:sp>
        <p:nvSpPr>
          <p:cNvPr id="24578" name="Text Box 2">
            <a:extLst>
              <a:ext uri="{FF2B5EF4-FFF2-40B4-BE49-F238E27FC236}">
                <a16:creationId xmlns:a16="http://schemas.microsoft.com/office/drawing/2014/main" id="{1F7C939E-5AFC-6429-82B9-AB2DD537B9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D03D760E-190F-ABEC-DF3D-50BAAA2113A4}"/>
              </a:ext>
            </a:extLst>
          </p:cNvPr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0" y="4343400"/>
            <a:ext cx="5445125" cy="40735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 altLang="fr-FR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3">
            <a:extLst>
              <a:ext uri="{FF2B5EF4-FFF2-40B4-BE49-F238E27FC236}">
                <a16:creationId xmlns:a16="http://schemas.microsoft.com/office/drawing/2014/main" id="{969955C6-70E6-A9DF-F217-4B0ED08A1208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016F9E92-EF78-4B05-B235-E369A71E51FC}" type="slidenum">
              <a:rPr lang="en-GB" altLang="fr-FR"/>
              <a:pPr/>
              <a:t>8</a:t>
            </a:fld>
            <a:endParaRPr lang="en-GB" altLang="fr-FR"/>
          </a:p>
        </p:txBody>
      </p:sp>
      <p:sp>
        <p:nvSpPr>
          <p:cNvPr id="25601" name="Text Box 1">
            <a:extLst>
              <a:ext uri="{FF2B5EF4-FFF2-40B4-BE49-F238E27FC236}">
                <a16:creationId xmlns:a16="http://schemas.microsoft.com/office/drawing/2014/main" id="{1E0E652E-AF50-9835-0AD5-0D8A5FEC79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1438" y="8686800"/>
            <a:ext cx="2947987" cy="428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b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r">
              <a:lnSpc>
                <a:spcPct val="81000"/>
              </a:lnSpc>
              <a:buClrTx/>
              <a:buFontTx/>
              <a:buNone/>
            </a:pPr>
            <a:fld id="{326FA839-7195-4290-A69E-F1F7D4C6F91E}" type="slidenum">
              <a:rPr lang="en-GB" altLang="fr-FR" sz="1400">
                <a:solidFill>
                  <a:srgbClr val="000000"/>
                </a:solidFill>
              </a:rPr>
              <a:pPr algn="r">
                <a:lnSpc>
                  <a:spcPct val="81000"/>
                </a:lnSpc>
                <a:buClrTx/>
                <a:buFontTx/>
                <a:buNone/>
              </a:pPr>
              <a:t>8</a:t>
            </a:fld>
            <a:endParaRPr lang="en-GB" altLang="fr-FR" sz="1400">
              <a:solidFill>
                <a:srgbClr val="000000"/>
              </a:solidFill>
            </a:endParaRPr>
          </a:p>
        </p:txBody>
      </p:sp>
      <p:sp>
        <p:nvSpPr>
          <p:cNvPr id="25602" name="Text Box 2">
            <a:extLst>
              <a:ext uri="{FF2B5EF4-FFF2-40B4-BE49-F238E27FC236}">
                <a16:creationId xmlns:a16="http://schemas.microsoft.com/office/drawing/2014/main" id="{269EF711-FEA4-7992-9163-29230C23D7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5FA340D5-3CD5-5F1B-A147-99D5CB9DA6BD}"/>
              </a:ext>
            </a:extLst>
          </p:cNvPr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0" y="4343400"/>
            <a:ext cx="5445125" cy="40735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 altLang="fr-FR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3">
            <a:extLst>
              <a:ext uri="{FF2B5EF4-FFF2-40B4-BE49-F238E27FC236}">
                <a16:creationId xmlns:a16="http://schemas.microsoft.com/office/drawing/2014/main" id="{C015022B-9E5D-4CDE-BB7C-43114CB41B9C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0970DD46-CB76-4096-AAB0-A86DBD0BF7D6}" type="slidenum">
              <a:rPr lang="en-GB" altLang="fr-FR"/>
              <a:pPr/>
              <a:t>9</a:t>
            </a:fld>
            <a:endParaRPr lang="en-GB" altLang="fr-FR"/>
          </a:p>
        </p:txBody>
      </p:sp>
      <p:sp>
        <p:nvSpPr>
          <p:cNvPr id="26625" name="Text Box 1">
            <a:extLst>
              <a:ext uri="{FF2B5EF4-FFF2-40B4-BE49-F238E27FC236}">
                <a16:creationId xmlns:a16="http://schemas.microsoft.com/office/drawing/2014/main" id="{C0C42AC8-2787-DB47-B8F1-9A79FAE27E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1438" y="8686800"/>
            <a:ext cx="2947987" cy="428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b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r">
              <a:lnSpc>
                <a:spcPct val="81000"/>
              </a:lnSpc>
              <a:buClrTx/>
              <a:buFontTx/>
              <a:buNone/>
            </a:pPr>
            <a:fld id="{669528D4-34FB-4BF6-87A4-7F4BF010B7B1}" type="slidenum">
              <a:rPr lang="en-GB" altLang="fr-FR" sz="1400">
                <a:solidFill>
                  <a:srgbClr val="000000"/>
                </a:solidFill>
              </a:rPr>
              <a:pPr algn="r">
                <a:lnSpc>
                  <a:spcPct val="81000"/>
                </a:lnSpc>
                <a:buClrTx/>
                <a:buFontTx/>
                <a:buNone/>
              </a:pPr>
              <a:t>9</a:t>
            </a:fld>
            <a:endParaRPr lang="en-GB" altLang="fr-FR" sz="1400">
              <a:solidFill>
                <a:srgbClr val="000000"/>
              </a:solidFill>
            </a:endParaRPr>
          </a:p>
        </p:txBody>
      </p:sp>
      <p:sp>
        <p:nvSpPr>
          <p:cNvPr id="26626" name="Text Box 2">
            <a:extLst>
              <a:ext uri="{FF2B5EF4-FFF2-40B4-BE49-F238E27FC236}">
                <a16:creationId xmlns:a16="http://schemas.microsoft.com/office/drawing/2014/main" id="{DA875920-019F-D946-2CE4-35A35D5909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9189663A-55B9-5402-07EE-064DED70E70E}"/>
              </a:ext>
            </a:extLst>
          </p:cNvPr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0" y="4343400"/>
            <a:ext cx="5445125" cy="40735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 altLang="fr-FR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3">
            <a:extLst>
              <a:ext uri="{FF2B5EF4-FFF2-40B4-BE49-F238E27FC236}">
                <a16:creationId xmlns:a16="http://schemas.microsoft.com/office/drawing/2014/main" id="{BFF35D6F-D523-25CD-CD59-955272F844F7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58751E8D-B717-4063-8F1F-746CBCF9405A}" type="slidenum">
              <a:rPr lang="en-GB" altLang="fr-FR"/>
              <a:pPr/>
              <a:t>10</a:t>
            </a:fld>
            <a:endParaRPr lang="en-GB" altLang="fr-FR"/>
          </a:p>
        </p:txBody>
      </p:sp>
      <p:sp>
        <p:nvSpPr>
          <p:cNvPr id="27649" name="Text Box 1">
            <a:extLst>
              <a:ext uri="{FF2B5EF4-FFF2-40B4-BE49-F238E27FC236}">
                <a16:creationId xmlns:a16="http://schemas.microsoft.com/office/drawing/2014/main" id="{448FB5E1-2610-45F9-3156-6B133CA95F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1438" y="8686800"/>
            <a:ext cx="2947987" cy="428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b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r">
              <a:lnSpc>
                <a:spcPct val="81000"/>
              </a:lnSpc>
              <a:buClrTx/>
              <a:buFontTx/>
              <a:buNone/>
            </a:pPr>
            <a:fld id="{CBD8622F-01DB-4E68-B7A6-A6F78265433B}" type="slidenum">
              <a:rPr lang="en-GB" altLang="fr-FR" sz="1400">
                <a:solidFill>
                  <a:srgbClr val="000000"/>
                </a:solidFill>
              </a:rPr>
              <a:pPr algn="r">
                <a:lnSpc>
                  <a:spcPct val="81000"/>
                </a:lnSpc>
                <a:buClrTx/>
                <a:buFontTx/>
                <a:buNone/>
              </a:pPr>
              <a:t>10</a:t>
            </a:fld>
            <a:endParaRPr lang="en-GB" altLang="fr-FR" sz="1400">
              <a:solidFill>
                <a:srgbClr val="000000"/>
              </a:solidFill>
            </a:endParaRPr>
          </a:p>
        </p:txBody>
      </p:sp>
      <p:sp>
        <p:nvSpPr>
          <p:cNvPr id="27650" name="Text Box 2">
            <a:extLst>
              <a:ext uri="{FF2B5EF4-FFF2-40B4-BE49-F238E27FC236}">
                <a16:creationId xmlns:a16="http://schemas.microsoft.com/office/drawing/2014/main" id="{0606B081-F1F3-9747-B83D-158A23DF9D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180A8C60-8312-342C-1876-F2315C4BBFC0}"/>
              </a:ext>
            </a:extLst>
          </p:cNvPr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0" y="4343400"/>
            <a:ext cx="5445125" cy="40735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 altLang="fr-FR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3">
            <a:extLst>
              <a:ext uri="{FF2B5EF4-FFF2-40B4-BE49-F238E27FC236}">
                <a16:creationId xmlns:a16="http://schemas.microsoft.com/office/drawing/2014/main" id="{982BCE27-E3C8-E7B1-23C2-C6B8924E5E5E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1D38C178-3ECF-4D74-B693-AAEC35B4689F}" type="slidenum">
              <a:rPr lang="en-GB" altLang="fr-FR"/>
              <a:pPr/>
              <a:t>11</a:t>
            </a:fld>
            <a:endParaRPr lang="en-GB" altLang="fr-FR"/>
          </a:p>
        </p:txBody>
      </p:sp>
      <p:sp>
        <p:nvSpPr>
          <p:cNvPr id="28673" name="Text Box 1">
            <a:extLst>
              <a:ext uri="{FF2B5EF4-FFF2-40B4-BE49-F238E27FC236}">
                <a16:creationId xmlns:a16="http://schemas.microsoft.com/office/drawing/2014/main" id="{C19B6217-4DD6-2F8C-DE37-D95EDC1E5F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1438" y="8686800"/>
            <a:ext cx="2947987" cy="428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b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r">
              <a:lnSpc>
                <a:spcPct val="81000"/>
              </a:lnSpc>
              <a:buClrTx/>
              <a:buFontTx/>
              <a:buNone/>
            </a:pPr>
            <a:fld id="{43A3B047-AC4E-4728-BA8F-59616893D201}" type="slidenum">
              <a:rPr lang="en-GB" altLang="fr-FR" sz="1400">
                <a:solidFill>
                  <a:srgbClr val="000000"/>
                </a:solidFill>
              </a:rPr>
              <a:pPr algn="r">
                <a:lnSpc>
                  <a:spcPct val="81000"/>
                </a:lnSpc>
                <a:buClrTx/>
                <a:buFontTx/>
                <a:buNone/>
              </a:pPr>
              <a:t>11</a:t>
            </a:fld>
            <a:endParaRPr lang="en-GB" altLang="fr-FR" sz="1400">
              <a:solidFill>
                <a:srgbClr val="000000"/>
              </a:solidFill>
            </a:endParaRPr>
          </a:p>
        </p:txBody>
      </p:sp>
      <p:sp>
        <p:nvSpPr>
          <p:cNvPr id="28674" name="Text Box 2">
            <a:extLst>
              <a:ext uri="{FF2B5EF4-FFF2-40B4-BE49-F238E27FC236}">
                <a16:creationId xmlns:a16="http://schemas.microsoft.com/office/drawing/2014/main" id="{CBBE8820-1A7E-5F24-0EAC-8EA3673E0A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320BB0B2-76B5-A943-74D2-4DF7B3B23D39}"/>
              </a:ext>
            </a:extLst>
          </p:cNvPr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0" y="4343400"/>
            <a:ext cx="5445125" cy="40735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 altLang="fr-FR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3">
            <a:extLst>
              <a:ext uri="{FF2B5EF4-FFF2-40B4-BE49-F238E27FC236}">
                <a16:creationId xmlns:a16="http://schemas.microsoft.com/office/drawing/2014/main" id="{6E934622-8356-6D3D-4468-6E193797E5FC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56290C28-E6B4-4D17-BAA7-6DC72725DAFB}" type="slidenum">
              <a:rPr lang="en-GB" altLang="fr-FR"/>
              <a:pPr/>
              <a:t>12</a:t>
            </a:fld>
            <a:endParaRPr lang="en-GB" altLang="fr-FR"/>
          </a:p>
        </p:txBody>
      </p:sp>
      <p:sp>
        <p:nvSpPr>
          <p:cNvPr id="29697" name="Text Box 1">
            <a:extLst>
              <a:ext uri="{FF2B5EF4-FFF2-40B4-BE49-F238E27FC236}">
                <a16:creationId xmlns:a16="http://schemas.microsoft.com/office/drawing/2014/main" id="{EF48E2E1-802A-A469-6448-2816932D03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1438" y="8686800"/>
            <a:ext cx="2947987" cy="428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b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r">
              <a:lnSpc>
                <a:spcPct val="81000"/>
              </a:lnSpc>
              <a:buClrTx/>
              <a:buFontTx/>
              <a:buNone/>
            </a:pPr>
            <a:fld id="{F11E547E-959B-470F-AA88-A4D265BB8E53}" type="slidenum">
              <a:rPr lang="en-GB" altLang="fr-FR" sz="1400">
                <a:solidFill>
                  <a:srgbClr val="000000"/>
                </a:solidFill>
              </a:rPr>
              <a:pPr algn="r">
                <a:lnSpc>
                  <a:spcPct val="81000"/>
                </a:lnSpc>
                <a:buClrTx/>
                <a:buFontTx/>
                <a:buNone/>
              </a:pPr>
              <a:t>12</a:t>
            </a:fld>
            <a:endParaRPr lang="en-GB" altLang="fr-FR" sz="1400">
              <a:solidFill>
                <a:srgbClr val="000000"/>
              </a:solidFill>
            </a:endParaRPr>
          </a:p>
        </p:txBody>
      </p:sp>
      <p:sp>
        <p:nvSpPr>
          <p:cNvPr id="29698" name="Text Box 2">
            <a:extLst>
              <a:ext uri="{FF2B5EF4-FFF2-40B4-BE49-F238E27FC236}">
                <a16:creationId xmlns:a16="http://schemas.microsoft.com/office/drawing/2014/main" id="{C381371E-8B0A-1FD2-A0EE-EAA776C4EB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EA53A349-7DD9-DF43-E1E7-2611211C6BA2}"/>
              </a:ext>
            </a:extLst>
          </p:cNvPr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0" y="4343400"/>
            <a:ext cx="5445125" cy="40735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 altLang="fr-FR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3">
            <a:extLst>
              <a:ext uri="{FF2B5EF4-FFF2-40B4-BE49-F238E27FC236}">
                <a16:creationId xmlns:a16="http://schemas.microsoft.com/office/drawing/2014/main" id="{B25DA6E6-63F2-F0D1-799F-AC15E7FDF255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85C434BA-0DEE-4075-BA6F-4F85832E352D}" type="slidenum">
              <a:rPr lang="en-GB" altLang="fr-FR"/>
              <a:pPr/>
              <a:t>13</a:t>
            </a:fld>
            <a:endParaRPr lang="en-GB" altLang="fr-FR"/>
          </a:p>
        </p:txBody>
      </p:sp>
      <p:sp>
        <p:nvSpPr>
          <p:cNvPr id="30721" name="Text Box 1">
            <a:extLst>
              <a:ext uri="{FF2B5EF4-FFF2-40B4-BE49-F238E27FC236}">
                <a16:creationId xmlns:a16="http://schemas.microsoft.com/office/drawing/2014/main" id="{03008C45-073D-6E6A-7E27-53FAF7FE9A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1438" y="8686800"/>
            <a:ext cx="2947987" cy="428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b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r">
              <a:lnSpc>
                <a:spcPct val="81000"/>
              </a:lnSpc>
              <a:buClrTx/>
              <a:buFontTx/>
              <a:buNone/>
            </a:pPr>
            <a:fld id="{36D30C13-CB01-4577-95A8-C0144655C4EE}" type="slidenum">
              <a:rPr lang="en-GB" altLang="fr-FR" sz="1400">
                <a:solidFill>
                  <a:srgbClr val="000000"/>
                </a:solidFill>
              </a:rPr>
              <a:pPr algn="r">
                <a:lnSpc>
                  <a:spcPct val="81000"/>
                </a:lnSpc>
                <a:buClrTx/>
                <a:buFontTx/>
                <a:buNone/>
              </a:pPr>
              <a:t>13</a:t>
            </a:fld>
            <a:endParaRPr lang="en-GB" altLang="fr-FR" sz="1400">
              <a:solidFill>
                <a:srgbClr val="000000"/>
              </a:solidFill>
            </a:endParaRPr>
          </a:p>
        </p:txBody>
      </p:sp>
      <p:sp>
        <p:nvSpPr>
          <p:cNvPr id="30722" name="Text Box 2">
            <a:extLst>
              <a:ext uri="{FF2B5EF4-FFF2-40B4-BE49-F238E27FC236}">
                <a16:creationId xmlns:a16="http://schemas.microsoft.com/office/drawing/2014/main" id="{CDE02128-D1EF-536F-CD51-2D8E3B92DE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4A7D2D9C-C099-EDF8-B79C-0222D5073D56}"/>
              </a:ext>
            </a:extLst>
          </p:cNvPr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0" y="4343400"/>
            <a:ext cx="5445125" cy="40735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 altLang="fr-FR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3">
            <a:extLst>
              <a:ext uri="{FF2B5EF4-FFF2-40B4-BE49-F238E27FC236}">
                <a16:creationId xmlns:a16="http://schemas.microsoft.com/office/drawing/2014/main" id="{FFBC1B4B-EEC4-EDCF-FA89-B2B092946098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EF55F0BD-E51C-4846-9EAE-D6B055252244}" type="slidenum">
              <a:rPr lang="en-GB" altLang="fr-FR"/>
              <a:pPr/>
              <a:t>14</a:t>
            </a:fld>
            <a:endParaRPr lang="en-GB" altLang="fr-FR"/>
          </a:p>
        </p:txBody>
      </p:sp>
      <p:sp>
        <p:nvSpPr>
          <p:cNvPr id="32769" name="Text Box 1">
            <a:extLst>
              <a:ext uri="{FF2B5EF4-FFF2-40B4-BE49-F238E27FC236}">
                <a16:creationId xmlns:a16="http://schemas.microsoft.com/office/drawing/2014/main" id="{244C287F-65A9-4687-AFDF-E9B5D8CC77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1438" y="8686800"/>
            <a:ext cx="2947987" cy="428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b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r">
              <a:lnSpc>
                <a:spcPct val="81000"/>
              </a:lnSpc>
              <a:buClrTx/>
              <a:buFontTx/>
              <a:buNone/>
            </a:pPr>
            <a:fld id="{17899D70-8F3F-4304-A106-271850801DEA}" type="slidenum">
              <a:rPr lang="en-GB" altLang="fr-FR" sz="1400">
                <a:solidFill>
                  <a:srgbClr val="000000"/>
                </a:solidFill>
              </a:rPr>
              <a:pPr algn="r">
                <a:lnSpc>
                  <a:spcPct val="81000"/>
                </a:lnSpc>
                <a:buClrTx/>
                <a:buFontTx/>
                <a:buNone/>
              </a:pPr>
              <a:t>14</a:t>
            </a:fld>
            <a:endParaRPr lang="en-GB" altLang="fr-FR" sz="1400">
              <a:solidFill>
                <a:srgbClr val="000000"/>
              </a:solidFill>
            </a:endParaRPr>
          </a:p>
        </p:txBody>
      </p:sp>
      <p:sp>
        <p:nvSpPr>
          <p:cNvPr id="32770" name="Text Box 2">
            <a:extLst>
              <a:ext uri="{FF2B5EF4-FFF2-40B4-BE49-F238E27FC236}">
                <a16:creationId xmlns:a16="http://schemas.microsoft.com/office/drawing/2014/main" id="{D78CB742-144A-F3AE-5010-5736ED41B1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830BA786-6041-CE55-E447-3C36EBE0FC42}"/>
              </a:ext>
            </a:extLst>
          </p:cNvPr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0" y="4343400"/>
            <a:ext cx="5445125" cy="40735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 altLang="fr-FR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3">
            <a:extLst>
              <a:ext uri="{FF2B5EF4-FFF2-40B4-BE49-F238E27FC236}">
                <a16:creationId xmlns:a16="http://schemas.microsoft.com/office/drawing/2014/main" id="{F0616A64-DEEE-08AF-B52D-1A1858B45970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0548ABF4-DB52-4739-9CEE-77D43E1F2079}" type="slidenum">
              <a:rPr lang="en-GB" altLang="fr-FR"/>
              <a:pPr/>
              <a:t>15</a:t>
            </a:fld>
            <a:endParaRPr lang="en-GB" altLang="fr-FR"/>
          </a:p>
        </p:txBody>
      </p:sp>
      <p:sp>
        <p:nvSpPr>
          <p:cNvPr id="31745" name="Text Box 1">
            <a:extLst>
              <a:ext uri="{FF2B5EF4-FFF2-40B4-BE49-F238E27FC236}">
                <a16:creationId xmlns:a16="http://schemas.microsoft.com/office/drawing/2014/main" id="{EF612B67-8936-830B-D5B0-248581FB2B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1438" y="8686800"/>
            <a:ext cx="2947987" cy="428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b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r">
              <a:lnSpc>
                <a:spcPct val="81000"/>
              </a:lnSpc>
              <a:buClrTx/>
              <a:buFontTx/>
              <a:buNone/>
            </a:pPr>
            <a:fld id="{E67A9AEB-B1C7-442E-9A2D-4A0A6701195A}" type="slidenum">
              <a:rPr lang="en-GB" altLang="fr-FR" sz="1400">
                <a:solidFill>
                  <a:srgbClr val="000000"/>
                </a:solidFill>
              </a:rPr>
              <a:pPr algn="r">
                <a:lnSpc>
                  <a:spcPct val="81000"/>
                </a:lnSpc>
                <a:buClrTx/>
                <a:buFontTx/>
                <a:buNone/>
              </a:pPr>
              <a:t>15</a:t>
            </a:fld>
            <a:endParaRPr lang="en-GB" altLang="fr-FR" sz="1400">
              <a:solidFill>
                <a:srgbClr val="000000"/>
              </a:solidFill>
            </a:endParaRPr>
          </a:p>
        </p:txBody>
      </p:sp>
      <p:sp>
        <p:nvSpPr>
          <p:cNvPr id="31746" name="Text Box 2">
            <a:extLst>
              <a:ext uri="{FF2B5EF4-FFF2-40B4-BE49-F238E27FC236}">
                <a16:creationId xmlns:a16="http://schemas.microsoft.com/office/drawing/2014/main" id="{717030F7-0D0D-F3B6-1F5F-F8C1FCCE50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F14C11EA-0F1E-CC03-C9E3-28EB919F5B12}"/>
              </a:ext>
            </a:extLst>
          </p:cNvPr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0" y="4343400"/>
            <a:ext cx="5445125" cy="40735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 altLang="fr-F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182588B-C171-36C0-FDBF-590081D4CF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B5CA159-7CD1-085B-F8A7-944755F5B3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5E4EBA8-7FE5-0F46-38AF-A6A3001EFF0D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F2D6A886-4423-41FF-8A30-506117A0DFE3}" type="slidenum">
              <a:rPr lang="en-GB" altLang="fr-FR"/>
              <a:pPr/>
              <a:t>‹N°›</a:t>
            </a:fld>
            <a:endParaRPr lang="en-GB" altLang="fr-FR"/>
          </a:p>
        </p:txBody>
      </p:sp>
    </p:spTree>
    <p:extLst>
      <p:ext uri="{BB962C8B-B14F-4D97-AF65-F5344CB8AC3E}">
        <p14:creationId xmlns:p14="http://schemas.microsoft.com/office/powerpoint/2010/main" val="33404976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46EF7FB-CDE2-D390-CA08-13FAF8340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B5CEBFF-30C7-6270-F94A-3D931AB032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73B0850-319D-A3E0-769D-F52DFFEB1364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6244257E-94CF-4EDE-9AA0-43CA02A38C77}" type="slidenum">
              <a:rPr lang="en-GB" altLang="fr-FR"/>
              <a:pPr/>
              <a:t>‹N°›</a:t>
            </a:fld>
            <a:endParaRPr lang="en-GB" altLang="fr-FR"/>
          </a:p>
        </p:txBody>
      </p:sp>
    </p:spTree>
    <p:extLst>
      <p:ext uri="{BB962C8B-B14F-4D97-AF65-F5344CB8AC3E}">
        <p14:creationId xmlns:p14="http://schemas.microsoft.com/office/powerpoint/2010/main" val="2683501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26A9337-8692-3B4E-83D5-A8C8AE1F15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FCB4D91-F8C8-17AB-0C50-8B5B76B4E7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8CF7273-C667-42CA-D45B-B9B9912A1031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7B9065A2-9934-409E-B5F1-CC1820B50D94}" type="slidenum">
              <a:rPr lang="en-GB" altLang="fr-FR"/>
              <a:pPr/>
              <a:t>‹N°›</a:t>
            </a:fld>
            <a:endParaRPr lang="en-GB" altLang="fr-FR"/>
          </a:p>
        </p:txBody>
      </p:sp>
    </p:spTree>
    <p:extLst>
      <p:ext uri="{BB962C8B-B14F-4D97-AF65-F5344CB8AC3E}">
        <p14:creationId xmlns:p14="http://schemas.microsoft.com/office/powerpoint/2010/main" val="27510382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2067D36-D44F-2727-B369-F451BF280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1443228-08A2-4A6F-78EC-351A95526A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4963"/>
            <a:ext cx="4016375" cy="448151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8019932-C75E-69DA-47D9-C38A27412E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5975" y="1604963"/>
            <a:ext cx="4016375" cy="448151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57EBC2D6-79B1-AB0D-D833-9A1BA3B2921D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A831B719-2C98-4368-924E-7E73CB34189F}" type="slidenum">
              <a:rPr lang="en-GB" altLang="fr-FR"/>
              <a:pPr/>
              <a:t>‹N°›</a:t>
            </a:fld>
            <a:endParaRPr lang="en-GB" altLang="fr-FR"/>
          </a:p>
        </p:txBody>
      </p:sp>
    </p:spTree>
    <p:extLst>
      <p:ext uri="{BB962C8B-B14F-4D97-AF65-F5344CB8AC3E}">
        <p14:creationId xmlns:p14="http://schemas.microsoft.com/office/powerpoint/2010/main" val="38231823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77C106E-ABB2-99C4-D90A-D82D5B8186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E231188-7D7E-1E9E-E1F0-37A7334FBB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B351FEF-81D4-7D0D-26DE-9D603D257B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881BD9A2-33EE-0429-9215-00B5C8100D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8AB0239E-23B8-BAC6-85E4-156AE77381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FF16427-ED19-59D4-C36C-F19A60936E25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5B082ED2-E90A-4C17-9CC3-4B79205AE7A7}" type="slidenum">
              <a:rPr lang="en-GB" altLang="fr-FR"/>
              <a:pPr/>
              <a:t>‹N°›</a:t>
            </a:fld>
            <a:endParaRPr lang="en-GB" altLang="fr-FR"/>
          </a:p>
        </p:txBody>
      </p:sp>
    </p:spTree>
    <p:extLst>
      <p:ext uri="{BB962C8B-B14F-4D97-AF65-F5344CB8AC3E}">
        <p14:creationId xmlns:p14="http://schemas.microsoft.com/office/powerpoint/2010/main" val="12568277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F1D64E0-96BB-A399-1949-E7B221A1D7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B4D9787E-1723-5011-0FDB-F07D3031D61E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47DD212C-E635-45C6-88DB-4FBBE53BC239}" type="slidenum">
              <a:rPr lang="en-GB" altLang="fr-FR"/>
              <a:pPr/>
              <a:t>‹N°›</a:t>
            </a:fld>
            <a:endParaRPr lang="en-GB" altLang="fr-FR"/>
          </a:p>
        </p:txBody>
      </p:sp>
    </p:spTree>
    <p:extLst>
      <p:ext uri="{BB962C8B-B14F-4D97-AF65-F5344CB8AC3E}">
        <p14:creationId xmlns:p14="http://schemas.microsoft.com/office/powerpoint/2010/main" val="41733145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8A29EA7C-D285-4D49-B7AB-4C97403372D3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E9AB7D5F-B08D-43E1-BA66-54853611860D}" type="slidenum">
              <a:rPr lang="en-GB" altLang="fr-FR"/>
              <a:pPr/>
              <a:t>‹N°›</a:t>
            </a:fld>
            <a:endParaRPr lang="en-GB" altLang="fr-FR"/>
          </a:p>
        </p:txBody>
      </p:sp>
    </p:spTree>
    <p:extLst>
      <p:ext uri="{BB962C8B-B14F-4D97-AF65-F5344CB8AC3E}">
        <p14:creationId xmlns:p14="http://schemas.microsoft.com/office/powerpoint/2010/main" val="24636087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AF03AB5-0DB5-7197-F3D6-420AAF423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1E03372-E1FD-2B4B-BF0F-0029BEA6B0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68988B8-8367-B39D-FC48-6353439EC6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2A3561C-83BA-61E5-7AAC-0E59CA26F794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E6E5F0FB-C122-4CC4-AAC7-E6EE493E75E5}" type="slidenum">
              <a:rPr lang="en-GB" altLang="fr-FR"/>
              <a:pPr/>
              <a:t>‹N°›</a:t>
            </a:fld>
            <a:endParaRPr lang="en-GB" altLang="fr-FR"/>
          </a:p>
        </p:txBody>
      </p:sp>
    </p:spTree>
    <p:extLst>
      <p:ext uri="{BB962C8B-B14F-4D97-AF65-F5344CB8AC3E}">
        <p14:creationId xmlns:p14="http://schemas.microsoft.com/office/powerpoint/2010/main" val="4611784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08C3CF-A9E3-2440-BEE5-84CF26973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D0EE6A2F-D336-CF6C-9676-DB3E09610E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C72979A-F447-922B-383D-0830F5D0C6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09F09AE-9A04-B823-DA7B-92FBFA90C8F4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7F73ACD4-332E-4601-B6CD-114BF84F77FB}" type="slidenum">
              <a:rPr lang="en-GB" altLang="fr-FR"/>
              <a:pPr/>
              <a:t>‹N°›</a:t>
            </a:fld>
            <a:endParaRPr lang="en-GB" altLang="fr-FR"/>
          </a:p>
        </p:txBody>
      </p:sp>
    </p:spTree>
    <p:extLst>
      <p:ext uri="{BB962C8B-B14F-4D97-AF65-F5344CB8AC3E}">
        <p14:creationId xmlns:p14="http://schemas.microsoft.com/office/powerpoint/2010/main" val="17118236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5AEA0D0-FA67-4141-19F1-4AF1CEA860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9F2A844F-A2DA-88EA-F088-99182B129B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062B92C-3819-BD37-89EC-23B9FABBA6A1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FFA072A3-4FC0-47A6-BB3F-6DB0751CF173}" type="slidenum">
              <a:rPr lang="en-GB" altLang="fr-FR"/>
              <a:pPr/>
              <a:t>‹N°›</a:t>
            </a:fld>
            <a:endParaRPr lang="en-GB" altLang="fr-FR"/>
          </a:p>
        </p:txBody>
      </p:sp>
    </p:spTree>
    <p:extLst>
      <p:ext uri="{BB962C8B-B14F-4D97-AF65-F5344CB8AC3E}">
        <p14:creationId xmlns:p14="http://schemas.microsoft.com/office/powerpoint/2010/main" val="11733441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571FB2C2-E7CF-24F3-380C-36A9BD74F2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96063" y="261938"/>
            <a:ext cx="2046287" cy="5824537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0E3B4B0F-96D2-46DA-D410-595B88FDEB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61938"/>
            <a:ext cx="5986463" cy="5824537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7CE68E1-C79C-501B-F3FB-74748186384D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B349AA26-AC9B-4F4B-AF2F-D49E7F08E2EC}" type="slidenum">
              <a:rPr lang="en-GB" altLang="fr-FR"/>
              <a:pPr/>
              <a:t>‹N°›</a:t>
            </a:fld>
            <a:endParaRPr lang="en-GB" altLang="fr-FR"/>
          </a:p>
        </p:txBody>
      </p:sp>
    </p:spTree>
    <p:extLst>
      <p:ext uri="{BB962C8B-B14F-4D97-AF65-F5344CB8AC3E}">
        <p14:creationId xmlns:p14="http://schemas.microsoft.com/office/powerpoint/2010/main" val="3126072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Rectangle 1">
            <a:extLst>
              <a:ext uri="{FF2B5EF4-FFF2-40B4-BE49-F238E27FC236}">
                <a16:creationId xmlns:a16="http://schemas.microsoft.com/office/drawing/2014/main" id="{9ED57DF6-031E-81D0-FA45-48AE2043E9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61938"/>
            <a:ext cx="8185150" cy="1127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/>
              <a:t>Cliquez pour éditer le format du texte-titre</a:t>
            </a:r>
          </a:p>
        </p:txBody>
      </p:sp>
      <p:sp>
        <p:nvSpPr>
          <p:cNvPr id="1026" name="Rectangle 2">
            <a:extLst>
              <a:ext uri="{FF2B5EF4-FFF2-40B4-BE49-F238E27FC236}">
                <a16:creationId xmlns:a16="http://schemas.microsoft.com/office/drawing/2014/main" id="{B545B625-6D31-F902-24B9-E067685346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4963"/>
            <a:ext cx="8185150" cy="4481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/>
              <a:t>Cliquez pour éditer le format du plan de texte</a:t>
            </a:r>
          </a:p>
          <a:p>
            <a:pPr lvl="1"/>
            <a:r>
              <a:rPr lang="en-GB" altLang="fr-FR"/>
              <a:t>Second niveau de plan</a:t>
            </a:r>
          </a:p>
          <a:p>
            <a:pPr lvl="2"/>
            <a:r>
              <a:rPr lang="en-GB" altLang="fr-FR"/>
              <a:t>Troisième niveau de plan</a:t>
            </a:r>
          </a:p>
          <a:p>
            <a:pPr lvl="3"/>
            <a:r>
              <a:rPr lang="en-GB" altLang="fr-FR"/>
              <a:t>Quatrième niveau de plan</a:t>
            </a:r>
          </a:p>
          <a:p>
            <a:pPr lvl="4"/>
            <a:r>
              <a:rPr lang="en-GB" altLang="fr-FR"/>
              <a:t>Cinquième niveau de plan</a:t>
            </a:r>
          </a:p>
          <a:p>
            <a:pPr lvl="4"/>
            <a:r>
              <a:rPr lang="en-GB" altLang="fr-FR"/>
              <a:t>Sixième niveau de plan</a:t>
            </a:r>
          </a:p>
          <a:p>
            <a:pPr lvl="4"/>
            <a:r>
              <a:rPr lang="en-GB" altLang="fr-FR"/>
              <a:t>Septième niveau de plan</a:t>
            </a:r>
          </a:p>
        </p:txBody>
      </p:sp>
      <p:sp>
        <p:nvSpPr>
          <p:cNvPr id="1027" name="Text Box 3">
            <a:extLst>
              <a:ext uri="{FF2B5EF4-FFF2-40B4-BE49-F238E27FC236}">
                <a16:creationId xmlns:a16="http://schemas.microsoft.com/office/drawing/2014/main" id="{B2A38DCB-CCC2-7214-7E7D-9CA54415AC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6246813"/>
            <a:ext cx="1500188" cy="44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1028" name="Text Box 4">
            <a:extLst>
              <a:ext uri="{FF2B5EF4-FFF2-40B4-BE49-F238E27FC236}">
                <a16:creationId xmlns:a16="http://schemas.microsoft.com/office/drawing/2014/main" id="{7F2B2F2B-CF52-A4BC-6B20-B30674275A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79613" y="6246813"/>
            <a:ext cx="5911850" cy="44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10D3FB46-1D59-E7CA-FC97-86654BFA4B06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 bwMode="auto">
          <a:xfrm>
            <a:off x="7920038" y="6246813"/>
            <a:ext cx="722312" cy="428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</a:defRPr>
            </a:lvl1pPr>
          </a:lstStyle>
          <a:p>
            <a:fld id="{A8D14B52-77AC-4607-BE36-0BA6C1D9C6BA}" type="slidenum">
              <a:rPr lang="en-GB" altLang="fr-FR"/>
              <a:pPr/>
              <a:t>‹N°›</a:t>
            </a:fld>
            <a:endParaRPr lang="en-GB" altLang="fr-FR"/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8E4F3285-DFEE-0A15-18BC-DABA148638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260350"/>
            <a:ext cx="695325" cy="1038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49263" rtl="0" eaLnBrk="0" fontAlgn="base" hangingPunct="0">
        <a:lnSpc>
          <a:spcPct val="71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 kern="1200">
          <a:solidFill>
            <a:srgbClr val="000000"/>
          </a:solidFill>
          <a:latin typeface="+mj-lt"/>
          <a:ea typeface="+mj-ea"/>
          <a:cs typeface="+mj-cs"/>
        </a:defRPr>
      </a:lvl1pPr>
      <a:lvl2pPr marL="742950" indent="-285750" algn="ctr" defTabSz="449263" rtl="0" eaLnBrk="0" fontAlgn="base" hangingPunct="0">
        <a:lnSpc>
          <a:spcPct val="71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Arial" panose="020B0604020202020204" pitchFamily="34" charset="0"/>
          <a:cs typeface="Lucida Sans Unicode" panose="020B0602030504020204" pitchFamily="34" charset="0"/>
        </a:defRPr>
      </a:lvl2pPr>
      <a:lvl3pPr marL="1143000" indent="-228600" algn="ctr" defTabSz="449263" rtl="0" eaLnBrk="0" fontAlgn="base" hangingPunct="0">
        <a:lnSpc>
          <a:spcPct val="71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Arial" panose="020B0604020202020204" pitchFamily="34" charset="0"/>
          <a:cs typeface="Lucida Sans Unicode" panose="020B0602030504020204" pitchFamily="34" charset="0"/>
        </a:defRPr>
      </a:lvl3pPr>
      <a:lvl4pPr marL="1600200" indent="-228600" algn="ctr" defTabSz="449263" rtl="0" eaLnBrk="0" fontAlgn="base" hangingPunct="0">
        <a:lnSpc>
          <a:spcPct val="71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Arial" panose="020B0604020202020204" pitchFamily="34" charset="0"/>
          <a:cs typeface="Lucida Sans Unicode" panose="020B0602030504020204" pitchFamily="34" charset="0"/>
        </a:defRPr>
      </a:lvl4pPr>
      <a:lvl5pPr marL="2057400" indent="-228600" algn="ctr" defTabSz="449263" rtl="0" eaLnBrk="0" fontAlgn="base" hangingPunct="0">
        <a:lnSpc>
          <a:spcPct val="71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Arial" panose="020B0604020202020204" pitchFamily="34" charset="0"/>
          <a:cs typeface="Lucida Sans Unicode" panose="020B0602030504020204" pitchFamily="34" charset="0"/>
        </a:defRPr>
      </a:lvl5pPr>
      <a:lvl6pPr marL="2514600" indent="-228600" algn="ctr" defTabSz="449263" rtl="0" eaLnBrk="0" fontAlgn="base" hangingPunct="0">
        <a:lnSpc>
          <a:spcPct val="71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Arial" panose="020B0604020202020204" pitchFamily="34" charset="0"/>
          <a:cs typeface="Lucida Sans Unicode" panose="020B0602030504020204" pitchFamily="34" charset="0"/>
        </a:defRPr>
      </a:lvl6pPr>
      <a:lvl7pPr marL="2971800" indent="-228600" algn="ctr" defTabSz="449263" rtl="0" eaLnBrk="0" fontAlgn="base" hangingPunct="0">
        <a:lnSpc>
          <a:spcPct val="71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Arial" panose="020B0604020202020204" pitchFamily="34" charset="0"/>
          <a:cs typeface="Lucida Sans Unicode" panose="020B0602030504020204" pitchFamily="34" charset="0"/>
        </a:defRPr>
      </a:lvl7pPr>
      <a:lvl8pPr marL="3429000" indent="-228600" algn="ctr" defTabSz="449263" rtl="0" eaLnBrk="0" fontAlgn="base" hangingPunct="0">
        <a:lnSpc>
          <a:spcPct val="71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Arial" panose="020B0604020202020204" pitchFamily="34" charset="0"/>
          <a:cs typeface="Lucida Sans Unicode" panose="020B0602030504020204" pitchFamily="34" charset="0"/>
        </a:defRPr>
      </a:lvl8pPr>
      <a:lvl9pPr marL="3886200" indent="-228600" algn="ctr" defTabSz="449263" rtl="0" eaLnBrk="0" fontAlgn="base" hangingPunct="0">
        <a:lnSpc>
          <a:spcPct val="71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Arial" panose="020B0604020202020204" pitchFamily="34" charset="0"/>
          <a:cs typeface="Lucida Sans Unicode" panose="020B0602030504020204" pitchFamily="34" charset="0"/>
        </a:defRPr>
      </a:lvl9pPr>
    </p:titleStyle>
    <p:bodyStyle>
      <a:lvl1pPr marL="342900" indent="-342900" algn="l" defTabSz="449263" rtl="0" eaLnBrk="0" fontAlgn="base" hangingPunct="0">
        <a:lnSpc>
          <a:spcPct val="71000"/>
        </a:lnSpc>
        <a:spcBef>
          <a:spcPts val="8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200" kern="1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49263" rtl="0" eaLnBrk="0" fontAlgn="base" hangingPunct="0">
        <a:lnSpc>
          <a:spcPct val="71000"/>
        </a:lnSpc>
        <a:spcBef>
          <a:spcPts val="7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800" kern="12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defTabSz="449263" rtl="0" eaLnBrk="0" fontAlgn="base" hangingPunct="0">
        <a:lnSpc>
          <a:spcPct val="71000"/>
        </a:lnSpc>
        <a:spcBef>
          <a:spcPts val="6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400" kern="12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defTabSz="449263" rtl="0" eaLnBrk="0" fontAlgn="base" hangingPunct="0">
        <a:lnSpc>
          <a:spcPct val="71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000" kern="1200"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defTabSz="449263" rtl="0" eaLnBrk="0" fontAlgn="base" hangingPunct="0">
        <a:lnSpc>
          <a:spcPct val="71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000" kern="12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Text Box 1">
            <a:extLst>
              <a:ext uri="{FF2B5EF4-FFF2-40B4-BE49-F238E27FC236}">
                <a16:creationId xmlns:a16="http://schemas.microsoft.com/office/drawing/2014/main" id="{DB6BBD20-B01B-815C-CD41-EE13CDF67D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6246813"/>
            <a:ext cx="1500188" cy="44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lnSpc>
                <a:spcPct val="81000"/>
              </a:lnSpc>
              <a:buClrTx/>
              <a:buFontTx/>
              <a:buNone/>
            </a:pPr>
            <a:r>
              <a:rPr lang="en-GB" altLang="fr-FR" sz="1400">
                <a:solidFill>
                  <a:srgbClr val="000000"/>
                </a:solidFill>
              </a:rPr>
              <a:t>01/10/09</a:t>
            </a:r>
          </a:p>
        </p:txBody>
      </p:sp>
      <p:sp>
        <p:nvSpPr>
          <p:cNvPr id="3074" name="Text Box 2">
            <a:extLst>
              <a:ext uri="{FF2B5EF4-FFF2-40B4-BE49-F238E27FC236}">
                <a16:creationId xmlns:a16="http://schemas.microsoft.com/office/drawing/2014/main" id="{C1BCCEFB-F348-CC8B-3BF9-EF5F06F8E5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79613" y="6246813"/>
            <a:ext cx="5911850" cy="44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>
              <a:lnSpc>
                <a:spcPct val="81000"/>
              </a:lnSpc>
              <a:buClrTx/>
              <a:buFontTx/>
              <a:buNone/>
            </a:pPr>
            <a:r>
              <a:rPr lang="en-GB" altLang="fr-FR" sz="1400">
                <a:solidFill>
                  <a:srgbClr val="000000"/>
                </a:solidFill>
              </a:rPr>
              <a:t>Activité 1 - Module 1 - Séquence 1 - Phase 5</a:t>
            </a:r>
          </a:p>
        </p:txBody>
      </p:sp>
      <p:sp>
        <p:nvSpPr>
          <p:cNvPr id="3075" name="Text Box 3">
            <a:extLst>
              <a:ext uri="{FF2B5EF4-FFF2-40B4-BE49-F238E27FC236}">
                <a16:creationId xmlns:a16="http://schemas.microsoft.com/office/drawing/2014/main" id="{B8BA78E1-DAA2-CC8C-FC65-7332847043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0038" y="6246813"/>
            <a:ext cx="738187" cy="44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r">
              <a:lnSpc>
                <a:spcPct val="81000"/>
              </a:lnSpc>
              <a:buClrTx/>
              <a:buFontTx/>
              <a:buNone/>
            </a:pPr>
            <a:fld id="{CD96DE9E-BC18-409E-B14A-E8A6E9E40C7C}" type="slidenum">
              <a:rPr lang="en-GB" altLang="fr-FR" sz="1400">
                <a:solidFill>
                  <a:srgbClr val="000000"/>
                </a:solidFill>
              </a:rPr>
              <a:pPr algn="r">
                <a:lnSpc>
                  <a:spcPct val="81000"/>
                </a:lnSpc>
                <a:buClrTx/>
                <a:buFontTx/>
                <a:buNone/>
              </a:pPr>
              <a:t>1</a:t>
            </a:fld>
            <a:endParaRPr lang="en-GB" altLang="fr-FR" sz="1400">
              <a:solidFill>
                <a:srgbClr val="000000"/>
              </a:solidFill>
            </a:endParaRPr>
          </a:p>
        </p:txBody>
      </p:sp>
      <p:sp>
        <p:nvSpPr>
          <p:cNvPr id="3076" name="Text Box 4">
            <a:extLst>
              <a:ext uri="{FF2B5EF4-FFF2-40B4-BE49-F238E27FC236}">
                <a16:creationId xmlns:a16="http://schemas.microsoft.com/office/drawing/2014/main" id="{9A84BEB2-85D0-D288-577F-79991AAB81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363" y="931863"/>
            <a:ext cx="7740650" cy="1300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>
              <a:lnSpc>
                <a:spcPct val="94000"/>
              </a:lnSpc>
              <a:buClrTx/>
              <a:buFontTx/>
              <a:buNone/>
            </a:pPr>
            <a:r>
              <a:rPr lang="en-GB" altLang="fr-FR" sz="44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anose="020B0606020202030204" pitchFamily="34" charset="0"/>
              </a:rPr>
              <a:t>Représentation des données </a:t>
            </a:r>
            <a:br>
              <a:rPr lang="en-GB" altLang="fr-FR" sz="24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anose="020B0606020202030204" pitchFamily="34" charset="0"/>
              </a:rPr>
            </a:br>
            <a:r>
              <a:rPr lang="en-GB" altLang="fr-FR" sz="4400">
                <a:solidFill>
                  <a:srgbClr val="000000"/>
                </a:solidFill>
                <a:latin typeface="Arial Narrow" panose="020B0606020202030204" pitchFamily="34" charset="0"/>
              </a:rPr>
              <a:t>          </a:t>
            </a:r>
          </a:p>
        </p:txBody>
      </p:sp>
      <p:sp>
        <p:nvSpPr>
          <p:cNvPr id="3077" name="Line 5">
            <a:extLst>
              <a:ext uri="{FF2B5EF4-FFF2-40B4-BE49-F238E27FC236}">
                <a16:creationId xmlns:a16="http://schemas.microsoft.com/office/drawing/2014/main" id="{56659E57-7FAE-AB61-F7F3-41494B83E783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2160588"/>
            <a:ext cx="6300788" cy="1587"/>
          </a:xfrm>
          <a:prstGeom prst="line">
            <a:avLst/>
          </a:prstGeom>
          <a:noFill/>
          <a:ln w="216000">
            <a:solidFill>
              <a:srgbClr val="B3B3B3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3078" name="Text Box 6">
            <a:extLst>
              <a:ext uri="{FF2B5EF4-FFF2-40B4-BE49-F238E27FC236}">
                <a16:creationId xmlns:a16="http://schemas.microsoft.com/office/drawing/2014/main" id="{D52F9741-F248-61FD-5096-0007B2A3CF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0275" y="2160588"/>
            <a:ext cx="273050" cy="550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>
              <a:lnSpc>
                <a:spcPct val="97000"/>
              </a:lnSpc>
              <a:buClrTx/>
              <a:buFontTx/>
              <a:buNone/>
            </a:pPr>
            <a:r>
              <a:rPr lang="en-GB" altLang="fr-FR" sz="32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anose="020B0606020202030204" pitchFamily="34" charset="0"/>
              </a:rPr>
              <a:t> 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Text Box 1">
            <a:extLst>
              <a:ext uri="{FF2B5EF4-FFF2-40B4-BE49-F238E27FC236}">
                <a16:creationId xmlns:a16="http://schemas.microsoft.com/office/drawing/2014/main" id="{0ED410F4-1AFD-4276-A148-1AC822F866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6246813"/>
            <a:ext cx="1500188" cy="44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lnSpc>
                <a:spcPct val="81000"/>
              </a:lnSpc>
              <a:buClrTx/>
              <a:buFontTx/>
              <a:buNone/>
            </a:pPr>
            <a:r>
              <a:rPr lang="en-GB" altLang="fr-FR" sz="1400">
                <a:solidFill>
                  <a:srgbClr val="000000"/>
                </a:solidFill>
              </a:rPr>
              <a:t>01/10/09</a:t>
            </a:r>
          </a:p>
        </p:txBody>
      </p:sp>
      <p:sp>
        <p:nvSpPr>
          <p:cNvPr id="4098" name="Text Box 2">
            <a:extLst>
              <a:ext uri="{FF2B5EF4-FFF2-40B4-BE49-F238E27FC236}">
                <a16:creationId xmlns:a16="http://schemas.microsoft.com/office/drawing/2014/main" id="{33E8AA44-9F1E-1D40-3ACB-46053EBBB2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79613" y="6246813"/>
            <a:ext cx="5911850" cy="44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>
              <a:lnSpc>
                <a:spcPct val="81000"/>
              </a:lnSpc>
              <a:buClrTx/>
              <a:buFontTx/>
              <a:buNone/>
            </a:pPr>
            <a:r>
              <a:rPr lang="en-GB" altLang="fr-FR" sz="1400">
                <a:solidFill>
                  <a:srgbClr val="000000"/>
                </a:solidFill>
              </a:rPr>
              <a:t>Activité 1 - Module 1 - Séquence 1 - Phase 5</a:t>
            </a:r>
          </a:p>
        </p:txBody>
      </p:sp>
      <p:sp>
        <p:nvSpPr>
          <p:cNvPr id="4099" name="Text Box 3">
            <a:extLst>
              <a:ext uri="{FF2B5EF4-FFF2-40B4-BE49-F238E27FC236}">
                <a16:creationId xmlns:a16="http://schemas.microsoft.com/office/drawing/2014/main" id="{5D7BC8F2-62C2-8015-CE0F-98081FD092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0038" y="6246813"/>
            <a:ext cx="738187" cy="44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r">
              <a:lnSpc>
                <a:spcPct val="81000"/>
              </a:lnSpc>
              <a:buClrTx/>
              <a:buFontTx/>
              <a:buNone/>
            </a:pPr>
            <a:fld id="{E789DAEC-880B-4661-BE65-CFD32A7AB75E}" type="slidenum">
              <a:rPr lang="en-GB" altLang="fr-FR" sz="1400">
                <a:solidFill>
                  <a:srgbClr val="000000"/>
                </a:solidFill>
              </a:rPr>
              <a:pPr algn="r">
                <a:lnSpc>
                  <a:spcPct val="81000"/>
                </a:lnSpc>
                <a:buClrTx/>
                <a:buFontTx/>
                <a:buNone/>
              </a:pPr>
              <a:t>2</a:t>
            </a:fld>
            <a:endParaRPr lang="en-GB" altLang="fr-FR" sz="1400">
              <a:solidFill>
                <a:srgbClr val="000000"/>
              </a:solidFill>
            </a:endParaRPr>
          </a:p>
        </p:txBody>
      </p:sp>
      <p:sp>
        <p:nvSpPr>
          <p:cNvPr id="4100" name="Text Box 4">
            <a:extLst>
              <a:ext uri="{FF2B5EF4-FFF2-40B4-BE49-F238E27FC236}">
                <a16:creationId xmlns:a16="http://schemas.microsoft.com/office/drawing/2014/main" id="{1C10CE60-AC45-10D7-D36E-C2186F14EA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279400"/>
            <a:ext cx="8229600" cy="1238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>
              <a:lnSpc>
                <a:spcPct val="101000"/>
              </a:lnSpc>
              <a:buClrTx/>
              <a:buFontTx/>
              <a:buNone/>
            </a:pPr>
            <a:r>
              <a:rPr lang="en-GB" altLang="fr-FR" sz="3200">
                <a:solidFill>
                  <a:srgbClr val="000000"/>
                </a:solidFill>
                <a:latin typeface="Verdana" panose="020B0604030504040204" pitchFamily="34" charset="0"/>
              </a:rPr>
              <a:t>Représentation des données</a:t>
            </a:r>
            <a:br>
              <a:rPr lang="en-GB" altLang="fr-FR" sz="3200">
                <a:solidFill>
                  <a:srgbClr val="000000"/>
                </a:solidFill>
                <a:latin typeface="Verdana" panose="020B0604030504040204" pitchFamily="34" charset="0"/>
              </a:rPr>
            </a:br>
            <a:r>
              <a:rPr lang="en-GB" altLang="fr-FR" sz="2400" i="1">
                <a:solidFill>
                  <a:srgbClr val="000000"/>
                </a:solidFill>
                <a:latin typeface="Verdana" panose="020B0604030504040204" pitchFamily="34" charset="0"/>
              </a:rPr>
              <a:t>Plan de la phase</a:t>
            </a:r>
          </a:p>
        </p:txBody>
      </p:sp>
      <p:sp>
        <p:nvSpPr>
          <p:cNvPr id="4101" name="Text Box 5">
            <a:extLst>
              <a:ext uri="{FF2B5EF4-FFF2-40B4-BE49-F238E27FC236}">
                <a16:creationId xmlns:a16="http://schemas.microsoft.com/office/drawing/2014/main" id="{00C6DECD-9168-FE72-CB63-AE080334F1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28975" y="2684463"/>
            <a:ext cx="3971925" cy="2252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lnSpc>
                <a:spcPct val="77000"/>
              </a:lnSpc>
              <a:spcBef>
                <a:spcPts val="800"/>
              </a:spcBef>
              <a:buClrTx/>
              <a:buFontTx/>
              <a:buNone/>
            </a:pPr>
            <a:r>
              <a:rPr lang="en-GB" altLang="fr-FR" sz="2000" i="1">
                <a:solidFill>
                  <a:srgbClr val="000000"/>
                </a:solidFill>
                <a:latin typeface="Verdana" panose="020B0604030504040204" pitchFamily="34" charset="0"/>
              </a:rPr>
              <a:t>Introduction</a:t>
            </a:r>
          </a:p>
          <a:p>
            <a:pPr>
              <a:lnSpc>
                <a:spcPct val="77000"/>
              </a:lnSpc>
              <a:spcBef>
                <a:spcPts val="800"/>
              </a:spcBef>
              <a:buClrTx/>
              <a:buFontTx/>
              <a:buNone/>
            </a:pPr>
            <a:r>
              <a:rPr lang="en-GB" altLang="fr-FR" sz="2000" i="1">
                <a:solidFill>
                  <a:srgbClr val="000000"/>
                </a:solidFill>
                <a:latin typeface="Verdana" panose="020B0604030504040204" pitchFamily="34" charset="0"/>
              </a:rPr>
              <a:t>Code ASCII </a:t>
            </a:r>
          </a:p>
          <a:p>
            <a:pPr>
              <a:lnSpc>
                <a:spcPct val="77000"/>
              </a:lnSpc>
              <a:spcBef>
                <a:spcPts val="800"/>
              </a:spcBef>
              <a:buClrTx/>
              <a:buFontTx/>
              <a:buNone/>
            </a:pPr>
            <a:r>
              <a:rPr lang="en-GB" altLang="fr-FR" sz="2000" i="1">
                <a:solidFill>
                  <a:srgbClr val="000000"/>
                </a:solidFill>
                <a:latin typeface="Verdana" panose="020B0604030504040204" pitchFamily="34" charset="0"/>
              </a:rPr>
              <a:t>Code ISO 8859</a:t>
            </a:r>
          </a:p>
          <a:p>
            <a:pPr>
              <a:lnSpc>
                <a:spcPct val="77000"/>
              </a:lnSpc>
              <a:spcBef>
                <a:spcPts val="800"/>
              </a:spcBef>
              <a:buClrTx/>
              <a:buFontTx/>
              <a:buNone/>
            </a:pPr>
            <a:r>
              <a:rPr lang="en-GB" altLang="fr-FR" sz="2000" i="1">
                <a:solidFill>
                  <a:srgbClr val="E6E6E6"/>
                </a:solidFill>
                <a:latin typeface="Verdana" panose="020B0604030504040204" pitchFamily="34" charset="0"/>
              </a:rPr>
              <a:t>Code EBCDIC</a:t>
            </a:r>
          </a:p>
          <a:p>
            <a:pPr>
              <a:lnSpc>
                <a:spcPct val="77000"/>
              </a:lnSpc>
              <a:spcBef>
                <a:spcPts val="800"/>
              </a:spcBef>
              <a:buClrTx/>
              <a:buFontTx/>
              <a:buNone/>
            </a:pPr>
            <a:r>
              <a:rPr lang="en-GB" altLang="fr-FR" sz="2000" i="1">
                <a:solidFill>
                  <a:srgbClr val="000000"/>
                </a:solidFill>
                <a:latin typeface="Verdana" panose="020B0604030504040204" pitchFamily="34" charset="0"/>
              </a:rPr>
              <a:t>Code UNICODE</a:t>
            </a:r>
          </a:p>
          <a:p>
            <a:pPr>
              <a:lnSpc>
                <a:spcPct val="77000"/>
              </a:lnSpc>
              <a:spcBef>
                <a:spcPts val="800"/>
              </a:spcBef>
              <a:buClrTx/>
              <a:buFontTx/>
              <a:buNone/>
            </a:pPr>
            <a:r>
              <a:rPr lang="en-GB" altLang="fr-FR" sz="2000" i="1">
                <a:solidFill>
                  <a:srgbClr val="E6E6E6"/>
                </a:solidFill>
                <a:latin typeface="Verdana" panose="020B0604030504040204" pitchFamily="34" charset="0"/>
              </a:rPr>
              <a:t>Code BASE64</a:t>
            </a:r>
          </a:p>
          <a:p>
            <a:pPr>
              <a:lnSpc>
                <a:spcPct val="77000"/>
              </a:lnSpc>
              <a:spcBef>
                <a:spcPts val="800"/>
              </a:spcBef>
              <a:buClrTx/>
              <a:buFontTx/>
              <a:buNone/>
            </a:pPr>
            <a:r>
              <a:rPr lang="en-GB" altLang="fr-FR" sz="2000" i="1">
                <a:solidFill>
                  <a:srgbClr val="000000"/>
                </a:solidFill>
                <a:latin typeface="Verdana" panose="020B0604030504040204" pitchFamily="34" charset="0"/>
              </a:rPr>
              <a:t>Exercices</a:t>
            </a:r>
          </a:p>
        </p:txBody>
      </p:sp>
      <p:sp>
        <p:nvSpPr>
          <p:cNvPr id="4102" name="Line 6">
            <a:extLst>
              <a:ext uri="{FF2B5EF4-FFF2-40B4-BE49-F238E27FC236}">
                <a16:creationId xmlns:a16="http://schemas.microsoft.com/office/drawing/2014/main" id="{8148BDB7-27EE-57E2-621F-7F7B5C63CF8F}"/>
              </a:ext>
            </a:extLst>
          </p:cNvPr>
          <p:cNvSpPr>
            <a:spLocks noChangeShapeType="1"/>
          </p:cNvSpPr>
          <p:nvPr/>
        </p:nvSpPr>
        <p:spPr bwMode="auto">
          <a:xfrm>
            <a:off x="1044575" y="971550"/>
            <a:ext cx="6300788" cy="1588"/>
          </a:xfrm>
          <a:prstGeom prst="line">
            <a:avLst/>
          </a:prstGeom>
          <a:noFill/>
          <a:ln w="36000">
            <a:solidFill>
              <a:srgbClr val="B3B3B3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Text Box 1">
            <a:extLst>
              <a:ext uri="{FF2B5EF4-FFF2-40B4-BE49-F238E27FC236}">
                <a16:creationId xmlns:a16="http://schemas.microsoft.com/office/drawing/2014/main" id="{DC86FB5E-EC0E-63CF-4498-242B0D2824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6246813"/>
            <a:ext cx="1500188" cy="44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lnSpc>
                <a:spcPct val="81000"/>
              </a:lnSpc>
              <a:buClrTx/>
              <a:buFontTx/>
              <a:buNone/>
            </a:pPr>
            <a:r>
              <a:rPr lang="en-GB" altLang="fr-FR" sz="1400">
                <a:solidFill>
                  <a:srgbClr val="000000"/>
                </a:solidFill>
              </a:rPr>
              <a:t>01/10/09</a:t>
            </a:r>
          </a:p>
        </p:txBody>
      </p:sp>
      <p:sp>
        <p:nvSpPr>
          <p:cNvPr id="5122" name="Text Box 2">
            <a:extLst>
              <a:ext uri="{FF2B5EF4-FFF2-40B4-BE49-F238E27FC236}">
                <a16:creationId xmlns:a16="http://schemas.microsoft.com/office/drawing/2014/main" id="{DFAF8F5D-A3B5-68FF-904E-9D4B615276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79613" y="6246813"/>
            <a:ext cx="5911850" cy="44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>
              <a:lnSpc>
                <a:spcPct val="81000"/>
              </a:lnSpc>
              <a:buClrTx/>
              <a:buFontTx/>
              <a:buNone/>
            </a:pPr>
            <a:r>
              <a:rPr lang="en-GB" altLang="fr-FR" sz="1400">
                <a:solidFill>
                  <a:srgbClr val="000000"/>
                </a:solidFill>
              </a:rPr>
              <a:t>Activité 1 - Module 1 - Séquence 1 - Phase 5</a:t>
            </a:r>
          </a:p>
        </p:txBody>
      </p:sp>
      <p:sp>
        <p:nvSpPr>
          <p:cNvPr id="5123" name="Text Box 3">
            <a:extLst>
              <a:ext uri="{FF2B5EF4-FFF2-40B4-BE49-F238E27FC236}">
                <a16:creationId xmlns:a16="http://schemas.microsoft.com/office/drawing/2014/main" id="{24D00B6E-07FB-0CE4-4E4B-9C836CB4BC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0038" y="6246813"/>
            <a:ext cx="738187" cy="44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r">
              <a:lnSpc>
                <a:spcPct val="81000"/>
              </a:lnSpc>
              <a:buClrTx/>
              <a:buFontTx/>
              <a:buNone/>
            </a:pPr>
            <a:fld id="{D96BD488-39DA-4921-9F91-FC9D5C3E90C8}" type="slidenum">
              <a:rPr lang="en-GB" altLang="fr-FR" sz="1400">
                <a:solidFill>
                  <a:srgbClr val="000000"/>
                </a:solidFill>
              </a:rPr>
              <a:pPr algn="r">
                <a:lnSpc>
                  <a:spcPct val="81000"/>
                </a:lnSpc>
                <a:buClrTx/>
                <a:buFontTx/>
                <a:buNone/>
              </a:pPr>
              <a:t>3</a:t>
            </a:fld>
            <a:endParaRPr lang="en-GB" altLang="fr-FR" sz="1400">
              <a:solidFill>
                <a:srgbClr val="000000"/>
              </a:solidFill>
            </a:endParaRPr>
          </a:p>
        </p:txBody>
      </p:sp>
      <p:sp>
        <p:nvSpPr>
          <p:cNvPr id="5124" name="Text Box 4">
            <a:extLst>
              <a:ext uri="{FF2B5EF4-FFF2-40B4-BE49-F238E27FC236}">
                <a16:creationId xmlns:a16="http://schemas.microsoft.com/office/drawing/2014/main" id="{99DEF21E-687C-C923-AB2A-138A786346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279400"/>
            <a:ext cx="8229600" cy="1238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>
              <a:lnSpc>
                <a:spcPct val="101000"/>
              </a:lnSpc>
              <a:buClrTx/>
              <a:buFontTx/>
              <a:buNone/>
            </a:pPr>
            <a:r>
              <a:rPr lang="en-GB" altLang="fr-FR" sz="3200">
                <a:solidFill>
                  <a:srgbClr val="000000"/>
                </a:solidFill>
                <a:latin typeface="Verdana" panose="020B0604030504040204" pitchFamily="34" charset="0"/>
              </a:rPr>
              <a:t>Représentation des données</a:t>
            </a:r>
            <a:br>
              <a:rPr lang="en-GB" altLang="fr-FR" sz="3200">
                <a:solidFill>
                  <a:srgbClr val="000000"/>
                </a:solidFill>
                <a:latin typeface="Verdana" panose="020B0604030504040204" pitchFamily="34" charset="0"/>
              </a:rPr>
            </a:br>
            <a:r>
              <a:rPr lang="en-GB" altLang="fr-FR" sz="2400" i="1">
                <a:solidFill>
                  <a:srgbClr val="000000"/>
                </a:solidFill>
                <a:latin typeface="Verdana" panose="020B0604030504040204" pitchFamily="34" charset="0"/>
              </a:rPr>
              <a:t>Introduction</a:t>
            </a:r>
          </a:p>
        </p:txBody>
      </p:sp>
      <p:sp>
        <p:nvSpPr>
          <p:cNvPr id="5125" name="Line 5">
            <a:extLst>
              <a:ext uri="{FF2B5EF4-FFF2-40B4-BE49-F238E27FC236}">
                <a16:creationId xmlns:a16="http://schemas.microsoft.com/office/drawing/2014/main" id="{55C0F1EA-3046-D935-9F7E-60030365AFA2}"/>
              </a:ext>
            </a:extLst>
          </p:cNvPr>
          <p:cNvSpPr>
            <a:spLocks noChangeShapeType="1"/>
          </p:cNvSpPr>
          <p:nvPr/>
        </p:nvSpPr>
        <p:spPr bwMode="auto">
          <a:xfrm>
            <a:off x="1044575" y="971550"/>
            <a:ext cx="6300788" cy="1588"/>
          </a:xfrm>
          <a:prstGeom prst="line">
            <a:avLst/>
          </a:prstGeom>
          <a:noFill/>
          <a:ln w="36000">
            <a:solidFill>
              <a:srgbClr val="B3B3B3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5126" name="Text Box 6">
            <a:extLst>
              <a:ext uri="{FF2B5EF4-FFF2-40B4-BE49-F238E27FC236}">
                <a16:creationId xmlns:a16="http://schemas.microsoft.com/office/drawing/2014/main" id="{09DF25B7-0C5D-A39F-BA59-A6D1F54D4C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38" y="1979613"/>
            <a:ext cx="5924550" cy="828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4572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buClrTx/>
              <a:buFontTx/>
              <a:buNone/>
            </a:pPr>
            <a:r>
              <a:rPr lang="fr-FR" altLang="fr-FR">
                <a:solidFill>
                  <a:srgbClr val="000000"/>
                </a:solidFill>
              </a:rPr>
              <a:t>Les informations que doit traiter un ordinateur sont composées :</a:t>
            </a:r>
          </a:p>
          <a:p>
            <a:pPr lvl="1" indent="0">
              <a:buFont typeface="Arial" panose="020B0604020202020204" pitchFamily="34" charset="0"/>
              <a:buChar char="•"/>
            </a:pPr>
            <a:r>
              <a:rPr lang="fr-FR" altLang="fr-FR">
                <a:solidFill>
                  <a:srgbClr val="000000"/>
                </a:solidFill>
              </a:rPr>
              <a:t>nombres</a:t>
            </a:r>
          </a:p>
          <a:p>
            <a:pPr lvl="1" indent="0">
              <a:buFont typeface="Arial" panose="020B0604020202020204" pitchFamily="34" charset="0"/>
              <a:buChar char="•"/>
            </a:pPr>
            <a:r>
              <a:rPr lang="fr-FR" altLang="fr-FR">
                <a:solidFill>
                  <a:srgbClr val="000000"/>
                </a:solidFill>
              </a:rPr>
              <a:t>chiffres</a:t>
            </a:r>
          </a:p>
          <a:p>
            <a:pPr lvl="1" indent="0">
              <a:buFont typeface="Arial" panose="020B0604020202020204" pitchFamily="34" charset="0"/>
              <a:buChar char="•"/>
            </a:pPr>
            <a:r>
              <a:rPr lang="fr-FR" altLang="fr-FR">
                <a:solidFill>
                  <a:srgbClr val="000000"/>
                </a:solidFill>
              </a:rPr>
              <a:t>symboles</a:t>
            </a:r>
          </a:p>
        </p:txBody>
      </p:sp>
      <p:sp>
        <p:nvSpPr>
          <p:cNvPr id="5127" name="Text Box 7">
            <a:extLst>
              <a:ext uri="{FF2B5EF4-FFF2-40B4-BE49-F238E27FC236}">
                <a16:creationId xmlns:a16="http://schemas.microsoft.com/office/drawing/2014/main" id="{5C8EACE7-2019-D106-2411-30AB354CBE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13" y="2952750"/>
            <a:ext cx="8447087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buClrTx/>
              <a:buFontTx/>
              <a:buNone/>
            </a:pPr>
            <a:r>
              <a:rPr lang="fr-FR" altLang="fr-FR">
                <a:solidFill>
                  <a:srgbClr val="000000"/>
                </a:solidFill>
              </a:rPr>
              <a:t>Or comme nous l'avons vu, les systèmes informatiques ne reconnaissent que les deux états</a:t>
            </a:r>
          </a:p>
          <a:p>
            <a:pPr>
              <a:buClrTx/>
              <a:buFontTx/>
              <a:buNone/>
            </a:pPr>
            <a:r>
              <a:rPr lang="fr-FR" altLang="fr-FR">
                <a:solidFill>
                  <a:srgbClr val="000000"/>
                </a:solidFill>
              </a:rPr>
              <a:t>binaires 0 et 1.</a:t>
            </a:r>
          </a:p>
        </p:txBody>
      </p:sp>
      <p:sp>
        <p:nvSpPr>
          <p:cNvPr id="5128" name="Text Box 8">
            <a:extLst>
              <a:ext uri="{FF2B5EF4-FFF2-40B4-BE49-F238E27FC236}">
                <a16:creationId xmlns:a16="http://schemas.microsoft.com/office/drawing/2014/main" id="{8A450BA4-7BD6-2475-BA5F-1513A7D999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13" y="3600450"/>
            <a:ext cx="8856662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buClrTx/>
              <a:buFontTx/>
              <a:buNone/>
            </a:pPr>
            <a:r>
              <a:rPr lang="fr-FR" altLang="fr-FR">
                <a:solidFill>
                  <a:srgbClr val="000000"/>
                </a:solidFill>
              </a:rPr>
              <a:t>On doit alors présenter l'information à traiter, quelle quel soit, de manière à ce qu'elle puisse être</a:t>
            </a:r>
          </a:p>
          <a:p>
            <a:pPr>
              <a:buClrTx/>
              <a:buFontTx/>
              <a:buNone/>
            </a:pPr>
            <a:r>
              <a:rPr lang="fr-FR" altLang="fr-FR">
                <a:solidFill>
                  <a:srgbClr val="000000"/>
                </a:solidFill>
              </a:rPr>
              <a:t>utilisable par la machine .</a:t>
            </a:r>
          </a:p>
        </p:txBody>
      </p:sp>
      <p:sp>
        <p:nvSpPr>
          <p:cNvPr id="5129" name="Text Box 9">
            <a:extLst>
              <a:ext uri="{FF2B5EF4-FFF2-40B4-BE49-F238E27FC236}">
                <a16:creationId xmlns:a16="http://schemas.microsoft.com/office/drawing/2014/main" id="{A879BDBF-0E6F-751E-44A8-826008A8F3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38" y="4211638"/>
            <a:ext cx="8929687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buClrTx/>
              <a:buFontTx/>
              <a:buNone/>
            </a:pPr>
            <a:r>
              <a:rPr lang="fr-FR" altLang="fr-FR">
                <a:solidFill>
                  <a:srgbClr val="000000"/>
                </a:solidFill>
              </a:rPr>
              <a:t>Pour, cela on doit coder ces informations afin qu'assimilables par l'homme elles le deviennent par</a:t>
            </a:r>
          </a:p>
          <a:p>
            <a:pPr>
              <a:buClrTx/>
              <a:buFontTx/>
              <a:buNone/>
            </a:pPr>
            <a:r>
              <a:rPr lang="fr-FR" altLang="fr-FR">
                <a:solidFill>
                  <a:srgbClr val="000000"/>
                </a:solidFill>
              </a:rPr>
              <a:t>la machine.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ext Box 1">
            <a:extLst>
              <a:ext uri="{FF2B5EF4-FFF2-40B4-BE49-F238E27FC236}">
                <a16:creationId xmlns:a16="http://schemas.microsoft.com/office/drawing/2014/main" id="{E18C0C83-386B-9B0B-ACF2-11E286BCB5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6246813"/>
            <a:ext cx="1500188" cy="44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lnSpc>
                <a:spcPct val="81000"/>
              </a:lnSpc>
              <a:buClrTx/>
              <a:buFontTx/>
              <a:buNone/>
            </a:pPr>
            <a:r>
              <a:rPr lang="en-GB" altLang="fr-FR" sz="1400">
                <a:solidFill>
                  <a:srgbClr val="000000"/>
                </a:solidFill>
              </a:rPr>
              <a:t>01/10/09</a:t>
            </a:r>
          </a:p>
        </p:txBody>
      </p:sp>
      <p:sp>
        <p:nvSpPr>
          <p:cNvPr id="6146" name="Text Box 2">
            <a:extLst>
              <a:ext uri="{FF2B5EF4-FFF2-40B4-BE49-F238E27FC236}">
                <a16:creationId xmlns:a16="http://schemas.microsoft.com/office/drawing/2014/main" id="{DA9AC6A5-0D14-1F7C-AD96-B28F85AC4D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79613" y="6246813"/>
            <a:ext cx="5911850" cy="44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>
              <a:lnSpc>
                <a:spcPct val="81000"/>
              </a:lnSpc>
              <a:buClrTx/>
              <a:buFontTx/>
              <a:buNone/>
            </a:pPr>
            <a:r>
              <a:rPr lang="en-GB" altLang="fr-FR" sz="1400">
                <a:solidFill>
                  <a:srgbClr val="000000"/>
                </a:solidFill>
              </a:rPr>
              <a:t>Activité 1 - Module 1 - Séquence 1 - Phase 5</a:t>
            </a:r>
          </a:p>
        </p:txBody>
      </p:sp>
      <p:sp>
        <p:nvSpPr>
          <p:cNvPr id="6147" name="Text Box 3">
            <a:extLst>
              <a:ext uri="{FF2B5EF4-FFF2-40B4-BE49-F238E27FC236}">
                <a16:creationId xmlns:a16="http://schemas.microsoft.com/office/drawing/2014/main" id="{4817D3C7-BC15-9125-48D2-B327C86709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0038" y="6246813"/>
            <a:ext cx="738187" cy="44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r">
              <a:lnSpc>
                <a:spcPct val="81000"/>
              </a:lnSpc>
              <a:buClrTx/>
              <a:buFontTx/>
              <a:buNone/>
            </a:pPr>
            <a:fld id="{CD228C8D-EC77-46BE-ADF5-912474F8C19A}" type="slidenum">
              <a:rPr lang="en-GB" altLang="fr-FR" sz="1400">
                <a:solidFill>
                  <a:srgbClr val="000000"/>
                </a:solidFill>
              </a:rPr>
              <a:pPr algn="r">
                <a:lnSpc>
                  <a:spcPct val="81000"/>
                </a:lnSpc>
                <a:buClrTx/>
                <a:buFontTx/>
                <a:buNone/>
              </a:pPr>
              <a:t>4</a:t>
            </a:fld>
            <a:endParaRPr lang="en-GB" altLang="fr-FR" sz="1400">
              <a:solidFill>
                <a:srgbClr val="000000"/>
              </a:solidFill>
            </a:endParaRPr>
          </a:p>
        </p:txBody>
      </p:sp>
      <p:sp>
        <p:nvSpPr>
          <p:cNvPr id="6148" name="Text Box 4">
            <a:extLst>
              <a:ext uri="{FF2B5EF4-FFF2-40B4-BE49-F238E27FC236}">
                <a16:creationId xmlns:a16="http://schemas.microsoft.com/office/drawing/2014/main" id="{0F50A275-C891-D794-FB07-57428D0243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214313"/>
            <a:ext cx="8224838" cy="1260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>
              <a:lnSpc>
                <a:spcPct val="101000"/>
              </a:lnSpc>
              <a:buClrTx/>
              <a:buFontTx/>
              <a:buNone/>
            </a:pPr>
            <a:r>
              <a:rPr lang="en-GB" altLang="fr-FR" sz="3200">
                <a:solidFill>
                  <a:srgbClr val="000000"/>
                </a:solidFill>
                <a:latin typeface="Verdana" panose="020B0604030504040204" pitchFamily="34" charset="0"/>
              </a:rPr>
              <a:t>Représentation des données</a:t>
            </a:r>
            <a:br>
              <a:rPr lang="en-GB" altLang="fr-FR" sz="3200">
                <a:solidFill>
                  <a:srgbClr val="000000"/>
                </a:solidFill>
                <a:latin typeface="Verdana" panose="020B0604030504040204" pitchFamily="34" charset="0"/>
              </a:rPr>
            </a:br>
            <a:endParaRPr lang="en-GB" altLang="fr-FR" sz="3200">
              <a:solidFill>
                <a:srgbClr val="000000"/>
              </a:solidFill>
              <a:latin typeface="Verdana" panose="020B0604030504040204" pitchFamily="34" charset="0"/>
            </a:endParaRPr>
          </a:p>
        </p:txBody>
      </p:sp>
      <p:sp>
        <p:nvSpPr>
          <p:cNvPr id="6149" name="Line 5">
            <a:extLst>
              <a:ext uri="{FF2B5EF4-FFF2-40B4-BE49-F238E27FC236}">
                <a16:creationId xmlns:a16="http://schemas.microsoft.com/office/drawing/2014/main" id="{0B348B54-DC02-7416-7A61-2B22118CB974}"/>
              </a:ext>
            </a:extLst>
          </p:cNvPr>
          <p:cNvSpPr>
            <a:spLocks noChangeShapeType="1"/>
          </p:cNvSpPr>
          <p:nvPr/>
        </p:nvSpPr>
        <p:spPr bwMode="auto">
          <a:xfrm>
            <a:off x="1044575" y="971550"/>
            <a:ext cx="6300788" cy="1588"/>
          </a:xfrm>
          <a:prstGeom prst="line">
            <a:avLst/>
          </a:prstGeom>
          <a:noFill/>
          <a:ln w="36000">
            <a:solidFill>
              <a:srgbClr val="B3B3B3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6150" name="Text Box 6">
            <a:extLst>
              <a:ext uri="{FF2B5EF4-FFF2-40B4-BE49-F238E27FC236}">
                <a16:creationId xmlns:a16="http://schemas.microsoft.com/office/drawing/2014/main" id="{48CC71ED-C9CE-E3C6-8C01-7669898569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238" y="982663"/>
            <a:ext cx="8047037" cy="398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>
              <a:lnSpc>
                <a:spcPct val="101000"/>
              </a:lnSpc>
              <a:buClrTx/>
              <a:buFontTx/>
              <a:buNone/>
            </a:pPr>
            <a:r>
              <a:rPr lang="en-GB" altLang="fr-FR" sz="2000" b="1" i="1">
                <a:solidFill>
                  <a:srgbClr val="000000"/>
                </a:solidFill>
                <a:latin typeface="Verdana" panose="020B0604030504040204" pitchFamily="34" charset="0"/>
              </a:rPr>
              <a:t>Code ASCII</a:t>
            </a:r>
          </a:p>
        </p:txBody>
      </p:sp>
      <p:sp>
        <p:nvSpPr>
          <p:cNvPr id="6151" name="Text Box 7">
            <a:extLst>
              <a:ext uri="{FF2B5EF4-FFF2-40B4-BE49-F238E27FC236}">
                <a16:creationId xmlns:a16="http://schemas.microsoft.com/office/drawing/2014/main" id="{C94AE092-D43E-A4CA-3DDC-0284D3A536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619250"/>
            <a:ext cx="7581900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fr-FR" altLang="fr-FR">
                <a:solidFill>
                  <a:srgbClr val="000000"/>
                </a:solidFill>
              </a:rPr>
              <a:t>Le code </a:t>
            </a:r>
            <a:r>
              <a:rPr lang="fr-FR" altLang="fr-FR" b="1">
                <a:solidFill>
                  <a:srgbClr val="000000"/>
                </a:solidFill>
              </a:rPr>
              <a:t>ASCII</a:t>
            </a:r>
            <a:r>
              <a:rPr lang="fr-FR" altLang="fr-FR">
                <a:solidFill>
                  <a:srgbClr val="000000"/>
                </a:solidFill>
              </a:rPr>
              <a:t> (</a:t>
            </a:r>
            <a:r>
              <a:rPr lang="fr-FR" altLang="fr-FR" b="1">
                <a:solidFill>
                  <a:srgbClr val="000000"/>
                </a:solidFill>
              </a:rPr>
              <a:t>American Standard Code Information Interchange</a:t>
            </a:r>
            <a:r>
              <a:rPr lang="fr-FR" altLang="fr-FR">
                <a:solidFill>
                  <a:srgbClr val="000000"/>
                </a:solidFill>
              </a:rPr>
              <a:t>) est le code</a:t>
            </a:r>
          </a:p>
          <a:p>
            <a:pPr>
              <a:buClrTx/>
              <a:buFontTx/>
              <a:buNone/>
            </a:pPr>
            <a:r>
              <a:rPr lang="fr-FR" altLang="fr-FR">
                <a:solidFill>
                  <a:srgbClr val="000000"/>
                </a:solidFill>
              </a:rPr>
              <a:t>le plus </a:t>
            </a:r>
            <a:r>
              <a:rPr lang="fr-FR" altLang="fr-FR" b="1">
                <a:solidFill>
                  <a:srgbClr val="000000"/>
                </a:solidFill>
              </a:rPr>
              <a:t>ancien</a:t>
            </a:r>
            <a:r>
              <a:rPr lang="fr-FR" altLang="fr-FR">
                <a:solidFill>
                  <a:srgbClr val="000000"/>
                </a:solidFill>
              </a:rPr>
              <a:t> (1963) des codes informatique.</a:t>
            </a:r>
          </a:p>
        </p:txBody>
      </p:sp>
      <p:sp>
        <p:nvSpPr>
          <p:cNvPr id="6152" name="Text Box 8">
            <a:extLst>
              <a:ext uri="{FF2B5EF4-FFF2-40B4-BE49-F238E27FC236}">
                <a16:creationId xmlns:a16="http://schemas.microsoft.com/office/drawing/2014/main" id="{4C2AE235-3664-294D-CE13-EBC0EF8278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124075"/>
            <a:ext cx="8551863" cy="644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fr-FR" altLang="fr-FR">
                <a:solidFill>
                  <a:srgbClr val="FF0000"/>
                </a:solidFill>
              </a:rPr>
              <a:t>Normaliser</a:t>
            </a:r>
            <a:r>
              <a:rPr lang="fr-FR" altLang="fr-FR">
                <a:solidFill>
                  <a:srgbClr val="000000"/>
                </a:solidFill>
              </a:rPr>
              <a:t> (1968) ISO 7 bits, nommé aussi US-ASCII ou ASCII Standard.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altLang="fr-FR">
                <a:solidFill>
                  <a:srgbClr val="000000"/>
                </a:solidFill>
              </a:rPr>
              <a:t>Code sur </a:t>
            </a:r>
            <a:r>
              <a:rPr lang="fr-FR" altLang="fr-FR" b="1">
                <a:solidFill>
                  <a:srgbClr val="000000"/>
                </a:solidFill>
              </a:rPr>
              <a:t>7 bits</a:t>
            </a:r>
            <a:r>
              <a:rPr lang="fr-FR" altLang="fr-FR">
                <a:solidFill>
                  <a:srgbClr val="000000"/>
                </a:solidFill>
              </a:rPr>
              <a:t> (</a:t>
            </a:r>
            <a:r>
              <a:rPr lang="fr-FR" altLang="fr-FR" b="1">
                <a:solidFill>
                  <a:srgbClr val="000000"/>
                </a:solidFill>
              </a:rPr>
              <a:t>128 symboles</a:t>
            </a:r>
            <a:r>
              <a:rPr lang="fr-FR" altLang="fr-FR">
                <a:solidFill>
                  <a:srgbClr val="000000"/>
                </a:solidFill>
              </a:rPr>
              <a:t>, c'est le charset), </a:t>
            </a:r>
            <a:br>
              <a:rPr lang="fr-FR" altLang="fr-FR">
                <a:solidFill>
                  <a:srgbClr val="000000"/>
                </a:solidFill>
              </a:rPr>
            </a:br>
            <a:r>
              <a:rPr lang="fr-FR" altLang="fr-FR">
                <a:solidFill>
                  <a:srgbClr val="000000"/>
                </a:solidFill>
              </a:rPr>
              <a:t>définit au départ pour coder les caractères</a:t>
            </a:r>
            <a:br>
              <a:rPr lang="fr-FR" altLang="fr-FR">
                <a:solidFill>
                  <a:srgbClr val="000000"/>
                </a:solidFill>
              </a:rPr>
            </a:br>
            <a:r>
              <a:rPr lang="fr-FR" altLang="fr-FR">
                <a:solidFill>
                  <a:srgbClr val="000000"/>
                </a:solidFill>
              </a:rPr>
              <a:t> anglo-saxon.</a:t>
            </a:r>
          </a:p>
        </p:txBody>
      </p:sp>
      <p:pic>
        <p:nvPicPr>
          <p:cNvPr id="6153" name="Picture 9">
            <a:extLst>
              <a:ext uri="{FF2B5EF4-FFF2-40B4-BE49-F238E27FC236}">
                <a16:creationId xmlns:a16="http://schemas.microsoft.com/office/drawing/2014/main" id="{4803A3B2-EE24-D716-3430-3E8E42670D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9700" y="2411413"/>
            <a:ext cx="3616325" cy="3314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6154" name="Text Box 10">
            <a:extLst>
              <a:ext uri="{FF2B5EF4-FFF2-40B4-BE49-F238E27FC236}">
                <a16:creationId xmlns:a16="http://schemas.microsoft.com/office/drawing/2014/main" id="{C6B4396F-54F5-64DA-A19C-0FA239346C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325813"/>
            <a:ext cx="4332288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buClrTx/>
              <a:buFontTx/>
              <a:buNone/>
            </a:pPr>
            <a:r>
              <a:rPr lang="fr-FR" altLang="fr-FR">
                <a:solidFill>
                  <a:srgbClr val="000000"/>
                </a:solidFill>
              </a:rPr>
              <a:t>Quel est le caractère codé par </a:t>
            </a:r>
            <a:r>
              <a:rPr lang="fr-FR" altLang="fr-FR" i="1">
                <a:solidFill>
                  <a:srgbClr val="000000"/>
                </a:solidFill>
              </a:rPr>
              <a:t>0x2A ?</a:t>
            </a:r>
          </a:p>
        </p:txBody>
      </p:sp>
      <p:sp>
        <p:nvSpPr>
          <p:cNvPr id="6155" name="AutoShape 11">
            <a:extLst>
              <a:ext uri="{FF2B5EF4-FFF2-40B4-BE49-F238E27FC236}">
                <a16:creationId xmlns:a16="http://schemas.microsoft.com/office/drawing/2014/main" id="{ADFC583B-7384-E9F0-4708-F71ADED5F3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13" y="3240088"/>
            <a:ext cx="3563937" cy="360362"/>
          </a:xfrm>
          <a:prstGeom prst="roundRect">
            <a:avLst>
              <a:gd name="adj" fmla="val 440"/>
            </a:avLst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6156" name="Text Box 12">
            <a:extLst>
              <a:ext uri="{FF2B5EF4-FFF2-40B4-BE49-F238E27FC236}">
                <a16:creationId xmlns:a16="http://schemas.microsoft.com/office/drawing/2014/main" id="{70DBA781-FE7B-A29F-C188-B57B2E8A29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5832475"/>
            <a:ext cx="8389938" cy="360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buClrTx/>
              <a:buFontTx/>
              <a:buNone/>
            </a:pPr>
            <a:r>
              <a:rPr lang="fr-FR" altLang="fr-FR">
                <a:solidFill>
                  <a:srgbClr val="000000"/>
                </a:solidFill>
              </a:rPr>
              <a:t>Certains </a:t>
            </a:r>
            <a:r>
              <a:rPr lang="fr-FR" altLang="fr-FR" b="1">
                <a:solidFill>
                  <a:srgbClr val="000000"/>
                </a:solidFill>
              </a:rPr>
              <a:t>caractères</a:t>
            </a:r>
            <a:r>
              <a:rPr lang="fr-FR" altLang="fr-FR">
                <a:solidFill>
                  <a:srgbClr val="000000"/>
                </a:solidFill>
              </a:rPr>
              <a:t> sont </a:t>
            </a:r>
            <a:r>
              <a:rPr lang="fr-FR" altLang="fr-FR" b="1">
                <a:solidFill>
                  <a:srgbClr val="000000"/>
                </a:solidFill>
              </a:rPr>
              <a:t>non imprimables</a:t>
            </a:r>
            <a:r>
              <a:rPr lang="fr-FR" altLang="fr-FR">
                <a:solidFill>
                  <a:srgbClr val="000000"/>
                </a:solidFill>
              </a:rPr>
              <a:t> mais utilisés lors de </a:t>
            </a:r>
            <a:r>
              <a:rPr lang="fr-FR" altLang="fr-FR" b="1">
                <a:solidFill>
                  <a:srgbClr val="000000"/>
                </a:solidFill>
              </a:rPr>
              <a:t>transmission</a:t>
            </a:r>
            <a:r>
              <a:rPr lang="fr-FR" altLang="fr-FR">
                <a:solidFill>
                  <a:srgbClr val="000000"/>
                </a:solidFill>
              </a:rPr>
              <a:t> de données</a:t>
            </a:r>
          </a:p>
          <a:p>
            <a:pPr>
              <a:buClrTx/>
              <a:buFontTx/>
              <a:buNone/>
            </a:pPr>
            <a:r>
              <a:rPr lang="fr-FR" altLang="fr-FR">
                <a:solidFill>
                  <a:srgbClr val="000000"/>
                </a:solidFill>
              </a:rPr>
              <a:t>entre ordinateur – ordinateur ou ordinateur  - imprimante.(</a:t>
            </a:r>
            <a:r>
              <a:rPr lang="fr-FR" altLang="fr-FR" b="1" i="1">
                <a:solidFill>
                  <a:srgbClr val="000000"/>
                </a:solidFill>
              </a:rPr>
              <a:t>EOT</a:t>
            </a:r>
            <a:r>
              <a:rPr lang="fr-FR" altLang="fr-FR">
                <a:solidFill>
                  <a:srgbClr val="000000"/>
                </a:solidFill>
              </a:rPr>
              <a:t>, </a:t>
            </a:r>
            <a:r>
              <a:rPr lang="fr-FR" altLang="fr-FR" b="1" i="1">
                <a:solidFill>
                  <a:srgbClr val="000000"/>
                </a:solidFill>
              </a:rPr>
              <a:t>ENQ</a:t>
            </a:r>
            <a:r>
              <a:rPr lang="fr-FR" altLang="fr-FR">
                <a:solidFill>
                  <a:srgbClr val="000000"/>
                </a:solidFill>
              </a:rPr>
              <a:t>, </a:t>
            </a:r>
            <a:r>
              <a:rPr lang="fr-FR" altLang="fr-FR" b="1" i="1">
                <a:solidFill>
                  <a:srgbClr val="000000"/>
                </a:solidFill>
              </a:rPr>
              <a:t>ACK</a:t>
            </a:r>
            <a:r>
              <a:rPr lang="fr-FR" altLang="fr-FR">
                <a:solidFill>
                  <a:srgbClr val="000000"/>
                </a:solidFill>
              </a:rPr>
              <a:t>)</a:t>
            </a:r>
            <a:r>
              <a:rPr lang="ar-SA" altLang="fr-FR">
                <a:solidFill>
                  <a:srgbClr val="000000"/>
                </a:solidFill>
              </a:rPr>
              <a:t>‏</a:t>
            </a:r>
            <a:endParaRPr lang="fr-FR" altLang="fr-FR">
              <a:solidFill>
                <a:srgbClr val="000000"/>
              </a:solidFill>
            </a:endParaRPr>
          </a:p>
        </p:txBody>
      </p:sp>
      <p:sp>
        <p:nvSpPr>
          <p:cNvPr id="6157" name="Text Box 13">
            <a:extLst>
              <a:ext uri="{FF2B5EF4-FFF2-40B4-BE49-F238E27FC236}">
                <a16:creationId xmlns:a16="http://schemas.microsoft.com/office/drawing/2014/main" id="{7BE8E1FD-E13A-05F0-89B9-60C9C379D8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363" y="4140200"/>
            <a:ext cx="2160587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buClrTx/>
              <a:buFontTx/>
              <a:buNone/>
            </a:pPr>
            <a:r>
              <a:rPr lang="fr-FR" altLang="fr-FR"/>
              <a:t> </a:t>
            </a:r>
          </a:p>
        </p:txBody>
      </p:sp>
      <p:sp>
        <p:nvSpPr>
          <p:cNvPr id="6158" name="Text Box 14">
            <a:extLst>
              <a:ext uri="{FF2B5EF4-FFF2-40B4-BE49-F238E27FC236}">
                <a16:creationId xmlns:a16="http://schemas.microsoft.com/office/drawing/2014/main" id="{C2093513-562B-E57F-E922-789602EBCB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140200"/>
            <a:ext cx="3419475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buClrTx/>
              <a:buFontTx/>
              <a:buNone/>
            </a:pPr>
            <a:r>
              <a:rPr lang="fr-FR" altLang="fr-FR">
                <a:solidFill>
                  <a:srgbClr val="000000"/>
                </a:solidFill>
                <a:latin typeface="Courier New" panose="02070309020205020404" pitchFamily="49" charset="0"/>
              </a:rPr>
              <a:t>$ man ascii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Text Box 1">
            <a:extLst>
              <a:ext uri="{FF2B5EF4-FFF2-40B4-BE49-F238E27FC236}">
                <a16:creationId xmlns:a16="http://schemas.microsoft.com/office/drawing/2014/main" id="{8D9480D0-D9BB-D715-4762-E7E89C277B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6246813"/>
            <a:ext cx="1500188" cy="44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lnSpc>
                <a:spcPct val="81000"/>
              </a:lnSpc>
              <a:buClrTx/>
              <a:buFontTx/>
              <a:buNone/>
            </a:pPr>
            <a:r>
              <a:rPr lang="en-GB" altLang="fr-FR" sz="1400">
                <a:solidFill>
                  <a:srgbClr val="000000"/>
                </a:solidFill>
              </a:rPr>
              <a:t>01/10/09</a:t>
            </a:r>
          </a:p>
        </p:txBody>
      </p:sp>
      <p:sp>
        <p:nvSpPr>
          <p:cNvPr id="7170" name="Text Box 2">
            <a:extLst>
              <a:ext uri="{FF2B5EF4-FFF2-40B4-BE49-F238E27FC236}">
                <a16:creationId xmlns:a16="http://schemas.microsoft.com/office/drawing/2014/main" id="{05DF3143-DE79-DEAB-96BC-13608FB7EA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79613" y="6246813"/>
            <a:ext cx="5911850" cy="44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>
              <a:lnSpc>
                <a:spcPct val="81000"/>
              </a:lnSpc>
              <a:buClrTx/>
              <a:buFontTx/>
              <a:buNone/>
            </a:pPr>
            <a:r>
              <a:rPr lang="en-GB" altLang="fr-FR" sz="1400">
                <a:solidFill>
                  <a:srgbClr val="000000"/>
                </a:solidFill>
              </a:rPr>
              <a:t>Activité 1 - Module 1 - Séquence 1 - Phase 5</a:t>
            </a:r>
          </a:p>
        </p:txBody>
      </p:sp>
      <p:sp>
        <p:nvSpPr>
          <p:cNvPr id="7171" name="Text Box 3">
            <a:extLst>
              <a:ext uri="{FF2B5EF4-FFF2-40B4-BE49-F238E27FC236}">
                <a16:creationId xmlns:a16="http://schemas.microsoft.com/office/drawing/2014/main" id="{616DECDA-FAC8-65E5-A82E-5E902B0AAA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0038" y="6246813"/>
            <a:ext cx="738187" cy="44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r">
              <a:lnSpc>
                <a:spcPct val="81000"/>
              </a:lnSpc>
              <a:buClrTx/>
              <a:buFontTx/>
              <a:buNone/>
            </a:pPr>
            <a:fld id="{22EA5078-E529-4EC9-AF35-7E28CBE935AA}" type="slidenum">
              <a:rPr lang="en-GB" altLang="fr-FR" sz="1400">
                <a:solidFill>
                  <a:srgbClr val="000000"/>
                </a:solidFill>
              </a:rPr>
              <a:pPr algn="r">
                <a:lnSpc>
                  <a:spcPct val="81000"/>
                </a:lnSpc>
                <a:buClrTx/>
                <a:buFontTx/>
                <a:buNone/>
              </a:pPr>
              <a:t>5</a:t>
            </a:fld>
            <a:endParaRPr lang="en-GB" altLang="fr-FR" sz="1400">
              <a:solidFill>
                <a:srgbClr val="000000"/>
              </a:solidFill>
            </a:endParaRPr>
          </a:p>
        </p:txBody>
      </p:sp>
      <p:sp>
        <p:nvSpPr>
          <p:cNvPr id="7172" name="Text Box 4">
            <a:extLst>
              <a:ext uri="{FF2B5EF4-FFF2-40B4-BE49-F238E27FC236}">
                <a16:creationId xmlns:a16="http://schemas.microsoft.com/office/drawing/2014/main" id="{3985E8DD-769D-7A05-AAFB-BE7BEA5690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214313"/>
            <a:ext cx="8224838" cy="1260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>
              <a:lnSpc>
                <a:spcPct val="101000"/>
              </a:lnSpc>
              <a:buClrTx/>
              <a:buFontTx/>
              <a:buNone/>
            </a:pPr>
            <a:r>
              <a:rPr lang="en-GB" altLang="fr-FR" sz="3200">
                <a:solidFill>
                  <a:srgbClr val="000000"/>
                </a:solidFill>
                <a:latin typeface="Verdana" panose="020B0604030504040204" pitchFamily="34" charset="0"/>
              </a:rPr>
              <a:t>Représentation des données</a:t>
            </a:r>
            <a:br>
              <a:rPr lang="en-GB" altLang="fr-FR" sz="3200">
                <a:solidFill>
                  <a:srgbClr val="000000"/>
                </a:solidFill>
                <a:latin typeface="Verdana" panose="020B0604030504040204" pitchFamily="34" charset="0"/>
              </a:rPr>
            </a:br>
            <a:endParaRPr lang="en-GB" altLang="fr-FR" sz="3200">
              <a:solidFill>
                <a:srgbClr val="000000"/>
              </a:solidFill>
              <a:latin typeface="Verdana" panose="020B0604030504040204" pitchFamily="34" charset="0"/>
            </a:endParaRPr>
          </a:p>
        </p:txBody>
      </p:sp>
      <p:sp>
        <p:nvSpPr>
          <p:cNvPr id="7173" name="Line 5">
            <a:extLst>
              <a:ext uri="{FF2B5EF4-FFF2-40B4-BE49-F238E27FC236}">
                <a16:creationId xmlns:a16="http://schemas.microsoft.com/office/drawing/2014/main" id="{2FC2D712-BC24-405F-EDE3-CED7E4211652}"/>
              </a:ext>
            </a:extLst>
          </p:cNvPr>
          <p:cNvSpPr>
            <a:spLocks noChangeShapeType="1"/>
          </p:cNvSpPr>
          <p:nvPr/>
        </p:nvSpPr>
        <p:spPr bwMode="auto">
          <a:xfrm>
            <a:off x="1044575" y="971550"/>
            <a:ext cx="6300788" cy="1588"/>
          </a:xfrm>
          <a:prstGeom prst="line">
            <a:avLst/>
          </a:prstGeom>
          <a:noFill/>
          <a:ln w="36000">
            <a:solidFill>
              <a:srgbClr val="B3B3B3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7174" name="Text Box 6">
            <a:extLst>
              <a:ext uri="{FF2B5EF4-FFF2-40B4-BE49-F238E27FC236}">
                <a16:creationId xmlns:a16="http://schemas.microsoft.com/office/drawing/2014/main" id="{AB91B1EA-6F11-F143-5463-2B690E76FD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" y="982663"/>
            <a:ext cx="8047038" cy="398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>
              <a:lnSpc>
                <a:spcPct val="101000"/>
              </a:lnSpc>
              <a:buClrTx/>
              <a:buFontTx/>
              <a:buNone/>
            </a:pPr>
            <a:r>
              <a:rPr lang="en-GB" altLang="fr-FR" sz="2400" i="1">
                <a:solidFill>
                  <a:srgbClr val="000000"/>
                </a:solidFill>
                <a:latin typeface="Verdana" panose="020B0604030504040204" pitchFamily="34" charset="0"/>
              </a:rPr>
              <a:t>Code ASCII - étendu</a:t>
            </a:r>
          </a:p>
        </p:txBody>
      </p:sp>
      <p:pic>
        <p:nvPicPr>
          <p:cNvPr id="7175" name="Picture 7">
            <a:extLst>
              <a:ext uri="{FF2B5EF4-FFF2-40B4-BE49-F238E27FC236}">
                <a16:creationId xmlns:a16="http://schemas.microsoft.com/office/drawing/2014/main" id="{CC168C65-6ADB-8DCD-7E2E-98524A9497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9288" y="2590800"/>
            <a:ext cx="5353050" cy="3057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7176" name="Text Box 8">
            <a:extLst>
              <a:ext uri="{FF2B5EF4-FFF2-40B4-BE49-F238E27FC236}">
                <a16:creationId xmlns:a16="http://schemas.microsoft.com/office/drawing/2014/main" id="{5E188BE4-E739-97D1-4390-04BBD91FA7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1619250"/>
            <a:ext cx="3959225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buClrTx/>
              <a:buFontTx/>
              <a:buNone/>
            </a:pPr>
            <a:r>
              <a:rPr lang="fr-FR" altLang="fr-FR"/>
              <a:t>Étendu à 8 bits</a:t>
            </a:r>
          </a:p>
        </p:txBody>
      </p:sp>
      <p:sp>
        <p:nvSpPr>
          <p:cNvPr id="7177" name="Text Box 9">
            <a:extLst>
              <a:ext uri="{FF2B5EF4-FFF2-40B4-BE49-F238E27FC236}">
                <a16:creationId xmlns:a16="http://schemas.microsoft.com/office/drawing/2014/main" id="{EF7135B9-2DF2-B49F-C8D3-4D03E3013E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13" y="1619250"/>
            <a:ext cx="4140200" cy="828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buSzPct val="45000"/>
              <a:buFont typeface="Wingdings" panose="05000000000000000000" pitchFamily="2" charset="2"/>
              <a:buChar char=""/>
            </a:pPr>
            <a:r>
              <a:rPr lang="fr-FR" altLang="fr-FR">
                <a:solidFill>
                  <a:srgbClr val="000000"/>
                </a:solidFill>
              </a:rPr>
              <a:t> Étendu à 8 bits (1970).</a:t>
            </a:r>
          </a:p>
          <a:p>
            <a:pPr>
              <a:buSzPct val="45000"/>
              <a:buFont typeface="Wingdings" panose="05000000000000000000" pitchFamily="2" charset="2"/>
              <a:buChar char=""/>
            </a:pPr>
            <a:r>
              <a:rPr lang="fr-FR" altLang="fr-FR">
                <a:solidFill>
                  <a:srgbClr val="000000"/>
                </a:solidFill>
              </a:rPr>
              <a:t> Permet de coder 256 caractères.</a:t>
            </a:r>
          </a:p>
          <a:p>
            <a:pPr>
              <a:buSzPct val="45000"/>
              <a:buFont typeface="Wingdings" panose="05000000000000000000" pitchFamily="2" charset="2"/>
              <a:buChar char=""/>
            </a:pPr>
            <a:r>
              <a:rPr lang="fr-FR" altLang="fr-FR">
                <a:solidFill>
                  <a:srgbClr val="000000"/>
                </a:solidFill>
              </a:rPr>
              <a:t> Base de tous les codes modernes.</a:t>
            </a:r>
          </a:p>
          <a:p>
            <a:pPr>
              <a:buSzPct val="45000"/>
              <a:buFont typeface="Wingdings" panose="05000000000000000000" pitchFamily="2" charset="2"/>
              <a:buChar char=""/>
            </a:pPr>
            <a:r>
              <a:rPr lang="fr-FR" altLang="fr-FR">
                <a:solidFill>
                  <a:srgbClr val="000000"/>
                </a:solidFill>
              </a:rPr>
              <a:t> Variantes régionales.</a:t>
            </a:r>
          </a:p>
        </p:txBody>
      </p:sp>
      <p:sp>
        <p:nvSpPr>
          <p:cNvPr id="7178" name="Text Box 10">
            <a:extLst>
              <a:ext uri="{FF2B5EF4-FFF2-40B4-BE49-F238E27FC236}">
                <a16:creationId xmlns:a16="http://schemas.microsoft.com/office/drawing/2014/main" id="{5411E841-6DB2-AE6E-BDAE-E87B09787C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2250" y="5746750"/>
            <a:ext cx="11303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r>
              <a:rPr lang="fr-FR" altLang="fr-FR" sz="1200" b="1">
                <a:solidFill>
                  <a:srgbClr val="000000"/>
                </a:solidFill>
              </a:rPr>
              <a:t>ASCII étendu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Text Box 1">
            <a:extLst>
              <a:ext uri="{FF2B5EF4-FFF2-40B4-BE49-F238E27FC236}">
                <a16:creationId xmlns:a16="http://schemas.microsoft.com/office/drawing/2014/main" id="{0F9BE6A8-627D-6799-24B5-B7F04521D3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6246813"/>
            <a:ext cx="1500188" cy="44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lnSpc>
                <a:spcPct val="81000"/>
              </a:lnSpc>
              <a:buClrTx/>
              <a:buFontTx/>
              <a:buNone/>
            </a:pPr>
            <a:r>
              <a:rPr lang="en-GB" altLang="fr-FR" sz="1400">
                <a:solidFill>
                  <a:srgbClr val="000000"/>
                </a:solidFill>
              </a:rPr>
              <a:t>01/10/09</a:t>
            </a:r>
          </a:p>
        </p:txBody>
      </p:sp>
      <p:sp>
        <p:nvSpPr>
          <p:cNvPr id="8194" name="Text Box 2">
            <a:extLst>
              <a:ext uri="{FF2B5EF4-FFF2-40B4-BE49-F238E27FC236}">
                <a16:creationId xmlns:a16="http://schemas.microsoft.com/office/drawing/2014/main" id="{6E71B820-0A16-3A93-1226-EA4BA65945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79613" y="6246813"/>
            <a:ext cx="5911850" cy="44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>
              <a:lnSpc>
                <a:spcPct val="81000"/>
              </a:lnSpc>
              <a:buClrTx/>
              <a:buFontTx/>
              <a:buNone/>
            </a:pPr>
            <a:r>
              <a:rPr lang="en-GB" altLang="fr-FR" sz="1400">
                <a:solidFill>
                  <a:srgbClr val="000000"/>
                </a:solidFill>
              </a:rPr>
              <a:t>Activité 1 - Module 1 - Séquence 1 - Phase 5</a:t>
            </a:r>
          </a:p>
        </p:txBody>
      </p:sp>
      <p:sp>
        <p:nvSpPr>
          <p:cNvPr id="8195" name="Text Box 3">
            <a:extLst>
              <a:ext uri="{FF2B5EF4-FFF2-40B4-BE49-F238E27FC236}">
                <a16:creationId xmlns:a16="http://schemas.microsoft.com/office/drawing/2014/main" id="{5DDAA3EF-CBF8-9113-8243-BC6C436837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0038" y="6246813"/>
            <a:ext cx="738187" cy="44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r">
              <a:lnSpc>
                <a:spcPct val="81000"/>
              </a:lnSpc>
              <a:buClrTx/>
              <a:buFontTx/>
              <a:buNone/>
            </a:pPr>
            <a:fld id="{76288037-3597-46A8-B898-9546476B1896}" type="slidenum">
              <a:rPr lang="en-GB" altLang="fr-FR" sz="1400">
                <a:solidFill>
                  <a:srgbClr val="000000"/>
                </a:solidFill>
              </a:rPr>
              <a:pPr algn="r">
                <a:lnSpc>
                  <a:spcPct val="81000"/>
                </a:lnSpc>
                <a:buClrTx/>
                <a:buFontTx/>
                <a:buNone/>
              </a:pPr>
              <a:t>6</a:t>
            </a:fld>
            <a:endParaRPr lang="en-GB" altLang="fr-FR" sz="1400">
              <a:solidFill>
                <a:srgbClr val="000000"/>
              </a:solidFill>
            </a:endParaRPr>
          </a:p>
        </p:txBody>
      </p:sp>
      <p:sp>
        <p:nvSpPr>
          <p:cNvPr id="8196" name="Text Box 4">
            <a:extLst>
              <a:ext uri="{FF2B5EF4-FFF2-40B4-BE49-F238E27FC236}">
                <a16:creationId xmlns:a16="http://schemas.microsoft.com/office/drawing/2014/main" id="{8749A54B-279E-146A-9C34-712035CE2E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214313"/>
            <a:ext cx="8224838" cy="1260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>
              <a:lnSpc>
                <a:spcPct val="101000"/>
              </a:lnSpc>
              <a:buClrTx/>
              <a:buFontTx/>
              <a:buNone/>
            </a:pPr>
            <a:r>
              <a:rPr lang="en-GB" altLang="fr-FR" sz="3200">
                <a:solidFill>
                  <a:srgbClr val="000000"/>
                </a:solidFill>
                <a:latin typeface="Verdana" panose="020B0604030504040204" pitchFamily="34" charset="0"/>
              </a:rPr>
              <a:t>Représentation des données</a:t>
            </a:r>
            <a:br>
              <a:rPr lang="en-GB" altLang="fr-FR" sz="3200">
                <a:solidFill>
                  <a:srgbClr val="000000"/>
                </a:solidFill>
                <a:latin typeface="Verdana" panose="020B0604030504040204" pitchFamily="34" charset="0"/>
              </a:rPr>
            </a:br>
            <a:endParaRPr lang="en-GB" altLang="fr-FR" sz="3200">
              <a:solidFill>
                <a:srgbClr val="000000"/>
              </a:solidFill>
              <a:latin typeface="Verdana" panose="020B0604030504040204" pitchFamily="34" charset="0"/>
            </a:endParaRPr>
          </a:p>
        </p:txBody>
      </p:sp>
      <p:sp>
        <p:nvSpPr>
          <p:cNvPr id="8197" name="Line 5">
            <a:extLst>
              <a:ext uri="{FF2B5EF4-FFF2-40B4-BE49-F238E27FC236}">
                <a16:creationId xmlns:a16="http://schemas.microsoft.com/office/drawing/2014/main" id="{350ADE31-8D37-C947-B933-38BE27B7CD86}"/>
              </a:ext>
            </a:extLst>
          </p:cNvPr>
          <p:cNvSpPr>
            <a:spLocks noChangeShapeType="1"/>
          </p:cNvSpPr>
          <p:nvPr/>
        </p:nvSpPr>
        <p:spPr bwMode="auto">
          <a:xfrm>
            <a:off x="1044575" y="971550"/>
            <a:ext cx="6300788" cy="1588"/>
          </a:xfrm>
          <a:prstGeom prst="line">
            <a:avLst/>
          </a:prstGeom>
          <a:noFill/>
          <a:ln w="36000">
            <a:solidFill>
              <a:srgbClr val="B3B3B3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8198" name="Text Box 6">
            <a:extLst>
              <a:ext uri="{FF2B5EF4-FFF2-40B4-BE49-F238E27FC236}">
                <a16:creationId xmlns:a16="http://schemas.microsoft.com/office/drawing/2014/main" id="{8BD4E75C-DCE1-B995-7C47-207163072B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238" y="982663"/>
            <a:ext cx="8047037" cy="398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>
              <a:lnSpc>
                <a:spcPct val="101000"/>
              </a:lnSpc>
              <a:buClrTx/>
              <a:buFontTx/>
              <a:buNone/>
            </a:pPr>
            <a:r>
              <a:rPr lang="en-GB" altLang="fr-FR" sz="2400" i="1">
                <a:solidFill>
                  <a:srgbClr val="000000"/>
                </a:solidFill>
                <a:latin typeface="Verdana" panose="020B0604030504040204" pitchFamily="34" charset="0"/>
              </a:rPr>
              <a:t>Code ISO 8859</a:t>
            </a:r>
          </a:p>
        </p:txBody>
      </p:sp>
      <p:sp>
        <p:nvSpPr>
          <p:cNvPr id="8199" name="Text Box 7">
            <a:extLst>
              <a:ext uri="{FF2B5EF4-FFF2-40B4-BE49-F238E27FC236}">
                <a16:creationId xmlns:a16="http://schemas.microsoft.com/office/drawing/2014/main" id="{87782C22-8484-F791-C417-3B4DE10528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619250"/>
            <a:ext cx="8202613" cy="2306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buSzPct val="45000"/>
              <a:buFont typeface="Wingdings" panose="05000000000000000000" pitchFamily="2" charset="2"/>
              <a:buChar char=""/>
            </a:pPr>
            <a:r>
              <a:rPr lang="fr-FR" altLang="fr-FR">
                <a:solidFill>
                  <a:srgbClr val="000000"/>
                </a:solidFill>
              </a:rPr>
              <a:t> Gamme des codes :</a:t>
            </a:r>
            <a:r>
              <a:rPr lang="fr-FR" altLang="fr-FR" b="1">
                <a:solidFill>
                  <a:srgbClr val="000000"/>
                </a:solidFill>
              </a:rPr>
              <a:t> ISO 8859-1 à ISO 8859-16</a:t>
            </a:r>
            <a:r>
              <a:rPr lang="fr-FR" altLang="fr-FR">
                <a:solidFill>
                  <a:srgbClr val="000000"/>
                </a:solidFill>
              </a:rPr>
              <a:t>.</a:t>
            </a:r>
          </a:p>
          <a:p>
            <a:pPr>
              <a:buClrTx/>
              <a:buFontTx/>
              <a:buNone/>
            </a:pPr>
            <a:endParaRPr lang="fr-FR" altLang="fr-FR">
              <a:solidFill>
                <a:srgbClr val="000000"/>
              </a:solidFill>
            </a:endParaRPr>
          </a:p>
          <a:p>
            <a:pPr>
              <a:buSzPct val="45000"/>
              <a:buFont typeface="Wingdings" panose="05000000000000000000" pitchFamily="2" charset="2"/>
              <a:buChar char=""/>
            </a:pPr>
            <a:r>
              <a:rPr lang="fr-FR" altLang="fr-FR">
                <a:solidFill>
                  <a:srgbClr val="000000"/>
                </a:solidFill>
              </a:rPr>
              <a:t> Norme utilisée par de nombreux système d'exploitation(Unix, Windows).</a:t>
            </a:r>
          </a:p>
          <a:p>
            <a:pPr>
              <a:buClrTx/>
              <a:buFontTx/>
              <a:buNone/>
            </a:pPr>
            <a:endParaRPr lang="fr-FR" altLang="fr-FR">
              <a:solidFill>
                <a:srgbClr val="000000"/>
              </a:solidFill>
            </a:endParaRPr>
          </a:p>
          <a:p>
            <a:pPr>
              <a:buClrTx/>
              <a:buFontTx/>
              <a:buNone/>
            </a:pPr>
            <a:endParaRPr lang="fr-FR" altLang="fr-FR">
              <a:solidFill>
                <a:srgbClr val="000000"/>
              </a:solidFill>
            </a:endParaRPr>
          </a:p>
        </p:txBody>
      </p:sp>
      <p:pic>
        <p:nvPicPr>
          <p:cNvPr id="8200" name="Picture 8">
            <a:extLst>
              <a:ext uri="{FF2B5EF4-FFF2-40B4-BE49-F238E27FC236}">
                <a16:creationId xmlns:a16="http://schemas.microsoft.com/office/drawing/2014/main" id="{74CAEF10-D7F8-6872-B649-FD6B997C68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975" y="2519363"/>
            <a:ext cx="4697413" cy="3219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8201" name="AutoShape 9">
            <a:extLst>
              <a:ext uri="{FF2B5EF4-FFF2-40B4-BE49-F238E27FC236}">
                <a16:creationId xmlns:a16="http://schemas.microsoft.com/office/drawing/2014/main" id="{8BDA3E5D-F619-D6D6-244B-D55AEE68A0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4738" y="4338638"/>
            <a:ext cx="4675187" cy="1401762"/>
          </a:xfrm>
          <a:prstGeom prst="roundRect">
            <a:avLst>
              <a:gd name="adj" fmla="val 144"/>
            </a:avLst>
          </a:prstGeom>
          <a:solidFill>
            <a:srgbClr val="99CCFF">
              <a:alpha val="29999"/>
            </a:srgbClr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8202" name="Text Box 10">
            <a:extLst>
              <a:ext uri="{FF2B5EF4-FFF2-40B4-BE49-F238E27FC236}">
                <a16:creationId xmlns:a16="http://schemas.microsoft.com/office/drawing/2014/main" id="{140BDD7F-D8F0-0169-D3F2-19B3FAC3AD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" y="3240088"/>
            <a:ext cx="213995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buClrTx/>
              <a:buFontTx/>
              <a:buNone/>
            </a:pPr>
            <a:r>
              <a:rPr lang="fr-FR" altLang="fr-FR">
                <a:solidFill>
                  <a:srgbClr val="000000"/>
                </a:solidFill>
              </a:rPr>
              <a:t>ISO 8859-1 (Latin-1)</a:t>
            </a:r>
          </a:p>
        </p:txBody>
      </p:sp>
      <p:sp>
        <p:nvSpPr>
          <p:cNvPr id="8203" name="Text Box 11">
            <a:extLst>
              <a:ext uri="{FF2B5EF4-FFF2-40B4-BE49-F238E27FC236}">
                <a16:creationId xmlns:a16="http://schemas.microsoft.com/office/drawing/2014/main" id="{295540D7-28DF-B0EB-0488-91AF94F6EF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63" y="3863975"/>
            <a:ext cx="2130425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buClrTx/>
              <a:buFontTx/>
              <a:buNone/>
            </a:pPr>
            <a:r>
              <a:rPr lang="fr-FR" altLang="fr-FR">
                <a:solidFill>
                  <a:srgbClr val="000000"/>
                </a:solidFill>
              </a:rPr>
              <a:t>ISO 8859-15 (Latin 9)</a:t>
            </a:r>
          </a:p>
        </p:txBody>
      </p:sp>
      <p:sp>
        <p:nvSpPr>
          <p:cNvPr id="8204" name="Text Box 12">
            <a:extLst>
              <a:ext uri="{FF2B5EF4-FFF2-40B4-BE49-F238E27FC236}">
                <a16:creationId xmlns:a16="http://schemas.microsoft.com/office/drawing/2014/main" id="{627AF567-F62F-3BC1-EFDA-C3ECDDFE99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60475" y="5845175"/>
            <a:ext cx="6323013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buClrTx/>
              <a:buFontTx/>
              <a:buNone/>
            </a:pPr>
            <a:r>
              <a:rPr lang="fr-FR" altLang="fr-FR">
                <a:solidFill>
                  <a:srgbClr val="000000"/>
                </a:solidFill>
              </a:rPr>
              <a:t>Les codes ISO 8859-xx permettent de gérer qu'un alphabet à la fois.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Text Box 1">
            <a:extLst>
              <a:ext uri="{FF2B5EF4-FFF2-40B4-BE49-F238E27FC236}">
                <a16:creationId xmlns:a16="http://schemas.microsoft.com/office/drawing/2014/main" id="{3713E966-5821-16CF-834A-5FA0B114B8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6246813"/>
            <a:ext cx="1500188" cy="44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lnSpc>
                <a:spcPct val="81000"/>
              </a:lnSpc>
              <a:buClrTx/>
              <a:buFontTx/>
              <a:buNone/>
            </a:pPr>
            <a:r>
              <a:rPr lang="en-GB" altLang="fr-FR" sz="1400">
                <a:solidFill>
                  <a:srgbClr val="000000"/>
                </a:solidFill>
              </a:rPr>
              <a:t>01/10/09</a:t>
            </a:r>
          </a:p>
        </p:txBody>
      </p:sp>
      <p:sp>
        <p:nvSpPr>
          <p:cNvPr id="9218" name="Text Box 2">
            <a:extLst>
              <a:ext uri="{FF2B5EF4-FFF2-40B4-BE49-F238E27FC236}">
                <a16:creationId xmlns:a16="http://schemas.microsoft.com/office/drawing/2014/main" id="{5B789E09-4A0E-050D-C782-3F07774AE4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79613" y="6246813"/>
            <a:ext cx="5911850" cy="44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>
              <a:lnSpc>
                <a:spcPct val="81000"/>
              </a:lnSpc>
              <a:buClrTx/>
              <a:buFontTx/>
              <a:buNone/>
            </a:pPr>
            <a:r>
              <a:rPr lang="en-GB" altLang="fr-FR" sz="1400">
                <a:solidFill>
                  <a:srgbClr val="000000"/>
                </a:solidFill>
              </a:rPr>
              <a:t>Activité 1 - Module 1 - Séquence 1 - Phase 5</a:t>
            </a:r>
          </a:p>
        </p:txBody>
      </p:sp>
      <p:sp>
        <p:nvSpPr>
          <p:cNvPr id="9219" name="Text Box 3">
            <a:extLst>
              <a:ext uri="{FF2B5EF4-FFF2-40B4-BE49-F238E27FC236}">
                <a16:creationId xmlns:a16="http://schemas.microsoft.com/office/drawing/2014/main" id="{D02741D9-1BE6-AF2F-2805-8A62658BF5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0038" y="6246813"/>
            <a:ext cx="738187" cy="44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r">
              <a:lnSpc>
                <a:spcPct val="81000"/>
              </a:lnSpc>
              <a:buClrTx/>
              <a:buFontTx/>
              <a:buNone/>
            </a:pPr>
            <a:fld id="{CF725630-DDC2-45B5-92D9-46037E279C4D}" type="slidenum">
              <a:rPr lang="en-GB" altLang="fr-FR" sz="1400">
                <a:solidFill>
                  <a:srgbClr val="000000"/>
                </a:solidFill>
              </a:rPr>
              <a:pPr algn="r">
                <a:lnSpc>
                  <a:spcPct val="81000"/>
                </a:lnSpc>
                <a:buClrTx/>
                <a:buFontTx/>
                <a:buNone/>
              </a:pPr>
              <a:t>7</a:t>
            </a:fld>
            <a:endParaRPr lang="en-GB" altLang="fr-FR" sz="1400">
              <a:solidFill>
                <a:srgbClr val="000000"/>
              </a:solidFill>
            </a:endParaRPr>
          </a:p>
        </p:txBody>
      </p:sp>
      <p:sp>
        <p:nvSpPr>
          <p:cNvPr id="9220" name="Text Box 4">
            <a:extLst>
              <a:ext uri="{FF2B5EF4-FFF2-40B4-BE49-F238E27FC236}">
                <a16:creationId xmlns:a16="http://schemas.microsoft.com/office/drawing/2014/main" id="{9CCC4517-FCE7-9FAD-F7A4-4254632CBF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279400"/>
            <a:ext cx="8229600" cy="1238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>
              <a:lnSpc>
                <a:spcPct val="101000"/>
              </a:lnSpc>
              <a:buClrTx/>
              <a:buFontTx/>
              <a:buNone/>
            </a:pPr>
            <a:r>
              <a:rPr lang="en-GB" altLang="fr-FR" sz="3200">
                <a:solidFill>
                  <a:srgbClr val="000000"/>
                </a:solidFill>
                <a:latin typeface="Verdana" panose="020B0604030504040204" pitchFamily="34" charset="0"/>
              </a:rPr>
              <a:t>Représentation des données</a:t>
            </a:r>
            <a:br>
              <a:rPr lang="en-GB" altLang="fr-FR" sz="3200">
                <a:solidFill>
                  <a:srgbClr val="000000"/>
                </a:solidFill>
                <a:latin typeface="Verdana" panose="020B0604030504040204" pitchFamily="34" charset="0"/>
              </a:rPr>
            </a:br>
            <a:r>
              <a:rPr lang="en-GB" altLang="fr-FR" sz="2400" i="1">
                <a:solidFill>
                  <a:srgbClr val="000000"/>
                </a:solidFill>
                <a:latin typeface="Verdana" panose="020B0604030504040204" pitchFamily="34" charset="0"/>
              </a:rPr>
              <a:t>EBCDIC</a:t>
            </a:r>
          </a:p>
        </p:txBody>
      </p:sp>
      <p:sp>
        <p:nvSpPr>
          <p:cNvPr id="9221" name="Line 5">
            <a:extLst>
              <a:ext uri="{FF2B5EF4-FFF2-40B4-BE49-F238E27FC236}">
                <a16:creationId xmlns:a16="http://schemas.microsoft.com/office/drawing/2014/main" id="{5A325D61-AEEB-69FA-923D-0831D325BC29}"/>
              </a:ext>
            </a:extLst>
          </p:cNvPr>
          <p:cNvSpPr>
            <a:spLocks noChangeShapeType="1"/>
          </p:cNvSpPr>
          <p:nvPr/>
        </p:nvSpPr>
        <p:spPr bwMode="auto">
          <a:xfrm>
            <a:off x="1044575" y="971550"/>
            <a:ext cx="6300788" cy="1588"/>
          </a:xfrm>
          <a:prstGeom prst="line">
            <a:avLst/>
          </a:prstGeom>
          <a:noFill/>
          <a:ln w="36000">
            <a:solidFill>
              <a:srgbClr val="B3B3B3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9222" name="Text Box 6">
            <a:extLst>
              <a:ext uri="{FF2B5EF4-FFF2-40B4-BE49-F238E27FC236}">
                <a16:creationId xmlns:a16="http://schemas.microsoft.com/office/drawing/2014/main" id="{7F97EE71-DCF8-1871-34E4-2421270644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88" y="2471738"/>
            <a:ext cx="9209087" cy="2166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buClrTx/>
              <a:buFontTx/>
              <a:buNone/>
            </a:pPr>
            <a:r>
              <a:rPr lang="fr-FR" altLang="fr-FR">
                <a:solidFill>
                  <a:srgbClr val="E6E6E6"/>
                </a:solidFill>
              </a:rPr>
              <a:t>L'Extended Binary Coded Decimal Interchange Code (EBCDIC) est un mode de codage</a:t>
            </a:r>
          </a:p>
          <a:p>
            <a:pPr>
              <a:buClrTx/>
              <a:buFontTx/>
              <a:buNone/>
            </a:pPr>
            <a:r>
              <a:rPr lang="fr-FR" altLang="fr-FR">
                <a:solidFill>
                  <a:srgbClr val="E6E6E6"/>
                </a:solidFill>
              </a:rPr>
              <a:t>des caractères sur 8 bits créé par IBM à l'époque des</a:t>
            </a:r>
          </a:p>
          <a:p>
            <a:pPr>
              <a:buClrTx/>
              <a:buFontTx/>
              <a:buNone/>
            </a:pPr>
            <a:r>
              <a:rPr lang="fr-FR" altLang="fr-FR">
                <a:solidFill>
                  <a:srgbClr val="E6E6E6"/>
                </a:solidFill>
              </a:rPr>
              <a:t>cartes perforées. Il existe au moins 6 versions différentes bien documentées</a:t>
            </a:r>
          </a:p>
          <a:p>
            <a:pPr>
              <a:buClrTx/>
              <a:buFontTx/>
              <a:buNone/>
            </a:pPr>
            <a:r>
              <a:rPr lang="fr-FR" altLang="fr-FR">
                <a:solidFill>
                  <a:srgbClr val="E6E6E6"/>
                </a:solidFill>
              </a:rPr>
              <a:t>(et de nombreuses variantes parfois créées par des concurrents d’IBM),</a:t>
            </a:r>
          </a:p>
          <a:p>
            <a:pPr>
              <a:buClrTx/>
              <a:buFontTx/>
              <a:buNone/>
            </a:pPr>
            <a:r>
              <a:rPr lang="fr-FR" altLang="fr-FR">
                <a:solidFill>
                  <a:srgbClr val="E6E6E6"/>
                </a:solidFill>
              </a:rPr>
              <a:t>incompatibles entre elles. Ce mode de codage a été critiqué pour cette raison, mais aussi</a:t>
            </a:r>
          </a:p>
          <a:p>
            <a:pPr>
              <a:buClrTx/>
              <a:buFontTx/>
              <a:buNone/>
            </a:pPr>
            <a:r>
              <a:rPr lang="fr-FR" altLang="fr-FR">
                <a:solidFill>
                  <a:srgbClr val="E6E6E6"/>
                </a:solidFill>
              </a:rPr>
              <a:t>parce que certains caractères de ponctuation ne sont pas disponibles dans certaines</a:t>
            </a:r>
          </a:p>
          <a:p>
            <a:pPr>
              <a:buClrTx/>
              <a:buFontTx/>
              <a:buNone/>
            </a:pPr>
            <a:r>
              <a:rPr lang="fr-FR" altLang="fr-FR">
                <a:solidFill>
                  <a:srgbClr val="E6E6E6"/>
                </a:solidFill>
              </a:rPr>
              <a:t>versions. Ces disparités ont parfois été interprétées comme un moyen pour IBM</a:t>
            </a:r>
          </a:p>
          <a:p>
            <a:pPr>
              <a:buClrTx/>
              <a:buFontTx/>
              <a:buNone/>
            </a:pPr>
            <a:r>
              <a:rPr lang="fr-FR" altLang="fr-FR">
                <a:solidFill>
                  <a:srgbClr val="E6E6E6"/>
                </a:solidFill>
              </a:rPr>
              <a:t>de conserver ses clients captifs.</a:t>
            </a:r>
          </a:p>
          <a:p>
            <a:pPr>
              <a:buClrTx/>
              <a:buFontTx/>
              <a:buNone/>
            </a:pPr>
            <a:r>
              <a:rPr lang="fr-FR" altLang="fr-FR">
                <a:solidFill>
                  <a:srgbClr val="E6E6E6"/>
                </a:solidFill>
              </a:rPr>
              <a:t>EBCDIC est encore utilisé dans les systèmes AS/400 d’IBM ainsi que sur les mainframes</a:t>
            </a:r>
          </a:p>
          <a:p>
            <a:pPr>
              <a:buClrTx/>
              <a:buFontTx/>
              <a:buNone/>
            </a:pPr>
            <a:r>
              <a:rPr lang="fr-FR" altLang="fr-FR">
                <a:solidFill>
                  <a:srgbClr val="E6E6E6"/>
                </a:solidFill>
              </a:rPr>
              <a:t>sous MVS, VM ou DOS/VSE.</a:t>
            </a:r>
          </a:p>
        </p:txBody>
      </p:sp>
      <p:sp>
        <p:nvSpPr>
          <p:cNvPr id="9223" name="Text Box 7">
            <a:extLst>
              <a:ext uri="{FF2B5EF4-FFF2-40B4-BE49-F238E27FC236}">
                <a16:creationId xmlns:a16="http://schemas.microsoft.com/office/drawing/2014/main" id="{5B7DE3FB-1EF4-A56A-8D79-992F19C2AA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79838" y="5160963"/>
            <a:ext cx="6480175" cy="600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buClrTx/>
              <a:buFontTx/>
              <a:buNone/>
            </a:pPr>
            <a:r>
              <a:rPr lang="fr-FR" altLang="fr-FR" sz="4400">
                <a:solidFill>
                  <a:srgbClr val="000000"/>
                </a:solidFill>
              </a:rPr>
              <a:t>TODO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Text Box 1">
            <a:extLst>
              <a:ext uri="{FF2B5EF4-FFF2-40B4-BE49-F238E27FC236}">
                <a16:creationId xmlns:a16="http://schemas.microsoft.com/office/drawing/2014/main" id="{1559E964-35CC-E9E9-5316-2F382BEC23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6246813"/>
            <a:ext cx="1500188" cy="44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lnSpc>
                <a:spcPct val="81000"/>
              </a:lnSpc>
              <a:buClrTx/>
              <a:buFontTx/>
              <a:buNone/>
            </a:pPr>
            <a:r>
              <a:rPr lang="en-GB" altLang="fr-FR" sz="1400">
                <a:solidFill>
                  <a:srgbClr val="000000"/>
                </a:solidFill>
              </a:rPr>
              <a:t>01/10/09</a:t>
            </a:r>
          </a:p>
        </p:txBody>
      </p:sp>
      <p:sp>
        <p:nvSpPr>
          <p:cNvPr id="10242" name="Text Box 2">
            <a:extLst>
              <a:ext uri="{FF2B5EF4-FFF2-40B4-BE49-F238E27FC236}">
                <a16:creationId xmlns:a16="http://schemas.microsoft.com/office/drawing/2014/main" id="{E743A425-EB5B-A0FB-FE3C-E3A311F7A0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79613" y="6246813"/>
            <a:ext cx="5911850" cy="44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>
              <a:lnSpc>
                <a:spcPct val="81000"/>
              </a:lnSpc>
              <a:buClrTx/>
              <a:buFontTx/>
              <a:buNone/>
            </a:pPr>
            <a:r>
              <a:rPr lang="en-GB" altLang="fr-FR" sz="1400">
                <a:solidFill>
                  <a:srgbClr val="000000"/>
                </a:solidFill>
              </a:rPr>
              <a:t>Activité 1 - Module 1 - Séquence 1 - Phase 5</a:t>
            </a:r>
          </a:p>
        </p:txBody>
      </p:sp>
      <p:sp>
        <p:nvSpPr>
          <p:cNvPr id="10243" name="Text Box 3">
            <a:extLst>
              <a:ext uri="{FF2B5EF4-FFF2-40B4-BE49-F238E27FC236}">
                <a16:creationId xmlns:a16="http://schemas.microsoft.com/office/drawing/2014/main" id="{4F331EF4-5610-3C3C-67F5-CFF8407503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0038" y="6246813"/>
            <a:ext cx="738187" cy="44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r">
              <a:lnSpc>
                <a:spcPct val="81000"/>
              </a:lnSpc>
              <a:buClrTx/>
              <a:buFontTx/>
              <a:buNone/>
            </a:pPr>
            <a:fld id="{977ABBB9-94FF-4718-BE61-5EA285CD3AC6}" type="slidenum">
              <a:rPr lang="en-GB" altLang="fr-FR" sz="1400">
                <a:solidFill>
                  <a:srgbClr val="000000"/>
                </a:solidFill>
              </a:rPr>
              <a:pPr algn="r">
                <a:lnSpc>
                  <a:spcPct val="81000"/>
                </a:lnSpc>
                <a:buClrTx/>
                <a:buFontTx/>
                <a:buNone/>
              </a:pPr>
              <a:t>8</a:t>
            </a:fld>
            <a:endParaRPr lang="en-GB" altLang="fr-FR" sz="1400">
              <a:solidFill>
                <a:srgbClr val="000000"/>
              </a:solidFill>
            </a:endParaRPr>
          </a:p>
        </p:txBody>
      </p:sp>
      <p:sp>
        <p:nvSpPr>
          <p:cNvPr id="10244" name="Text Box 4">
            <a:extLst>
              <a:ext uri="{FF2B5EF4-FFF2-40B4-BE49-F238E27FC236}">
                <a16:creationId xmlns:a16="http://schemas.microsoft.com/office/drawing/2014/main" id="{47BBF9B0-3771-5EEE-A26D-E570FB9127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279400"/>
            <a:ext cx="8229600" cy="1238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>
              <a:lnSpc>
                <a:spcPct val="101000"/>
              </a:lnSpc>
              <a:buClrTx/>
              <a:buFontTx/>
              <a:buNone/>
            </a:pPr>
            <a:r>
              <a:rPr lang="en-GB" altLang="fr-FR" sz="3200">
                <a:solidFill>
                  <a:srgbClr val="000000"/>
                </a:solidFill>
                <a:latin typeface="Verdana" panose="020B0604030504040204" pitchFamily="34" charset="0"/>
              </a:rPr>
              <a:t>Représentation des données</a:t>
            </a:r>
            <a:br>
              <a:rPr lang="en-GB" altLang="fr-FR" sz="3200">
                <a:solidFill>
                  <a:srgbClr val="000000"/>
                </a:solidFill>
                <a:latin typeface="Verdana" panose="020B0604030504040204" pitchFamily="34" charset="0"/>
              </a:rPr>
            </a:br>
            <a:r>
              <a:rPr lang="en-GB" altLang="fr-FR" sz="2400" i="1">
                <a:solidFill>
                  <a:srgbClr val="000000"/>
                </a:solidFill>
                <a:latin typeface="Verdana" panose="020B0604030504040204" pitchFamily="34" charset="0"/>
              </a:rPr>
              <a:t>Unicode</a:t>
            </a:r>
          </a:p>
        </p:txBody>
      </p:sp>
      <p:sp>
        <p:nvSpPr>
          <p:cNvPr id="10245" name="Line 5">
            <a:extLst>
              <a:ext uri="{FF2B5EF4-FFF2-40B4-BE49-F238E27FC236}">
                <a16:creationId xmlns:a16="http://schemas.microsoft.com/office/drawing/2014/main" id="{364F3D63-47C4-B22B-D013-B5A686F45755}"/>
              </a:ext>
            </a:extLst>
          </p:cNvPr>
          <p:cNvSpPr>
            <a:spLocks noChangeShapeType="1"/>
          </p:cNvSpPr>
          <p:nvPr/>
        </p:nvSpPr>
        <p:spPr bwMode="auto">
          <a:xfrm>
            <a:off x="1044575" y="971550"/>
            <a:ext cx="6300788" cy="1588"/>
          </a:xfrm>
          <a:prstGeom prst="line">
            <a:avLst/>
          </a:prstGeom>
          <a:noFill/>
          <a:ln w="36000">
            <a:solidFill>
              <a:srgbClr val="B3B3B3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0246" name="Text Box 6">
            <a:extLst>
              <a:ext uri="{FF2B5EF4-FFF2-40B4-BE49-F238E27FC236}">
                <a16:creationId xmlns:a16="http://schemas.microsoft.com/office/drawing/2014/main" id="{55C3FA4E-171E-AE31-3E08-F5148F8C50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363" y="1439863"/>
            <a:ext cx="7462837" cy="828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buClrTx/>
              <a:buFontTx/>
              <a:buNone/>
            </a:pPr>
            <a:r>
              <a:rPr lang="fr-FR" altLang="fr-FR" b="1">
                <a:solidFill>
                  <a:srgbClr val="000000"/>
                </a:solidFill>
              </a:rPr>
              <a:t>ISO</a:t>
            </a:r>
            <a:r>
              <a:rPr lang="fr-FR" altLang="fr-FR">
                <a:solidFill>
                  <a:srgbClr val="000000"/>
                </a:solidFill>
              </a:rPr>
              <a:t> </a:t>
            </a:r>
            <a:r>
              <a:rPr lang="fr-FR" altLang="fr-FR" b="1">
                <a:solidFill>
                  <a:srgbClr val="000000"/>
                </a:solidFill>
              </a:rPr>
              <a:t>travaille</a:t>
            </a:r>
            <a:r>
              <a:rPr lang="fr-FR" altLang="fr-FR">
                <a:solidFill>
                  <a:srgbClr val="000000"/>
                </a:solidFill>
              </a:rPr>
              <a:t> depuis 1988 sur un </a:t>
            </a:r>
            <a:r>
              <a:rPr lang="fr-FR" altLang="fr-FR" b="1">
                <a:solidFill>
                  <a:srgbClr val="000000"/>
                </a:solidFill>
              </a:rPr>
              <a:t>code « universel »</a:t>
            </a:r>
            <a:r>
              <a:rPr lang="fr-FR" altLang="fr-FR">
                <a:solidFill>
                  <a:srgbClr val="000000"/>
                </a:solidFill>
              </a:rPr>
              <a:t> (UNIversal CODE).</a:t>
            </a:r>
          </a:p>
          <a:p>
            <a:pPr>
              <a:buClrTx/>
              <a:buFontTx/>
              <a:buNone/>
            </a:pPr>
            <a:r>
              <a:rPr lang="fr-FR" altLang="fr-FR">
                <a:solidFill>
                  <a:srgbClr val="000000"/>
                </a:solidFill>
              </a:rPr>
              <a:t>Ces travaux référencés sous </a:t>
            </a:r>
            <a:r>
              <a:rPr lang="fr-FR" altLang="fr-FR" b="1">
                <a:solidFill>
                  <a:srgbClr val="000000"/>
                </a:solidFill>
              </a:rPr>
              <a:t>ISO/IEC 10 646 </a:t>
            </a:r>
            <a:r>
              <a:rPr lang="fr-FR" altLang="fr-FR">
                <a:solidFill>
                  <a:srgbClr val="000000"/>
                </a:solidFill>
              </a:rPr>
              <a:t>se </a:t>
            </a:r>
            <a:r>
              <a:rPr lang="fr-FR" altLang="fr-FR" b="1">
                <a:solidFill>
                  <a:srgbClr val="000000"/>
                </a:solidFill>
              </a:rPr>
              <a:t>présentent</a:t>
            </a:r>
            <a:r>
              <a:rPr lang="fr-FR" altLang="fr-FR">
                <a:solidFill>
                  <a:srgbClr val="000000"/>
                </a:solidFill>
              </a:rPr>
              <a:t> sous </a:t>
            </a:r>
            <a:r>
              <a:rPr lang="fr-FR" altLang="fr-FR" b="1">
                <a:solidFill>
                  <a:srgbClr val="000000"/>
                </a:solidFill>
              </a:rPr>
              <a:t>deux formes</a:t>
            </a:r>
            <a:r>
              <a:rPr lang="fr-FR" altLang="fr-FR">
                <a:solidFill>
                  <a:srgbClr val="000000"/>
                </a:solidFill>
              </a:rPr>
              <a:t> :</a:t>
            </a:r>
          </a:p>
          <a:p>
            <a:pPr>
              <a:buClrTx/>
              <a:buFontTx/>
              <a:buNone/>
            </a:pPr>
            <a:r>
              <a:rPr lang="fr-FR" altLang="fr-FR">
                <a:solidFill>
                  <a:srgbClr val="000000"/>
                </a:solidFill>
              </a:rPr>
              <a:t>	- </a:t>
            </a:r>
            <a:r>
              <a:rPr lang="fr-FR" altLang="fr-FR" b="1">
                <a:solidFill>
                  <a:srgbClr val="000000"/>
                </a:solidFill>
              </a:rPr>
              <a:t>32 bits</a:t>
            </a:r>
            <a:r>
              <a:rPr lang="fr-FR" altLang="fr-FR">
                <a:solidFill>
                  <a:srgbClr val="000000"/>
                </a:solidFill>
              </a:rPr>
              <a:t> (USC-4)</a:t>
            </a:r>
            <a:r>
              <a:rPr lang="ar-SA" altLang="fr-FR">
                <a:solidFill>
                  <a:srgbClr val="000000"/>
                </a:solidFill>
              </a:rPr>
              <a:t>‏</a:t>
            </a:r>
            <a:endParaRPr lang="fr-FR" altLang="fr-FR">
              <a:solidFill>
                <a:srgbClr val="000000"/>
              </a:solidFill>
            </a:endParaRPr>
          </a:p>
          <a:p>
            <a:pPr>
              <a:buClrTx/>
              <a:buFontTx/>
              <a:buNone/>
            </a:pPr>
            <a:r>
              <a:rPr lang="fr-FR" altLang="fr-FR">
                <a:solidFill>
                  <a:srgbClr val="000000"/>
                </a:solidFill>
              </a:rPr>
              <a:t>	- </a:t>
            </a:r>
            <a:r>
              <a:rPr lang="fr-FR" altLang="fr-FR" b="1">
                <a:solidFill>
                  <a:srgbClr val="000000"/>
                </a:solidFill>
              </a:rPr>
              <a:t>16 bits </a:t>
            </a:r>
            <a:r>
              <a:rPr lang="fr-FR" altLang="fr-FR">
                <a:solidFill>
                  <a:srgbClr val="000000"/>
                </a:solidFill>
              </a:rPr>
              <a:t>(USC-2)</a:t>
            </a:r>
            <a:r>
              <a:rPr lang="ar-SA" altLang="fr-FR">
                <a:solidFill>
                  <a:srgbClr val="000000"/>
                </a:solidFill>
              </a:rPr>
              <a:t>‏</a:t>
            </a:r>
            <a:endParaRPr lang="fr-FR" altLang="fr-FR">
              <a:solidFill>
                <a:srgbClr val="000000"/>
              </a:solidFill>
            </a:endParaRPr>
          </a:p>
        </p:txBody>
      </p:sp>
      <p:sp>
        <p:nvSpPr>
          <p:cNvPr id="10247" name="Text Box 7">
            <a:extLst>
              <a:ext uri="{FF2B5EF4-FFF2-40B4-BE49-F238E27FC236}">
                <a16:creationId xmlns:a16="http://schemas.microsoft.com/office/drawing/2014/main" id="{635F74F6-F5E9-2375-4D05-E89361B597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38" y="2376488"/>
            <a:ext cx="6864350" cy="644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buClrTx/>
              <a:buFontTx/>
              <a:buNone/>
            </a:pPr>
            <a:r>
              <a:rPr lang="fr-FR" altLang="fr-FR">
                <a:solidFill>
                  <a:srgbClr val="000000"/>
                </a:solidFill>
              </a:rPr>
              <a:t>Unicode 1.0.0 :</a:t>
            </a:r>
          </a:p>
          <a:p>
            <a:pPr>
              <a:buClrTx/>
              <a:buFontTx/>
              <a:buNone/>
            </a:pPr>
            <a:r>
              <a:rPr lang="fr-FR" altLang="fr-FR">
                <a:solidFill>
                  <a:srgbClr val="000000"/>
                </a:solidFill>
              </a:rPr>
              <a:t>	- Sous ensemble de départ conforme à la norme ISO 10646 (UCS-2).</a:t>
            </a:r>
          </a:p>
          <a:p>
            <a:pPr>
              <a:buClrTx/>
              <a:buFontTx/>
              <a:buNone/>
            </a:pPr>
            <a:r>
              <a:rPr lang="fr-FR" altLang="fr-FR">
                <a:solidFill>
                  <a:srgbClr val="000000"/>
                </a:solidFill>
              </a:rPr>
              <a:t>	- codage sur 16 bits (65 535 caractères).</a:t>
            </a:r>
          </a:p>
        </p:txBody>
      </p:sp>
      <p:sp>
        <p:nvSpPr>
          <p:cNvPr id="10248" name="Text Box 8">
            <a:extLst>
              <a:ext uri="{FF2B5EF4-FFF2-40B4-BE49-F238E27FC236}">
                <a16:creationId xmlns:a16="http://schemas.microsoft.com/office/drawing/2014/main" id="{0DCBFEAC-EA5D-9A34-7080-D09C682E88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38" y="3095625"/>
            <a:ext cx="7237412" cy="644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buClrTx/>
              <a:buFontTx/>
              <a:buNone/>
            </a:pPr>
            <a:r>
              <a:rPr lang="fr-FR" altLang="fr-FR">
                <a:solidFill>
                  <a:srgbClr val="000000"/>
                </a:solidFill>
              </a:rPr>
              <a:t>Unicode 2.0 [1993] :</a:t>
            </a:r>
          </a:p>
          <a:p>
            <a:pPr>
              <a:buClrTx/>
              <a:buFontTx/>
              <a:buNone/>
            </a:pPr>
            <a:r>
              <a:rPr lang="fr-FR" altLang="fr-FR">
                <a:solidFill>
                  <a:srgbClr val="000000"/>
                </a:solidFill>
              </a:rPr>
              <a:t>	- recense 38 885 caractères conforme à la norme ISO/IEC 10646-1:1993.</a:t>
            </a:r>
          </a:p>
          <a:p>
            <a:pPr>
              <a:buClrTx/>
              <a:buFontTx/>
              <a:buNone/>
            </a:pPr>
            <a:r>
              <a:rPr lang="fr-FR" altLang="fr-FR">
                <a:solidFill>
                  <a:srgbClr val="000000"/>
                </a:solidFill>
              </a:rPr>
              <a:t>	- codage sur 16 bits (65 535 caractères).</a:t>
            </a:r>
          </a:p>
        </p:txBody>
      </p:sp>
      <p:sp>
        <p:nvSpPr>
          <p:cNvPr id="10249" name="Text Box 9">
            <a:extLst>
              <a:ext uri="{FF2B5EF4-FFF2-40B4-BE49-F238E27FC236}">
                <a16:creationId xmlns:a16="http://schemas.microsoft.com/office/drawing/2014/main" id="{461CA747-C042-CF8B-EA99-ACA0CB1CE0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025" y="3851275"/>
            <a:ext cx="8662988" cy="1014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buClrTx/>
              <a:buFontTx/>
              <a:buNone/>
            </a:pPr>
            <a:r>
              <a:rPr lang="fr-FR" altLang="fr-FR">
                <a:solidFill>
                  <a:srgbClr val="000000"/>
                </a:solidFill>
              </a:rPr>
              <a:t>Unicode 3.0 [2000] :</a:t>
            </a:r>
          </a:p>
          <a:p>
            <a:pPr>
              <a:buClrTx/>
              <a:buFontTx/>
              <a:buNone/>
            </a:pPr>
            <a:r>
              <a:rPr lang="fr-FR" altLang="fr-FR">
                <a:solidFill>
                  <a:srgbClr val="000000"/>
                </a:solidFill>
              </a:rPr>
              <a:t>	- recense 49 194 caractères conforme à la norme ISO/IEC 10646-1:2000.</a:t>
            </a:r>
          </a:p>
          <a:p>
            <a:pPr>
              <a:buClrTx/>
              <a:buFontTx/>
              <a:buNone/>
            </a:pPr>
            <a:r>
              <a:rPr lang="fr-FR" altLang="fr-FR">
                <a:solidFill>
                  <a:srgbClr val="000000"/>
                </a:solidFill>
              </a:rPr>
              <a:t>	- couvre les langages : États-Unis, Europe, Moyen-Orient, Afrique, Inde, Asie et Pacifique</a:t>
            </a:r>
          </a:p>
          <a:p>
            <a:pPr>
              <a:buClrTx/>
              <a:buFontTx/>
              <a:buNone/>
            </a:pPr>
            <a:r>
              <a:rPr lang="fr-FR" altLang="fr-FR">
                <a:solidFill>
                  <a:srgbClr val="000000"/>
                </a:solidFill>
              </a:rPr>
              <a:t>	- la version Unicode 3.1 introduit 44 946 nouveaux symboles</a:t>
            </a:r>
          </a:p>
          <a:p>
            <a:pPr>
              <a:buClrTx/>
              <a:buFontTx/>
              <a:buNone/>
            </a:pPr>
            <a:r>
              <a:rPr lang="fr-FR" altLang="fr-FR">
                <a:solidFill>
                  <a:srgbClr val="000000"/>
                </a:solidFill>
              </a:rPr>
              <a:t>	- la version 3.2 [2003] code 95 221 caractères</a:t>
            </a:r>
          </a:p>
        </p:txBody>
      </p:sp>
      <p:sp>
        <p:nvSpPr>
          <p:cNvPr id="10250" name="Text Box 10">
            <a:extLst>
              <a:ext uri="{FF2B5EF4-FFF2-40B4-BE49-F238E27FC236}">
                <a16:creationId xmlns:a16="http://schemas.microsoft.com/office/drawing/2014/main" id="{9DB439BD-293C-7CD8-001D-3425803AA9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675" y="5651500"/>
            <a:ext cx="7113588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buClrTx/>
              <a:buFontTx/>
              <a:buNone/>
            </a:pPr>
            <a:r>
              <a:rPr lang="fr-FR" altLang="fr-FR">
                <a:solidFill>
                  <a:srgbClr val="000000"/>
                </a:solidFill>
              </a:rPr>
              <a:t>Toute application conforme à Unicode est donc conforme à l'ISO/CEI 10 646.</a:t>
            </a:r>
          </a:p>
        </p:txBody>
      </p:sp>
      <p:sp>
        <p:nvSpPr>
          <p:cNvPr id="10251" name="Text Box 11">
            <a:extLst>
              <a:ext uri="{FF2B5EF4-FFF2-40B4-BE49-F238E27FC236}">
                <a16:creationId xmlns:a16="http://schemas.microsoft.com/office/drawing/2014/main" id="{F449C011-A39D-490E-1BC7-E2B7A27250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935538"/>
            <a:ext cx="3238500" cy="644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buClrTx/>
              <a:buFontTx/>
              <a:buNone/>
            </a:pPr>
            <a:r>
              <a:rPr lang="fr-FR" altLang="fr-FR">
                <a:solidFill>
                  <a:srgbClr val="000000"/>
                </a:solidFill>
              </a:rPr>
              <a:t>Unicode 6.2 [ 2012] :</a:t>
            </a:r>
          </a:p>
          <a:p>
            <a:pPr>
              <a:buClrTx/>
              <a:buFontTx/>
              <a:buNone/>
            </a:pPr>
            <a:r>
              <a:rPr lang="fr-FR" altLang="fr-FR">
                <a:solidFill>
                  <a:srgbClr val="000000"/>
                </a:solidFill>
              </a:rPr>
              <a:t>- dernière version</a:t>
            </a:r>
          </a:p>
          <a:p>
            <a:pPr>
              <a:buClrTx/>
              <a:buSzTx/>
              <a:buFontTx/>
              <a:buNone/>
            </a:pPr>
            <a:r>
              <a:rPr lang="fr-FR" altLang="fr-FR">
                <a:solidFill>
                  <a:srgbClr val="000000"/>
                </a:solidFill>
              </a:rPr>
              <a:t>- 110,117 caractères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Text Box 1">
            <a:extLst>
              <a:ext uri="{FF2B5EF4-FFF2-40B4-BE49-F238E27FC236}">
                <a16:creationId xmlns:a16="http://schemas.microsoft.com/office/drawing/2014/main" id="{5310BD90-64FE-6FC5-F5AA-DB54FE0561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6246813"/>
            <a:ext cx="1500188" cy="44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lnSpc>
                <a:spcPct val="81000"/>
              </a:lnSpc>
              <a:buClrTx/>
              <a:buFontTx/>
              <a:buNone/>
            </a:pPr>
            <a:r>
              <a:rPr lang="en-GB" altLang="fr-FR" sz="1400">
                <a:solidFill>
                  <a:srgbClr val="000000"/>
                </a:solidFill>
              </a:rPr>
              <a:t>01/10/09</a:t>
            </a:r>
          </a:p>
        </p:txBody>
      </p:sp>
      <p:sp>
        <p:nvSpPr>
          <p:cNvPr id="11266" name="Text Box 2">
            <a:extLst>
              <a:ext uri="{FF2B5EF4-FFF2-40B4-BE49-F238E27FC236}">
                <a16:creationId xmlns:a16="http://schemas.microsoft.com/office/drawing/2014/main" id="{519AE399-1A2D-7487-C5C8-89C90952D7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79613" y="6246813"/>
            <a:ext cx="5911850" cy="44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>
              <a:lnSpc>
                <a:spcPct val="81000"/>
              </a:lnSpc>
              <a:buClrTx/>
              <a:buFontTx/>
              <a:buNone/>
            </a:pPr>
            <a:r>
              <a:rPr lang="en-GB" altLang="fr-FR" sz="1400">
                <a:solidFill>
                  <a:srgbClr val="000000"/>
                </a:solidFill>
              </a:rPr>
              <a:t>Activité 1 - Module 1 - Séquence 1 - Phase 5</a:t>
            </a:r>
          </a:p>
        </p:txBody>
      </p:sp>
      <p:sp>
        <p:nvSpPr>
          <p:cNvPr id="11267" name="Text Box 3">
            <a:extLst>
              <a:ext uri="{FF2B5EF4-FFF2-40B4-BE49-F238E27FC236}">
                <a16:creationId xmlns:a16="http://schemas.microsoft.com/office/drawing/2014/main" id="{1D0AA24C-7EFA-3580-E9F3-235B825B15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0038" y="6246813"/>
            <a:ext cx="738187" cy="44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r">
              <a:lnSpc>
                <a:spcPct val="81000"/>
              </a:lnSpc>
              <a:buClrTx/>
              <a:buFontTx/>
              <a:buNone/>
            </a:pPr>
            <a:fld id="{566FC686-3E55-4EEA-A597-7C59D5ED5940}" type="slidenum">
              <a:rPr lang="en-GB" altLang="fr-FR" sz="1400">
                <a:solidFill>
                  <a:srgbClr val="000000"/>
                </a:solidFill>
              </a:rPr>
              <a:pPr algn="r">
                <a:lnSpc>
                  <a:spcPct val="81000"/>
                </a:lnSpc>
                <a:buClrTx/>
                <a:buFontTx/>
                <a:buNone/>
              </a:pPr>
              <a:t>9</a:t>
            </a:fld>
            <a:endParaRPr lang="en-GB" altLang="fr-FR" sz="1400">
              <a:solidFill>
                <a:srgbClr val="000000"/>
              </a:solidFill>
            </a:endParaRPr>
          </a:p>
        </p:txBody>
      </p:sp>
      <p:sp>
        <p:nvSpPr>
          <p:cNvPr id="11268" name="Text Box 4">
            <a:extLst>
              <a:ext uri="{FF2B5EF4-FFF2-40B4-BE49-F238E27FC236}">
                <a16:creationId xmlns:a16="http://schemas.microsoft.com/office/drawing/2014/main" id="{D2057AF6-7344-DD3D-0543-B2B5EAC387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279400"/>
            <a:ext cx="8229600" cy="1238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>
              <a:lnSpc>
                <a:spcPct val="101000"/>
              </a:lnSpc>
              <a:buClrTx/>
              <a:buFontTx/>
              <a:buNone/>
            </a:pPr>
            <a:r>
              <a:rPr lang="en-GB" altLang="fr-FR" sz="3200">
                <a:solidFill>
                  <a:srgbClr val="000000"/>
                </a:solidFill>
                <a:latin typeface="Verdana" panose="020B0604030504040204" pitchFamily="34" charset="0"/>
              </a:rPr>
              <a:t>Représentation des données</a:t>
            </a:r>
            <a:br>
              <a:rPr lang="en-GB" altLang="fr-FR" sz="3200">
                <a:solidFill>
                  <a:srgbClr val="000000"/>
                </a:solidFill>
                <a:latin typeface="Verdana" panose="020B0604030504040204" pitchFamily="34" charset="0"/>
              </a:rPr>
            </a:br>
            <a:r>
              <a:rPr lang="en-GB" altLang="fr-FR" sz="2400" i="1">
                <a:solidFill>
                  <a:srgbClr val="000000"/>
                </a:solidFill>
                <a:latin typeface="Verdana" panose="020B0604030504040204" pitchFamily="34" charset="0"/>
              </a:rPr>
              <a:t>Unicode</a:t>
            </a:r>
          </a:p>
        </p:txBody>
      </p:sp>
      <p:sp>
        <p:nvSpPr>
          <p:cNvPr id="11269" name="Line 5">
            <a:extLst>
              <a:ext uri="{FF2B5EF4-FFF2-40B4-BE49-F238E27FC236}">
                <a16:creationId xmlns:a16="http://schemas.microsoft.com/office/drawing/2014/main" id="{E3414C22-F66B-ECDB-0E51-FDFE60DF34AD}"/>
              </a:ext>
            </a:extLst>
          </p:cNvPr>
          <p:cNvSpPr>
            <a:spLocks noChangeShapeType="1"/>
          </p:cNvSpPr>
          <p:nvPr/>
        </p:nvSpPr>
        <p:spPr bwMode="auto">
          <a:xfrm>
            <a:off x="1044575" y="971550"/>
            <a:ext cx="6300788" cy="1588"/>
          </a:xfrm>
          <a:prstGeom prst="line">
            <a:avLst/>
          </a:prstGeom>
          <a:noFill/>
          <a:ln w="36000">
            <a:solidFill>
              <a:srgbClr val="B3B3B3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pic>
        <p:nvPicPr>
          <p:cNvPr id="11270" name="Picture 6">
            <a:extLst>
              <a:ext uri="{FF2B5EF4-FFF2-40B4-BE49-F238E27FC236}">
                <a16:creationId xmlns:a16="http://schemas.microsoft.com/office/drawing/2014/main" id="{456E84DD-D1AC-6739-03A7-334D25F16E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3600450"/>
            <a:ext cx="2519363" cy="2493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1271" name="Text Box 7">
            <a:extLst>
              <a:ext uri="{FF2B5EF4-FFF2-40B4-BE49-F238E27FC236}">
                <a16:creationId xmlns:a16="http://schemas.microsoft.com/office/drawing/2014/main" id="{4D60B055-D293-AF5D-52FA-39805D2AC1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9363" y="5219700"/>
            <a:ext cx="4711700" cy="1014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fr-FR" altLang="fr-FR">
                <a:solidFill>
                  <a:srgbClr val="000000"/>
                </a:solidFill>
              </a:rPr>
              <a:t>Les premiers 65,536 caractères forment</a:t>
            </a:r>
          </a:p>
          <a:p>
            <a:pPr>
              <a:buClrTx/>
              <a:buFontTx/>
              <a:buNone/>
            </a:pPr>
            <a:r>
              <a:rPr lang="fr-FR" altLang="fr-FR">
                <a:solidFill>
                  <a:srgbClr val="000000"/>
                </a:solidFill>
              </a:rPr>
              <a:t>le PMB   (Plan Multilingue de Base).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altLang="fr-FR">
                <a:solidFill>
                  <a:srgbClr val="000000"/>
                </a:solidFill>
              </a:rPr>
              <a:t> Plus de 1 millions de caractères référencés </a:t>
            </a:r>
            <a:br>
              <a:rPr lang="fr-FR" altLang="fr-FR">
                <a:solidFill>
                  <a:srgbClr val="000000"/>
                </a:solidFill>
              </a:rPr>
            </a:br>
            <a:r>
              <a:rPr lang="fr-FR" altLang="fr-FR">
                <a:solidFill>
                  <a:srgbClr val="000000"/>
                </a:solidFill>
              </a:rPr>
              <a:t>dans le jeu de caractères Unicode appelés</a:t>
            </a:r>
            <a:br>
              <a:rPr lang="fr-FR" altLang="fr-FR">
                <a:solidFill>
                  <a:srgbClr val="000000"/>
                </a:solidFill>
              </a:rPr>
            </a:br>
            <a:r>
              <a:rPr lang="fr-FR" altLang="fr-FR">
                <a:solidFill>
                  <a:srgbClr val="000000"/>
                </a:solidFill>
              </a:rPr>
              <a:t>supplementary characters.</a:t>
            </a:r>
          </a:p>
        </p:txBody>
      </p:sp>
      <p:pic>
        <p:nvPicPr>
          <p:cNvPr id="11272" name="Picture 8">
            <a:extLst>
              <a:ext uri="{FF2B5EF4-FFF2-40B4-BE49-F238E27FC236}">
                <a16:creationId xmlns:a16="http://schemas.microsoft.com/office/drawing/2014/main" id="{43D33CED-D593-0DC4-590B-02A31AE80D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9338" y="3348038"/>
            <a:ext cx="4019550" cy="1657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1273" name="Text Box 9">
            <a:extLst>
              <a:ext uri="{FF2B5EF4-FFF2-40B4-BE49-F238E27FC236}">
                <a16:creationId xmlns:a16="http://schemas.microsoft.com/office/drawing/2014/main" id="{3C231143-1E86-9E0F-2277-6BFD7C3E54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295400"/>
            <a:ext cx="3533775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buClrTx/>
              <a:buFontTx/>
              <a:buNone/>
            </a:pPr>
            <a:r>
              <a:rPr lang="fr-FR" altLang="fr-FR">
                <a:solidFill>
                  <a:srgbClr val="000000"/>
                </a:solidFill>
              </a:rPr>
              <a:t>Unicode se traduit sous trois formes :</a:t>
            </a:r>
          </a:p>
        </p:txBody>
      </p:sp>
      <p:sp>
        <p:nvSpPr>
          <p:cNvPr id="11274" name="Text Box 10">
            <a:extLst>
              <a:ext uri="{FF2B5EF4-FFF2-40B4-BE49-F238E27FC236}">
                <a16:creationId xmlns:a16="http://schemas.microsoft.com/office/drawing/2014/main" id="{29AD87C4-3853-3DAB-1369-8CACB58AE8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550" y="1722438"/>
            <a:ext cx="6397625" cy="833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>
              <a:tabLst>
                <a:tab pos="0" algn="l"/>
                <a:tab pos="423863" algn="l"/>
                <a:tab pos="873125" algn="l"/>
                <a:tab pos="1322388" algn="l"/>
                <a:tab pos="1771650" algn="l"/>
                <a:tab pos="2220913" algn="l"/>
                <a:tab pos="2670175" algn="l"/>
                <a:tab pos="3119438" algn="l"/>
                <a:tab pos="3568700" algn="l"/>
                <a:tab pos="4017963" algn="l"/>
                <a:tab pos="4467225" algn="l"/>
                <a:tab pos="4916488" algn="l"/>
                <a:tab pos="5365750" algn="l"/>
                <a:tab pos="5815013" algn="l"/>
                <a:tab pos="6264275" algn="l"/>
                <a:tab pos="6713538" algn="l"/>
                <a:tab pos="7162800" algn="l"/>
                <a:tab pos="7612063" algn="l"/>
                <a:tab pos="8061325" algn="l"/>
                <a:tab pos="8062913" algn="l"/>
                <a:tab pos="8512175" algn="l"/>
                <a:tab pos="8961438" algn="l"/>
                <a:tab pos="9410700" algn="l"/>
                <a:tab pos="9859963" algn="l"/>
                <a:tab pos="9877425" algn="l"/>
                <a:tab pos="10326688" algn="l"/>
                <a:tab pos="10779125" algn="l"/>
                <a:tab pos="10779125" algn="l"/>
                <a:tab pos="1078071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23863" algn="l"/>
                <a:tab pos="873125" algn="l"/>
                <a:tab pos="1322388" algn="l"/>
                <a:tab pos="1771650" algn="l"/>
                <a:tab pos="2220913" algn="l"/>
                <a:tab pos="2670175" algn="l"/>
                <a:tab pos="3119438" algn="l"/>
                <a:tab pos="3568700" algn="l"/>
                <a:tab pos="4017963" algn="l"/>
                <a:tab pos="4467225" algn="l"/>
                <a:tab pos="4916488" algn="l"/>
                <a:tab pos="5365750" algn="l"/>
                <a:tab pos="5815013" algn="l"/>
                <a:tab pos="6264275" algn="l"/>
                <a:tab pos="6713538" algn="l"/>
                <a:tab pos="7162800" algn="l"/>
                <a:tab pos="7612063" algn="l"/>
                <a:tab pos="8061325" algn="l"/>
                <a:tab pos="8062913" algn="l"/>
                <a:tab pos="8512175" algn="l"/>
                <a:tab pos="8961438" algn="l"/>
                <a:tab pos="9410700" algn="l"/>
                <a:tab pos="9859963" algn="l"/>
                <a:tab pos="9877425" algn="l"/>
                <a:tab pos="10326688" algn="l"/>
                <a:tab pos="10779125" algn="l"/>
                <a:tab pos="10779125" algn="l"/>
                <a:tab pos="1078071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23863" algn="l"/>
                <a:tab pos="873125" algn="l"/>
                <a:tab pos="1322388" algn="l"/>
                <a:tab pos="1771650" algn="l"/>
                <a:tab pos="2220913" algn="l"/>
                <a:tab pos="2670175" algn="l"/>
                <a:tab pos="3119438" algn="l"/>
                <a:tab pos="3568700" algn="l"/>
                <a:tab pos="4017963" algn="l"/>
                <a:tab pos="4467225" algn="l"/>
                <a:tab pos="4916488" algn="l"/>
                <a:tab pos="5365750" algn="l"/>
                <a:tab pos="5815013" algn="l"/>
                <a:tab pos="6264275" algn="l"/>
                <a:tab pos="6713538" algn="l"/>
                <a:tab pos="7162800" algn="l"/>
                <a:tab pos="7612063" algn="l"/>
                <a:tab pos="8061325" algn="l"/>
                <a:tab pos="8062913" algn="l"/>
                <a:tab pos="8512175" algn="l"/>
                <a:tab pos="8961438" algn="l"/>
                <a:tab pos="9410700" algn="l"/>
                <a:tab pos="9859963" algn="l"/>
                <a:tab pos="9877425" algn="l"/>
                <a:tab pos="10326688" algn="l"/>
                <a:tab pos="10779125" algn="l"/>
                <a:tab pos="10779125" algn="l"/>
                <a:tab pos="1078071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23863" algn="l"/>
                <a:tab pos="873125" algn="l"/>
                <a:tab pos="1322388" algn="l"/>
                <a:tab pos="1771650" algn="l"/>
                <a:tab pos="2220913" algn="l"/>
                <a:tab pos="2670175" algn="l"/>
                <a:tab pos="3119438" algn="l"/>
                <a:tab pos="3568700" algn="l"/>
                <a:tab pos="4017963" algn="l"/>
                <a:tab pos="4467225" algn="l"/>
                <a:tab pos="4916488" algn="l"/>
                <a:tab pos="5365750" algn="l"/>
                <a:tab pos="5815013" algn="l"/>
                <a:tab pos="6264275" algn="l"/>
                <a:tab pos="6713538" algn="l"/>
                <a:tab pos="7162800" algn="l"/>
                <a:tab pos="7612063" algn="l"/>
                <a:tab pos="8061325" algn="l"/>
                <a:tab pos="8062913" algn="l"/>
                <a:tab pos="8512175" algn="l"/>
                <a:tab pos="8961438" algn="l"/>
                <a:tab pos="9410700" algn="l"/>
                <a:tab pos="9859963" algn="l"/>
                <a:tab pos="9877425" algn="l"/>
                <a:tab pos="10326688" algn="l"/>
                <a:tab pos="10779125" algn="l"/>
                <a:tab pos="10779125" algn="l"/>
                <a:tab pos="1078071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23863" algn="l"/>
                <a:tab pos="873125" algn="l"/>
                <a:tab pos="1322388" algn="l"/>
                <a:tab pos="1771650" algn="l"/>
                <a:tab pos="2220913" algn="l"/>
                <a:tab pos="2670175" algn="l"/>
                <a:tab pos="3119438" algn="l"/>
                <a:tab pos="3568700" algn="l"/>
                <a:tab pos="4017963" algn="l"/>
                <a:tab pos="4467225" algn="l"/>
                <a:tab pos="4916488" algn="l"/>
                <a:tab pos="5365750" algn="l"/>
                <a:tab pos="5815013" algn="l"/>
                <a:tab pos="6264275" algn="l"/>
                <a:tab pos="6713538" algn="l"/>
                <a:tab pos="7162800" algn="l"/>
                <a:tab pos="7612063" algn="l"/>
                <a:tab pos="8061325" algn="l"/>
                <a:tab pos="8062913" algn="l"/>
                <a:tab pos="8512175" algn="l"/>
                <a:tab pos="8961438" algn="l"/>
                <a:tab pos="9410700" algn="l"/>
                <a:tab pos="9859963" algn="l"/>
                <a:tab pos="9877425" algn="l"/>
                <a:tab pos="10326688" algn="l"/>
                <a:tab pos="10779125" algn="l"/>
                <a:tab pos="10779125" algn="l"/>
                <a:tab pos="1078071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3863" algn="l"/>
                <a:tab pos="873125" algn="l"/>
                <a:tab pos="1322388" algn="l"/>
                <a:tab pos="1771650" algn="l"/>
                <a:tab pos="2220913" algn="l"/>
                <a:tab pos="2670175" algn="l"/>
                <a:tab pos="3119438" algn="l"/>
                <a:tab pos="3568700" algn="l"/>
                <a:tab pos="4017963" algn="l"/>
                <a:tab pos="4467225" algn="l"/>
                <a:tab pos="4916488" algn="l"/>
                <a:tab pos="5365750" algn="l"/>
                <a:tab pos="5815013" algn="l"/>
                <a:tab pos="6264275" algn="l"/>
                <a:tab pos="6713538" algn="l"/>
                <a:tab pos="7162800" algn="l"/>
                <a:tab pos="7612063" algn="l"/>
                <a:tab pos="8061325" algn="l"/>
                <a:tab pos="8062913" algn="l"/>
                <a:tab pos="8512175" algn="l"/>
                <a:tab pos="8961438" algn="l"/>
                <a:tab pos="9410700" algn="l"/>
                <a:tab pos="9859963" algn="l"/>
                <a:tab pos="9877425" algn="l"/>
                <a:tab pos="10326688" algn="l"/>
                <a:tab pos="10779125" algn="l"/>
                <a:tab pos="10779125" algn="l"/>
                <a:tab pos="1078071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3863" algn="l"/>
                <a:tab pos="873125" algn="l"/>
                <a:tab pos="1322388" algn="l"/>
                <a:tab pos="1771650" algn="l"/>
                <a:tab pos="2220913" algn="l"/>
                <a:tab pos="2670175" algn="l"/>
                <a:tab pos="3119438" algn="l"/>
                <a:tab pos="3568700" algn="l"/>
                <a:tab pos="4017963" algn="l"/>
                <a:tab pos="4467225" algn="l"/>
                <a:tab pos="4916488" algn="l"/>
                <a:tab pos="5365750" algn="l"/>
                <a:tab pos="5815013" algn="l"/>
                <a:tab pos="6264275" algn="l"/>
                <a:tab pos="6713538" algn="l"/>
                <a:tab pos="7162800" algn="l"/>
                <a:tab pos="7612063" algn="l"/>
                <a:tab pos="8061325" algn="l"/>
                <a:tab pos="8062913" algn="l"/>
                <a:tab pos="8512175" algn="l"/>
                <a:tab pos="8961438" algn="l"/>
                <a:tab pos="9410700" algn="l"/>
                <a:tab pos="9859963" algn="l"/>
                <a:tab pos="9877425" algn="l"/>
                <a:tab pos="10326688" algn="l"/>
                <a:tab pos="10779125" algn="l"/>
                <a:tab pos="10779125" algn="l"/>
                <a:tab pos="1078071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3863" algn="l"/>
                <a:tab pos="873125" algn="l"/>
                <a:tab pos="1322388" algn="l"/>
                <a:tab pos="1771650" algn="l"/>
                <a:tab pos="2220913" algn="l"/>
                <a:tab pos="2670175" algn="l"/>
                <a:tab pos="3119438" algn="l"/>
                <a:tab pos="3568700" algn="l"/>
                <a:tab pos="4017963" algn="l"/>
                <a:tab pos="4467225" algn="l"/>
                <a:tab pos="4916488" algn="l"/>
                <a:tab pos="5365750" algn="l"/>
                <a:tab pos="5815013" algn="l"/>
                <a:tab pos="6264275" algn="l"/>
                <a:tab pos="6713538" algn="l"/>
                <a:tab pos="7162800" algn="l"/>
                <a:tab pos="7612063" algn="l"/>
                <a:tab pos="8061325" algn="l"/>
                <a:tab pos="8062913" algn="l"/>
                <a:tab pos="8512175" algn="l"/>
                <a:tab pos="8961438" algn="l"/>
                <a:tab pos="9410700" algn="l"/>
                <a:tab pos="9859963" algn="l"/>
                <a:tab pos="9877425" algn="l"/>
                <a:tab pos="10326688" algn="l"/>
                <a:tab pos="10779125" algn="l"/>
                <a:tab pos="10779125" algn="l"/>
                <a:tab pos="1078071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3863" algn="l"/>
                <a:tab pos="873125" algn="l"/>
                <a:tab pos="1322388" algn="l"/>
                <a:tab pos="1771650" algn="l"/>
                <a:tab pos="2220913" algn="l"/>
                <a:tab pos="2670175" algn="l"/>
                <a:tab pos="3119438" algn="l"/>
                <a:tab pos="3568700" algn="l"/>
                <a:tab pos="4017963" algn="l"/>
                <a:tab pos="4467225" algn="l"/>
                <a:tab pos="4916488" algn="l"/>
                <a:tab pos="5365750" algn="l"/>
                <a:tab pos="5815013" algn="l"/>
                <a:tab pos="6264275" algn="l"/>
                <a:tab pos="6713538" algn="l"/>
                <a:tab pos="7162800" algn="l"/>
                <a:tab pos="7612063" algn="l"/>
                <a:tab pos="8061325" algn="l"/>
                <a:tab pos="8062913" algn="l"/>
                <a:tab pos="8512175" algn="l"/>
                <a:tab pos="8961438" algn="l"/>
                <a:tab pos="9410700" algn="l"/>
                <a:tab pos="9859963" algn="l"/>
                <a:tab pos="9877425" algn="l"/>
                <a:tab pos="10326688" algn="l"/>
                <a:tab pos="10779125" algn="l"/>
                <a:tab pos="10779125" algn="l"/>
                <a:tab pos="1078071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buClrTx/>
              <a:buFontTx/>
              <a:buNone/>
            </a:pPr>
            <a:r>
              <a:rPr lang="fr-FR" altLang="fr-FR" b="1">
                <a:solidFill>
                  <a:srgbClr val="000000"/>
                </a:solidFill>
              </a:rPr>
              <a:t>UTF-8 </a:t>
            </a:r>
            <a:r>
              <a:rPr lang="fr-FR" altLang="fr-FR">
                <a:solidFill>
                  <a:srgbClr val="000000"/>
                </a:solidFill>
              </a:rPr>
              <a:t>(RFC 3629) :</a:t>
            </a:r>
            <a:br>
              <a:rPr lang="fr-FR" altLang="fr-FR">
                <a:solidFill>
                  <a:srgbClr val="000000"/>
                </a:solidFill>
              </a:rPr>
            </a:br>
            <a:r>
              <a:rPr lang="fr-FR" altLang="fr-FR">
                <a:solidFill>
                  <a:srgbClr val="000000"/>
                </a:solidFill>
              </a:rPr>
              <a:t>	- codage de taille variable (moins coûteux en mémoire)</a:t>
            </a:r>
            <a:br>
              <a:rPr lang="fr-FR" altLang="fr-FR">
                <a:solidFill>
                  <a:srgbClr val="000000"/>
                </a:solidFill>
              </a:rPr>
            </a:br>
            <a:r>
              <a:rPr lang="fr-FR" altLang="fr-FR">
                <a:solidFill>
                  <a:srgbClr val="000000"/>
                </a:solidFill>
              </a:rPr>
              <a:t>	- prend en charge ASCII étendus et UCS-2 (Unicode sur 16 bits)</a:t>
            </a:r>
            <a:br>
              <a:rPr lang="fr-FR" altLang="fr-FR">
                <a:solidFill>
                  <a:srgbClr val="000000"/>
                </a:solidFill>
              </a:rPr>
            </a:br>
            <a:r>
              <a:rPr lang="fr-FR" altLang="fr-FR">
                <a:solidFill>
                  <a:srgbClr val="000000"/>
                </a:solidFill>
              </a:rPr>
              <a:t>	- utilisé pour les applications Unix et Internet	</a:t>
            </a:r>
          </a:p>
        </p:txBody>
      </p:sp>
      <p:sp>
        <p:nvSpPr>
          <p:cNvPr id="11275" name="Text Box 11">
            <a:extLst>
              <a:ext uri="{FF2B5EF4-FFF2-40B4-BE49-F238E27FC236}">
                <a16:creationId xmlns:a16="http://schemas.microsoft.com/office/drawing/2014/main" id="{0CF4AB89-279C-969A-DDA0-234546B3DE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38" y="2519363"/>
            <a:ext cx="5429250" cy="465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>
              <a:tabLst>
                <a:tab pos="0" algn="l"/>
                <a:tab pos="423863" algn="l"/>
                <a:tab pos="873125" algn="l"/>
                <a:tab pos="1322388" algn="l"/>
                <a:tab pos="1771650" algn="l"/>
                <a:tab pos="2220913" algn="l"/>
                <a:tab pos="2670175" algn="l"/>
                <a:tab pos="3119438" algn="l"/>
                <a:tab pos="3568700" algn="l"/>
                <a:tab pos="4017963" algn="l"/>
                <a:tab pos="4467225" algn="l"/>
                <a:tab pos="4916488" algn="l"/>
                <a:tab pos="5365750" algn="l"/>
                <a:tab pos="5815013" algn="l"/>
                <a:tab pos="6264275" algn="l"/>
                <a:tab pos="6713538" algn="l"/>
                <a:tab pos="7162800" algn="l"/>
                <a:tab pos="7612063" algn="l"/>
                <a:tab pos="8061325" algn="l"/>
                <a:tab pos="8062913" algn="l"/>
                <a:tab pos="8512175" algn="l"/>
                <a:tab pos="8961438" algn="l"/>
                <a:tab pos="9410700" algn="l"/>
                <a:tab pos="9859963" algn="l"/>
                <a:tab pos="9877425" algn="l"/>
                <a:tab pos="10326688" algn="l"/>
                <a:tab pos="10779125" algn="l"/>
                <a:tab pos="10779125" algn="l"/>
                <a:tab pos="1078071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23863" algn="l"/>
                <a:tab pos="873125" algn="l"/>
                <a:tab pos="1322388" algn="l"/>
                <a:tab pos="1771650" algn="l"/>
                <a:tab pos="2220913" algn="l"/>
                <a:tab pos="2670175" algn="l"/>
                <a:tab pos="3119438" algn="l"/>
                <a:tab pos="3568700" algn="l"/>
                <a:tab pos="4017963" algn="l"/>
                <a:tab pos="4467225" algn="l"/>
                <a:tab pos="4916488" algn="l"/>
                <a:tab pos="5365750" algn="l"/>
                <a:tab pos="5815013" algn="l"/>
                <a:tab pos="6264275" algn="l"/>
                <a:tab pos="6713538" algn="l"/>
                <a:tab pos="7162800" algn="l"/>
                <a:tab pos="7612063" algn="l"/>
                <a:tab pos="8061325" algn="l"/>
                <a:tab pos="8062913" algn="l"/>
                <a:tab pos="8512175" algn="l"/>
                <a:tab pos="8961438" algn="l"/>
                <a:tab pos="9410700" algn="l"/>
                <a:tab pos="9859963" algn="l"/>
                <a:tab pos="9877425" algn="l"/>
                <a:tab pos="10326688" algn="l"/>
                <a:tab pos="10779125" algn="l"/>
                <a:tab pos="10779125" algn="l"/>
                <a:tab pos="1078071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23863" algn="l"/>
                <a:tab pos="873125" algn="l"/>
                <a:tab pos="1322388" algn="l"/>
                <a:tab pos="1771650" algn="l"/>
                <a:tab pos="2220913" algn="l"/>
                <a:tab pos="2670175" algn="l"/>
                <a:tab pos="3119438" algn="l"/>
                <a:tab pos="3568700" algn="l"/>
                <a:tab pos="4017963" algn="l"/>
                <a:tab pos="4467225" algn="l"/>
                <a:tab pos="4916488" algn="l"/>
                <a:tab pos="5365750" algn="l"/>
                <a:tab pos="5815013" algn="l"/>
                <a:tab pos="6264275" algn="l"/>
                <a:tab pos="6713538" algn="l"/>
                <a:tab pos="7162800" algn="l"/>
                <a:tab pos="7612063" algn="l"/>
                <a:tab pos="8061325" algn="l"/>
                <a:tab pos="8062913" algn="l"/>
                <a:tab pos="8512175" algn="l"/>
                <a:tab pos="8961438" algn="l"/>
                <a:tab pos="9410700" algn="l"/>
                <a:tab pos="9859963" algn="l"/>
                <a:tab pos="9877425" algn="l"/>
                <a:tab pos="10326688" algn="l"/>
                <a:tab pos="10779125" algn="l"/>
                <a:tab pos="10779125" algn="l"/>
                <a:tab pos="1078071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23863" algn="l"/>
                <a:tab pos="873125" algn="l"/>
                <a:tab pos="1322388" algn="l"/>
                <a:tab pos="1771650" algn="l"/>
                <a:tab pos="2220913" algn="l"/>
                <a:tab pos="2670175" algn="l"/>
                <a:tab pos="3119438" algn="l"/>
                <a:tab pos="3568700" algn="l"/>
                <a:tab pos="4017963" algn="l"/>
                <a:tab pos="4467225" algn="l"/>
                <a:tab pos="4916488" algn="l"/>
                <a:tab pos="5365750" algn="l"/>
                <a:tab pos="5815013" algn="l"/>
                <a:tab pos="6264275" algn="l"/>
                <a:tab pos="6713538" algn="l"/>
                <a:tab pos="7162800" algn="l"/>
                <a:tab pos="7612063" algn="l"/>
                <a:tab pos="8061325" algn="l"/>
                <a:tab pos="8062913" algn="l"/>
                <a:tab pos="8512175" algn="l"/>
                <a:tab pos="8961438" algn="l"/>
                <a:tab pos="9410700" algn="l"/>
                <a:tab pos="9859963" algn="l"/>
                <a:tab pos="9877425" algn="l"/>
                <a:tab pos="10326688" algn="l"/>
                <a:tab pos="10779125" algn="l"/>
                <a:tab pos="10779125" algn="l"/>
                <a:tab pos="1078071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23863" algn="l"/>
                <a:tab pos="873125" algn="l"/>
                <a:tab pos="1322388" algn="l"/>
                <a:tab pos="1771650" algn="l"/>
                <a:tab pos="2220913" algn="l"/>
                <a:tab pos="2670175" algn="l"/>
                <a:tab pos="3119438" algn="l"/>
                <a:tab pos="3568700" algn="l"/>
                <a:tab pos="4017963" algn="l"/>
                <a:tab pos="4467225" algn="l"/>
                <a:tab pos="4916488" algn="l"/>
                <a:tab pos="5365750" algn="l"/>
                <a:tab pos="5815013" algn="l"/>
                <a:tab pos="6264275" algn="l"/>
                <a:tab pos="6713538" algn="l"/>
                <a:tab pos="7162800" algn="l"/>
                <a:tab pos="7612063" algn="l"/>
                <a:tab pos="8061325" algn="l"/>
                <a:tab pos="8062913" algn="l"/>
                <a:tab pos="8512175" algn="l"/>
                <a:tab pos="8961438" algn="l"/>
                <a:tab pos="9410700" algn="l"/>
                <a:tab pos="9859963" algn="l"/>
                <a:tab pos="9877425" algn="l"/>
                <a:tab pos="10326688" algn="l"/>
                <a:tab pos="10779125" algn="l"/>
                <a:tab pos="10779125" algn="l"/>
                <a:tab pos="1078071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3863" algn="l"/>
                <a:tab pos="873125" algn="l"/>
                <a:tab pos="1322388" algn="l"/>
                <a:tab pos="1771650" algn="l"/>
                <a:tab pos="2220913" algn="l"/>
                <a:tab pos="2670175" algn="l"/>
                <a:tab pos="3119438" algn="l"/>
                <a:tab pos="3568700" algn="l"/>
                <a:tab pos="4017963" algn="l"/>
                <a:tab pos="4467225" algn="l"/>
                <a:tab pos="4916488" algn="l"/>
                <a:tab pos="5365750" algn="l"/>
                <a:tab pos="5815013" algn="l"/>
                <a:tab pos="6264275" algn="l"/>
                <a:tab pos="6713538" algn="l"/>
                <a:tab pos="7162800" algn="l"/>
                <a:tab pos="7612063" algn="l"/>
                <a:tab pos="8061325" algn="l"/>
                <a:tab pos="8062913" algn="l"/>
                <a:tab pos="8512175" algn="l"/>
                <a:tab pos="8961438" algn="l"/>
                <a:tab pos="9410700" algn="l"/>
                <a:tab pos="9859963" algn="l"/>
                <a:tab pos="9877425" algn="l"/>
                <a:tab pos="10326688" algn="l"/>
                <a:tab pos="10779125" algn="l"/>
                <a:tab pos="10779125" algn="l"/>
                <a:tab pos="1078071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3863" algn="l"/>
                <a:tab pos="873125" algn="l"/>
                <a:tab pos="1322388" algn="l"/>
                <a:tab pos="1771650" algn="l"/>
                <a:tab pos="2220913" algn="l"/>
                <a:tab pos="2670175" algn="l"/>
                <a:tab pos="3119438" algn="l"/>
                <a:tab pos="3568700" algn="l"/>
                <a:tab pos="4017963" algn="l"/>
                <a:tab pos="4467225" algn="l"/>
                <a:tab pos="4916488" algn="l"/>
                <a:tab pos="5365750" algn="l"/>
                <a:tab pos="5815013" algn="l"/>
                <a:tab pos="6264275" algn="l"/>
                <a:tab pos="6713538" algn="l"/>
                <a:tab pos="7162800" algn="l"/>
                <a:tab pos="7612063" algn="l"/>
                <a:tab pos="8061325" algn="l"/>
                <a:tab pos="8062913" algn="l"/>
                <a:tab pos="8512175" algn="l"/>
                <a:tab pos="8961438" algn="l"/>
                <a:tab pos="9410700" algn="l"/>
                <a:tab pos="9859963" algn="l"/>
                <a:tab pos="9877425" algn="l"/>
                <a:tab pos="10326688" algn="l"/>
                <a:tab pos="10779125" algn="l"/>
                <a:tab pos="10779125" algn="l"/>
                <a:tab pos="1078071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3863" algn="l"/>
                <a:tab pos="873125" algn="l"/>
                <a:tab pos="1322388" algn="l"/>
                <a:tab pos="1771650" algn="l"/>
                <a:tab pos="2220913" algn="l"/>
                <a:tab pos="2670175" algn="l"/>
                <a:tab pos="3119438" algn="l"/>
                <a:tab pos="3568700" algn="l"/>
                <a:tab pos="4017963" algn="l"/>
                <a:tab pos="4467225" algn="l"/>
                <a:tab pos="4916488" algn="l"/>
                <a:tab pos="5365750" algn="l"/>
                <a:tab pos="5815013" algn="l"/>
                <a:tab pos="6264275" algn="l"/>
                <a:tab pos="6713538" algn="l"/>
                <a:tab pos="7162800" algn="l"/>
                <a:tab pos="7612063" algn="l"/>
                <a:tab pos="8061325" algn="l"/>
                <a:tab pos="8062913" algn="l"/>
                <a:tab pos="8512175" algn="l"/>
                <a:tab pos="8961438" algn="l"/>
                <a:tab pos="9410700" algn="l"/>
                <a:tab pos="9859963" algn="l"/>
                <a:tab pos="9877425" algn="l"/>
                <a:tab pos="10326688" algn="l"/>
                <a:tab pos="10779125" algn="l"/>
                <a:tab pos="10779125" algn="l"/>
                <a:tab pos="1078071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3863" algn="l"/>
                <a:tab pos="873125" algn="l"/>
                <a:tab pos="1322388" algn="l"/>
                <a:tab pos="1771650" algn="l"/>
                <a:tab pos="2220913" algn="l"/>
                <a:tab pos="2670175" algn="l"/>
                <a:tab pos="3119438" algn="l"/>
                <a:tab pos="3568700" algn="l"/>
                <a:tab pos="4017963" algn="l"/>
                <a:tab pos="4467225" algn="l"/>
                <a:tab pos="4916488" algn="l"/>
                <a:tab pos="5365750" algn="l"/>
                <a:tab pos="5815013" algn="l"/>
                <a:tab pos="6264275" algn="l"/>
                <a:tab pos="6713538" algn="l"/>
                <a:tab pos="7162800" algn="l"/>
                <a:tab pos="7612063" algn="l"/>
                <a:tab pos="8061325" algn="l"/>
                <a:tab pos="8062913" algn="l"/>
                <a:tab pos="8512175" algn="l"/>
                <a:tab pos="8961438" algn="l"/>
                <a:tab pos="9410700" algn="l"/>
                <a:tab pos="9859963" algn="l"/>
                <a:tab pos="9877425" algn="l"/>
                <a:tab pos="10326688" algn="l"/>
                <a:tab pos="10779125" algn="l"/>
                <a:tab pos="10779125" algn="l"/>
                <a:tab pos="1078071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buClrTx/>
              <a:buFontTx/>
              <a:buNone/>
            </a:pPr>
            <a:r>
              <a:rPr lang="fr-FR" altLang="fr-FR" b="1">
                <a:solidFill>
                  <a:srgbClr val="000000"/>
                </a:solidFill>
              </a:rPr>
              <a:t>UTF-16</a:t>
            </a:r>
            <a:br>
              <a:rPr lang="fr-FR" altLang="fr-FR" b="1">
                <a:solidFill>
                  <a:srgbClr val="000000"/>
                </a:solidFill>
              </a:rPr>
            </a:br>
            <a:r>
              <a:rPr lang="fr-FR" altLang="fr-FR">
                <a:solidFill>
                  <a:srgbClr val="000000"/>
                </a:solidFill>
              </a:rPr>
              <a:t>	- la majorité des caractères peuvent être représentés.</a:t>
            </a:r>
          </a:p>
        </p:txBody>
      </p:sp>
      <p:sp>
        <p:nvSpPr>
          <p:cNvPr id="11276" name="Text Box 12">
            <a:extLst>
              <a:ext uri="{FF2B5EF4-FFF2-40B4-BE49-F238E27FC236}">
                <a16:creationId xmlns:a16="http://schemas.microsoft.com/office/drawing/2014/main" id="{A6E5B8A7-F667-7FFE-7809-DB95F60E29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38" y="2995613"/>
            <a:ext cx="4383087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>
              <a:tabLst>
                <a:tab pos="0" algn="l"/>
                <a:tab pos="423863" algn="l"/>
                <a:tab pos="873125" algn="l"/>
                <a:tab pos="1322388" algn="l"/>
                <a:tab pos="1771650" algn="l"/>
                <a:tab pos="2220913" algn="l"/>
                <a:tab pos="2670175" algn="l"/>
                <a:tab pos="3119438" algn="l"/>
                <a:tab pos="3568700" algn="l"/>
                <a:tab pos="4017963" algn="l"/>
                <a:tab pos="4467225" algn="l"/>
                <a:tab pos="4916488" algn="l"/>
                <a:tab pos="5365750" algn="l"/>
                <a:tab pos="5815013" algn="l"/>
                <a:tab pos="6264275" algn="l"/>
                <a:tab pos="6713538" algn="l"/>
                <a:tab pos="7162800" algn="l"/>
                <a:tab pos="7612063" algn="l"/>
                <a:tab pos="8061325" algn="l"/>
                <a:tab pos="8062913" algn="l"/>
                <a:tab pos="8512175" algn="l"/>
                <a:tab pos="8961438" algn="l"/>
                <a:tab pos="9410700" algn="l"/>
                <a:tab pos="9859963" algn="l"/>
                <a:tab pos="9877425" algn="l"/>
                <a:tab pos="10326688" algn="l"/>
                <a:tab pos="10779125" algn="l"/>
                <a:tab pos="10779125" algn="l"/>
                <a:tab pos="1078071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23863" algn="l"/>
                <a:tab pos="873125" algn="l"/>
                <a:tab pos="1322388" algn="l"/>
                <a:tab pos="1771650" algn="l"/>
                <a:tab pos="2220913" algn="l"/>
                <a:tab pos="2670175" algn="l"/>
                <a:tab pos="3119438" algn="l"/>
                <a:tab pos="3568700" algn="l"/>
                <a:tab pos="4017963" algn="l"/>
                <a:tab pos="4467225" algn="l"/>
                <a:tab pos="4916488" algn="l"/>
                <a:tab pos="5365750" algn="l"/>
                <a:tab pos="5815013" algn="l"/>
                <a:tab pos="6264275" algn="l"/>
                <a:tab pos="6713538" algn="l"/>
                <a:tab pos="7162800" algn="l"/>
                <a:tab pos="7612063" algn="l"/>
                <a:tab pos="8061325" algn="l"/>
                <a:tab pos="8062913" algn="l"/>
                <a:tab pos="8512175" algn="l"/>
                <a:tab pos="8961438" algn="l"/>
                <a:tab pos="9410700" algn="l"/>
                <a:tab pos="9859963" algn="l"/>
                <a:tab pos="9877425" algn="l"/>
                <a:tab pos="10326688" algn="l"/>
                <a:tab pos="10779125" algn="l"/>
                <a:tab pos="10779125" algn="l"/>
                <a:tab pos="1078071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23863" algn="l"/>
                <a:tab pos="873125" algn="l"/>
                <a:tab pos="1322388" algn="l"/>
                <a:tab pos="1771650" algn="l"/>
                <a:tab pos="2220913" algn="l"/>
                <a:tab pos="2670175" algn="l"/>
                <a:tab pos="3119438" algn="l"/>
                <a:tab pos="3568700" algn="l"/>
                <a:tab pos="4017963" algn="l"/>
                <a:tab pos="4467225" algn="l"/>
                <a:tab pos="4916488" algn="l"/>
                <a:tab pos="5365750" algn="l"/>
                <a:tab pos="5815013" algn="l"/>
                <a:tab pos="6264275" algn="l"/>
                <a:tab pos="6713538" algn="l"/>
                <a:tab pos="7162800" algn="l"/>
                <a:tab pos="7612063" algn="l"/>
                <a:tab pos="8061325" algn="l"/>
                <a:tab pos="8062913" algn="l"/>
                <a:tab pos="8512175" algn="l"/>
                <a:tab pos="8961438" algn="l"/>
                <a:tab pos="9410700" algn="l"/>
                <a:tab pos="9859963" algn="l"/>
                <a:tab pos="9877425" algn="l"/>
                <a:tab pos="10326688" algn="l"/>
                <a:tab pos="10779125" algn="l"/>
                <a:tab pos="10779125" algn="l"/>
                <a:tab pos="1078071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23863" algn="l"/>
                <a:tab pos="873125" algn="l"/>
                <a:tab pos="1322388" algn="l"/>
                <a:tab pos="1771650" algn="l"/>
                <a:tab pos="2220913" algn="l"/>
                <a:tab pos="2670175" algn="l"/>
                <a:tab pos="3119438" algn="l"/>
                <a:tab pos="3568700" algn="l"/>
                <a:tab pos="4017963" algn="l"/>
                <a:tab pos="4467225" algn="l"/>
                <a:tab pos="4916488" algn="l"/>
                <a:tab pos="5365750" algn="l"/>
                <a:tab pos="5815013" algn="l"/>
                <a:tab pos="6264275" algn="l"/>
                <a:tab pos="6713538" algn="l"/>
                <a:tab pos="7162800" algn="l"/>
                <a:tab pos="7612063" algn="l"/>
                <a:tab pos="8061325" algn="l"/>
                <a:tab pos="8062913" algn="l"/>
                <a:tab pos="8512175" algn="l"/>
                <a:tab pos="8961438" algn="l"/>
                <a:tab pos="9410700" algn="l"/>
                <a:tab pos="9859963" algn="l"/>
                <a:tab pos="9877425" algn="l"/>
                <a:tab pos="10326688" algn="l"/>
                <a:tab pos="10779125" algn="l"/>
                <a:tab pos="10779125" algn="l"/>
                <a:tab pos="1078071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23863" algn="l"/>
                <a:tab pos="873125" algn="l"/>
                <a:tab pos="1322388" algn="l"/>
                <a:tab pos="1771650" algn="l"/>
                <a:tab pos="2220913" algn="l"/>
                <a:tab pos="2670175" algn="l"/>
                <a:tab pos="3119438" algn="l"/>
                <a:tab pos="3568700" algn="l"/>
                <a:tab pos="4017963" algn="l"/>
                <a:tab pos="4467225" algn="l"/>
                <a:tab pos="4916488" algn="l"/>
                <a:tab pos="5365750" algn="l"/>
                <a:tab pos="5815013" algn="l"/>
                <a:tab pos="6264275" algn="l"/>
                <a:tab pos="6713538" algn="l"/>
                <a:tab pos="7162800" algn="l"/>
                <a:tab pos="7612063" algn="l"/>
                <a:tab pos="8061325" algn="l"/>
                <a:tab pos="8062913" algn="l"/>
                <a:tab pos="8512175" algn="l"/>
                <a:tab pos="8961438" algn="l"/>
                <a:tab pos="9410700" algn="l"/>
                <a:tab pos="9859963" algn="l"/>
                <a:tab pos="9877425" algn="l"/>
                <a:tab pos="10326688" algn="l"/>
                <a:tab pos="10779125" algn="l"/>
                <a:tab pos="10779125" algn="l"/>
                <a:tab pos="1078071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3863" algn="l"/>
                <a:tab pos="873125" algn="l"/>
                <a:tab pos="1322388" algn="l"/>
                <a:tab pos="1771650" algn="l"/>
                <a:tab pos="2220913" algn="l"/>
                <a:tab pos="2670175" algn="l"/>
                <a:tab pos="3119438" algn="l"/>
                <a:tab pos="3568700" algn="l"/>
                <a:tab pos="4017963" algn="l"/>
                <a:tab pos="4467225" algn="l"/>
                <a:tab pos="4916488" algn="l"/>
                <a:tab pos="5365750" algn="l"/>
                <a:tab pos="5815013" algn="l"/>
                <a:tab pos="6264275" algn="l"/>
                <a:tab pos="6713538" algn="l"/>
                <a:tab pos="7162800" algn="l"/>
                <a:tab pos="7612063" algn="l"/>
                <a:tab pos="8061325" algn="l"/>
                <a:tab pos="8062913" algn="l"/>
                <a:tab pos="8512175" algn="l"/>
                <a:tab pos="8961438" algn="l"/>
                <a:tab pos="9410700" algn="l"/>
                <a:tab pos="9859963" algn="l"/>
                <a:tab pos="9877425" algn="l"/>
                <a:tab pos="10326688" algn="l"/>
                <a:tab pos="10779125" algn="l"/>
                <a:tab pos="10779125" algn="l"/>
                <a:tab pos="1078071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3863" algn="l"/>
                <a:tab pos="873125" algn="l"/>
                <a:tab pos="1322388" algn="l"/>
                <a:tab pos="1771650" algn="l"/>
                <a:tab pos="2220913" algn="l"/>
                <a:tab pos="2670175" algn="l"/>
                <a:tab pos="3119438" algn="l"/>
                <a:tab pos="3568700" algn="l"/>
                <a:tab pos="4017963" algn="l"/>
                <a:tab pos="4467225" algn="l"/>
                <a:tab pos="4916488" algn="l"/>
                <a:tab pos="5365750" algn="l"/>
                <a:tab pos="5815013" algn="l"/>
                <a:tab pos="6264275" algn="l"/>
                <a:tab pos="6713538" algn="l"/>
                <a:tab pos="7162800" algn="l"/>
                <a:tab pos="7612063" algn="l"/>
                <a:tab pos="8061325" algn="l"/>
                <a:tab pos="8062913" algn="l"/>
                <a:tab pos="8512175" algn="l"/>
                <a:tab pos="8961438" algn="l"/>
                <a:tab pos="9410700" algn="l"/>
                <a:tab pos="9859963" algn="l"/>
                <a:tab pos="9877425" algn="l"/>
                <a:tab pos="10326688" algn="l"/>
                <a:tab pos="10779125" algn="l"/>
                <a:tab pos="10779125" algn="l"/>
                <a:tab pos="1078071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3863" algn="l"/>
                <a:tab pos="873125" algn="l"/>
                <a:tab pos="1322388" algn="l"/>
                <a:tab pos="1771650" algn="l"/>
                <a:tab pos="2220913" algn="l"/>
                <a:tab pos="2670175" algn="l"/>
                <a:tab pos="3119438" algn="l"/>
                <a:tab pos="3568700" algn="l"/>
                <a:tab pos="4017963" algn="l"/>
                <a:tab pos="4467225" algn="l"/>
                <a:tab pos="4916488" algn="l"/>
                <a:tab pos="5365750" algn="l"/>
                <a:tab pos="5815013" algn="l"/>
                <a:tab pos="6264275" algn="l"/>
                <a:tab pos="6713538" algn="l"/>
                <a:tab pos="7162800" algn="l"/>
                <a:tab pos="7612063" algn="l"/>
                <a:tab pos="8061325" algn="l"/>
                <a:tab pos="8062913" algn="l"/>
                <a:tab pos="8512175" algn="l"/>
                <a:tab pos="8961438" algn="l"/>
                <a:tab pos="9410700" algn="l"/>
                <a:tab pos="9859963" algn="l"/>
                <a:tab pos="9877425" algn="l"/>
                <a:tab pos="10326688" algn="l"/>
                <a:tab pos="10779125" algn="l"/>
                <a:tab pos="10779125" algn="l"/>
                <a:tab pos="1078071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3863" algn="l"/>
                <a:tab pos="873125" algn="l"/>
                <a:tab pos="1322388" algn="l"/>
                <a:tab pos="1771650" algn="l"/>
                <a:tab pos="2220913" algn="l"/>
                <a:tab pos="2670175" algn="l"/>
                <a:tab pos="3119438" algn="l"/>
                <a:tab pos="3568700" algn="l"/>
                <a:tab pos="4017963" algn="l"/>
                <a:tab pos="4467225" algn="l"/>
                <a:tab pos="4916488" algn="l"/>
                <a:tab pos="5365750" algn="l"/>
                <a:tab pos="5815013" algn="l"/>
                <a:tab pos="6264275" algn="l"/>
                <a:tab pos="6713538" algn="l"/>
                <a:tab pos="7162800" algn="l"/>
                <a:tab pos="7612063" algn="l"/>
                <a:tab pos="8061325" algn="l"/>
                <a:tab pos="8062913" algn="l"/>
                <a:tab pos="8512175" algn="l"/>
                <a:tab pos="8961438" algn="l"/>
                <a:tab pos="9410700" algn="l"/>
                <a:tab pos="9859963" algn="l"/>
                <a:tab pos="9877425" algn="l"/>
                <a:tab pos="10326688" algn="l"/>
                <a:tab pos="10779125" algn="l"/>
                <a:tab pos="10779125" algn="l"/>
                <a:tab pos="1078071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buClrTx/>
              <a:buFontTx/>
              <a:buNone/>
            </a:pPr>
            <a:r>
              <a:rPr lang="fr-FR" altLang="fr-FR" b="1">
                <a:solidFill>
                  <a:srgbClr val="000000"/>
                </a:solidFill>
              </a:rPr>
              <a:t>UTF-32</a:t>
            </a:r>
            <a:r>
              <a:rPr lang="fr-FR" altLang="fr-FR">
                <a:solidFill>
                  <a:srgbClr val="000000"/>
                </a:solidFill>
              </a:rPr>
              <a:t> synonyme	d'UCS-4</a:t>
            </a:r>
            <a:br>
              <a:rPr lang="fr-FR" altLang="fr-FR">
                <a:solidFill>
                  <a:srgbClr val="000000"/>
                </a:solidFill>
              </a:rPr>
            </a:br>
            <a:r>
              <a:rPr lang="fr-FR" altLang="fr-FR">
                <a:solidFill>
                  <a:srgbClr val="000000"/>
                </a:solidFill>
              </a:rPr>
              <a:t>	- code les caractères sur une même taille.</a:t>
            </a:r>
          </a:p>
        </p:txBody>
      </p:sp>
      <p:sp>
        <p:nvSpPr>
          <p:cNvPr id="11277" name="Text Box 13">
            <a:extLst>
              <a:ext uri="{FF2B5EF4-FFF2-40B4-BE49-F238E27FC236}">
                <a16:creationId xmlns:a16="http://schemas.microsoft.com/office/drawing/2014/main" id="{6607A4B4-26FB-C85D-D562-578D7B5CF2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24525" y="4895850"/>
            <a:ext cx="2808288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r>
              <a:rPr lang="fr-FR" altLang="fr-FR" sz="1200" b="1">
                <a:solidFill>
                  <a:srgbClr val="000000"/>
                </a:solidFill>
              </a:rPr>
              <a:t>U+0041 LATIN CAPITAL LETTER A  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Text Box 1">
            <a:extLst>
              <a:ext uri="{FF2B5EF4-FFF2-40B4-BE49-F238E27FC236}">
                <a16:creationId xmlns:a16="http://schemas.microsoft.com/office/drawing/2014/main" id="{EDCE4F85-FBD1-6310-CAF1-2A53F0FFBD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6246813"/>
            <a:ext cx="1500188" cy="44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lnSpc>
                <a:spcPct val="81000"/>
              </a:lnSpc>
              <a:buClrTx/>
              <a:buFontTx/>
              <a:buNone/>
            </a:pPr>
            <a:r>
              <a:rPr lang="en-GB" altLang="fr-FR" sz="1400">
                <a:solidFill>
                  <a:srgbClr val="000000"/>
                </a:solidFill>
              </a:rPr>
              <a:t>01/10/09</a:t>
            </a:r>
          </a:p>
        </p:txBody>
      </p:sp>
      <p:sp>
        <p:nvSpPr>
          <p:cNvPr id="12290" name="Text Box 2">
            <a:extLst>
              <a:ext uri="{FF2B5EF4-FFF2-40B4-BE49-F238E27FC236}">
                <a16:creationId xmlns:a16="http://schemas.microsoft.com/office/drawing/2014/main" id="{2F8869BE-0AC0-3FE5-3E2D-10384C11E9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79613" y="6246813"/>
            <a:ext cx="5911850" cy="44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>
              <a:lnSpc>
                <a:spcPct val="81000"/>
              </a:lnSpc>
              <a:buClrTx/>
              <a:buFontTx/>
              <a:buNone/>
            </a:pPr>
            <a:r>
              <a:rPr lang="en-GB" altLang="fr-FR" sz="1400">
                <a:solidFill>
                  <a:srgbClr val="000000"/>
                </a:solidFill>
              </a:rPr>
              <a:t>Activité 1 - Module 1 - Séquence 1 - Phase 5</a:t>
            </a:r>
          </a:p>
        </p:txBody>
      </p:sp>
      <p:sp>
        <p:nvSpPr>
          <p:cNvPr id="12291" name="Text Box 3">
            <a:extLst>
              <a:ext uri="{FF2B5EF4-FFF2-40B4-BE49-F238E27FC236}">
                <a16:creationId xmlns:a16="http://schemas.microsoft.com/office/drawing/2014/main" id="{3476BB27-446F-551F-8004-50C2DE0F72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0038" y="6246813"/>
            <a:ext cx="738187" cy="44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r">
              <a:lnSpc>
                <a:spcPct val="81000"/>
              </a:lnSpc>
              <a:buClrTx/>
              <a:buFontTx/>
              <a:buNone/>
            </a:pPr>
            <a:fld id="{56D74104-1115-4BE3-BC3A-5F310B21BEEC}" type="slidenum">
              <a:rPr lang="en-GB" altLang="fr-FR" sz="1400">
                <a:solidFill>
                  <a:srgbClr val="000000"/>
                </a:solidFill>
              </a:rPr>
              <a:pPr algn="r">
                <a:lnSpc>
                  <a:spcPct val="81000"/>
                </a:lnSpc>
                <a:buClrTx/>
                <a:buFontTx/>
                <a:buNone/>
              </a:pPr>
              <a:t>10</a:t>
            </a:fld>
            <a:endParaRPr lang="en-GB" altLang="fr-FR" sz="1400">
              <a:solidFill>
                <a:srgbClr val="000000"/>
              </a:solidFill>
            </a:endParaRPr>
          </a:p>
        </p:txBody>
      </p:sp>
      <p:sp>
        <p:nvSpPr>
          <p:cNvPr id="12292" name="Text Box 4">
            <a:extLst>
              <a:ext uri="{FF2B5EF4-FFF2-40B4-BE49-F238E27FC236}">
                <a16:creationId xmlns:a16="http://schemas.microsoft.com/office/drawing/2014/main" id="{B3136255-AC28-4DCC-D758-65F6EE63EA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279400"/>
            <a:ext cx="8229600" cy="1238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>
              <a:lnSpc>
                <a:spcPct val="101000"/>
              </a:lnSpc>
              <a:buClrTx/>
              <a:buFontTx/>
              <a:buNone/>
            </a:pPr>
            <a:r>
              <a:rPr lang="en-GB" altLang="fr-FR" sz="3200">
                <a:solidFill>
                  <a:srgbClr val="000000"/>
                </a:solidFill>
                <a:latin typeface="Verdana" panose="020B0604030504040204" pitchFamily="34" charset="0"/>
              </a:rPr>
              <a:t>Représentation des données</a:t>
            </a:r>
            <a:br>
              <a:rPr lang="en-GB" altLang="fr-FR" sz="3200">
                <a:solidFill>
                  <a:srgbClr val="000000"/>
                </a:solidFill>
                <a:latin typeface="Verdana" panose="020B0604030504040204" pitchFamily="34" charset="0"/>
              </a:rPr>
            </a:br>
            <a:r>
              <a:rPr lang="en-GB" altLang="fr-FR" sz="2400" i="1">
                <a:solidFill>
                  <a:srgbClr val="000000"/>
                </a:solidFill>
                <a:latin typeface="Verdana" panose="020B0604030504040204" pitchFamily="34" charset="0"/>
              </a:rPr>
              <a:t>Unicode</a:t>
            </a:r>
          </a:p>
        </p:txBody>
      </p:sp>
      <p:sp>
        <p:nvSpPr>
          <p:cNvPr id="12293" name="Line 5">
            <a:extLst>
              <a:ext uri="{FF2B5EF4-FFF2-40B4-BE49-F238E27FC236}">
                <a16:creationId xmlns:a16="http://schemas.microsoft.com/office/drawing/2014/main" id="{9DC3AE08-3758-B6C7-DFDA-006338CCF418}"/>
              </a:ext>
            </a:extLst>
          </p:cNvPr>
          <p:cNvSpPr>
            <a:spLocks noChangeShapeType="1"/>
          </p:cNvSpPr>
          <p:nvPr/>
        </p:nvSpPr>
        <p:spPr bwMode="auto">
          <a:xfrm>
            <a:off x="1044575" y="971550"/>
            <a:ext cx="6300788" cy="1588"/>
          </a:xfrm>
          <a:prstGeom prst="line">
            <a:avLst/>
          </a:prstGeom>
          <a:noFill/>
          <a:ln w="36000">
            <a:solidFill>
              <a:srgbClr val="B3B3B3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2294" name="Text Box 6">
            <a:extLst>
              <a:ext uri="{FF2B5EF4-FFF2-40B4-BE49-F238E27FC236}">
                <a16:creationId xmlns:a16="http://schemas.microsoft.com/office/drawing/2014/main" id="{F229015A-EC45-DBEA-E773-86F7F44A67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655763"/>
            <a:ext cx="9144000" cy="1936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r>
              <a:rPr lang="fr-FR" altLang="fr-FR">
                <a:solidFill>
                  <a:srgbClr val="000000"/>
                </a:solidFill>
              </a:rPr>
              <a:t>The Unicode Standard, Version 6.2, contains 110,117 characters from the world’s scripts.</a:t>
            </a:r>
          </a:p>
          <a:p>
            <a:r>
              <a:rPr lang="fr-FR" altLang="fr-FR">
                <a:solidFill>
                  <a:srgbClr val="000000"/>
                </a:solidFill>
              </a:rPr>
              <a:t>These characters are more than </a:t>
            </a:r>
            <a:r>
              <a:rPr lang="fr-FR" altLang="fr-FR" b="1">
                <a:solidFill>
                  <a:srgbClr val="000000"/>
                </a:solidFill>
              </a:rPr>
              <a:t>sufficient</a:t>
            </a:r>
            <a:r>
              <a:rPr lang="fr-FR" altLang="fr-FR">
                <a:solidFill>
                  <a:srgbClr val="000000"/>
                </a:solidFill>
              </a:rPr>
              <a:t> not only for </a:t>
            </a:r>
            <a:r>
              <a:rPr lang="fr-FR" altLang="fr-FR" b="1">
                <a:solidFill>
                  <a:srgbClr val="000000"/>
                </a:solidFill>
              </a:rPr>
              <a:t>modern communication</a:t>
            </a:r>
            <a:r>
              <a:rPr lang="fr-FR" altLang="fr-FR">
                <a:solidFill>
                  <a:srgbClr val="000000"/>
                </a:solidFill>
              </a:rPr>
              <a:t> for the</a:t>
            </a:r>
          </a:p>
          <a:p>
            <a:r>
              <a:rPr lang="fr-FR" altLang="fr-FR">
                <a:solidFill>
                  <a:srgbClr val="000000"/>
                </a:solidFill>
              </a:rPr>
              <a:t>world’s languages, but also to represent the classical forms of many languages. The standard</a:t>
            </a:r>
          </a:p>
          <a:p>
            <a:r>
              <a:rPr lang="fr-FR" altLang="fr-FR">
                <a:solidFill>
                  <a:srgbClr val="000000"/>
                </a:solidFill>
              </a:rPr>
              <a:t>includes the </a:t>
            </a:r>
            <a:r>
              <a:rPr lang="fr-FR" altLang="fr-FR" b="1">
                <a:solidFill>
                  <a:srgbClr val="000000"/>
                </a:solidFill>
              </a:rPr>
              <a:t>European</a:t>
            </a:r>
            <a:r>
              <a:rPr lang="fr-FR" altLang="fr-FR">
                <a:solidFill>
                  <a:srgbClr val="000000"/>
                </a:solidFill>
              </a:rPr>
              <a:t> alphabetic scripts, </a:t>
            </a:r>
            <a:r>
              <a:rPr lang="fr-FR" altLang="fr-FR" b="1">
                <a:solidFill>
                  <a:srgbClr val="000000"/>
                </a:solidFill>
              </a:rPr>
              <a:t>Middle Eastern</a:t>
            </a:r>
            <a:r>
              <a:rPr lang="fr-FR" altLang="fr-FR">
                <a:solidFill>
                  <a:srgbClr val="000000"/>
                </a:solidFill>
              </a:rPr>
              <a:t> right-to-left scripts, and scripts of</a:t>
            </a:r>
          </a:p>
          <a:p>
            <a:r>
              <a:rPr lang="fr-FR" altLang="fr-FR" b="1">
                <a:solidFill>
                  <a:srgbClr val="000000"/>
                </a:solidFill>
              </a:rPr>
              <a:t>Asia</a:t>
            </a:r>
            <a:r>
              <a:rPr lang="fr-FR" altLang="fr-FR">
                <a:solidFill>
                  <a:srgbClr val="000000"/>
                </a:solidFill>
              </a:rPr>
              <a:t> and </a:t>
            </a:r>
            <a:r>
              <a:rPr lang="fr-FR" altLang="fr-FR" b="1">
                <a:solidFill>
                  <a:srgbClr val="000000"/>
                </a:solidFill>
              </a:rPr>
              <a:t>Africa</a:t>
            </a:r>
            <a:r>
              <a:rPr lang="fr-FR" altLang="fr-FR">
                <a:solidFill>
                  <a:srgbClr val="000000"/>
                </a:solidFill>
              </a:rPr>
              <a:t>. Many </a:t>
            </a:r>
            <a:r>
              <a:rPr lang="fr-FR" altLang="fr-FR" b="1">
                <a:solidFill>
                  <a:srgbClr val="000000"/>
                </a:solidFill>
              </a:rPr>
              <a:t>archaic</a:t>
            </a:r>
            <a:r>
              <a:rPr lang="fr-FR" altLang="fr-FR">
                <a:solidFill>
                  <a:srgbClr val="000000"/>
                </a:solidFill>
              </a:rPr>
              <a:t> and </a:t>
            </a:r>
            <a:r>
              <a:rPr lang="fr-FR" altLang="fr-FR" b="1">
                <a:solidFill>
                  <a:srgbClr val="000000"/>
                </a:solidFill>
              </a:rPr>
              <a:t>historic</a:t>
            </a:r>
            <a:r>
              <a:rPr lang="fr-FR" altLang="fr-FR">
                <a:solidFill>
                  <a:srgbClr val="000000"/>
                </a:solidFill>
              </a:rPr>
              <a:t> scripts are encoded. The </a:t>
            </a:r>
            <a:r>
              <a:rPr lang="fr-FR" altLang="fr-FR" b="1">
                <a:solidFill>
                  <a:srgbClr val="000000"/>
                </a:solidFill>
              </a:rPr>
              <a:t>Han</a:t>
            </a:r>
            <a:r>
              <a:rPr lang="fr-FR" altLang="fr-FR">
                <a:solidFill>
                  <a:srgbClr val="000000"/>
                </a:solidFill>
              </a:rPr>
              <a:t> script includes</a:t>
            </a:r>
          </a:p>
          <a:p>
            <a:r>
              <a:rPr lang="fr-FR" altLang="fr-FR">
                <a:solidFill>
                  <a:srgbClr val="000000"/>
                </a:solidFill>
              </a:rPr>
              <a:t>74,616 ideographic characters defined by national, international, and industry standards of</a:t>
            </a:r>
          </a:p>
          <a:p>
            <a:r>
              <a:rPr lang="fr-FR" altLang="fr-FR">
                <a:solidFill>
                  <a:srgbClr val="000000"/>
                </a:solidFill>
              </a:rPr>
              <a:t>China, Japan, Korea, Taiwan, Vietnam, and Singapore. In addition, the Unicode Standard</a:t>
            </a:r>
          </a:p>
          <a:p>
            <a:r>
              <a:rPr lang="fr-FR" altLang="fr-FR">
                <a:solidFill>
                  <a:srgbClr val="000000"/>
                </a:solidFill>
              </a:rPr>
              <a:t>contains many important symbol sets, including currency symbols, punctuation marks,</a:t>
            </a:r>
          </a:p>
          <a:p>
            <a:r>
              <a:rPr lang="fr-FR" altLang="fr-FR">
                <a:solidFill>
                  <a:srgbClr val="000000"/>
                </a:solidFill>
              </a:rPr>
              <a:t>mathematical symbols, technical symbols, geometric shapes, dingbats, and emoji.</a:t>
            </a:r>
          </a:p>
          <a:p>
            <a:endParaRPr lang="fr-FR" altLang="fr-FR">
              <a:solidFill>
                <a:srgbClr val="000000"/>
              </a:solidFill>
            </a:endParaRPr>
          </a:p>
        </p:txBody>
      </p:sp>
      <p:sp>
        <p:nvSpPr>
          <p:cNvPr id="12295" name="Text Box 7">
            <a:extLst>
              <a:ext uri="{FF2B5EF4-FFF2-40B4-BE49-F238E27FC236}">
                <a16:creationId xmlns:a16="http://schemas.microsoft.com/office/drawing/2014/main" id="{D6A4C5E6-66F6-4D63-FEEE-1397306C2C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032250"/>
            <a:ext cx="9144000" cy="1568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r>
              <a:rPr lang="fr-FR" altLang="fr-FR">
                <a:solidFill>
                  <a:srgbClr val="000000"/>
                </a:solidFill>
              </a:rPr>
              <a:t>Note, however, that the Unicode Standard does not encode idiosyncratic, personal, novel,</a:t>
            </a:r>
          </a:p>
          <a:p>
            <a:r>
              <a:rPr lang="fr-FR" altLang="fr-FR">
                <a:solidFill>
                  <a:srgbClr val="000000"/>
                </a:solidFill>
              </a:rPr>
              <a:t>or private-use characters, nor does it encode logos or graphics. Graphologies unrelated to</a:t>
            </a:r>
          </a:p>
          <a:p>
            <a:r>
              <a:rPr lang="fr-FR" altLang="fr-FR">
                <a:solidFill>
                  <a:srgbClr val="000000"/>
                </a:solidFill>
              </a:rPr>
              <a:t>text, such as dance notations, are likewise outside the scope of the Unicode Standard. Font</a:t>
            </a:r>
          </a:p>
          <a:p>
            <a:r>
              <a:rPr lang="fr-FR" altLang="fr-FR">
                <a:solidFill>
                  <a:srgbClr val="000000"/>
                </a:solidFill>
              </a:rPr>
              <a:t>variants are explicitly not encoded. </a:t>
            </a:r>
            <a:r>
              <a:rPr lang="fr-FR" altLang="fr-FR" b="1">
                <a:solidFill>
                  <a:srgbClr val="000000"/>
                </a:solidFill>
              </a:rPr>
              <a:t>The Unicode Standard reserves 6,400 code points in the</a:t>
            </a:r>
          </a:p>
          <a:p>
            <a:r>
              <a:rPr lang="fr-FR" altLang="fr-FR" b="1">
                <a:solidFill>
                  <a:srgbClr val="000000"/>
                </a:solidFill>
              </a:rPr>
              <a:t>BMP for private use</a:t>
            </a:r>
            <a:r>
              <a:rPr lang="fr-FR" altLang="fr-FR">
                <a:solidFill>
                  <a:srgbClr val="000000"/>
                </a:solidFill>
              </a:rPr>
              <a:t>, which may be used to assign codes to characters not included in the</a:t>
            </a:r>
          </a:p>
          <a:p>
            <a:r>
              <a:rPr lang="fr-FR" altLang="fr-FR">
                <a:solidFill>
                  <a:srgbClr val="000000"/>
                </a:solidFill>
              </a:rPr>
              <a:t>repertoire of the Unicode Standard. Another 131,068 private-use code points are available</a:t>
            </a:r>
          </a:p>
          <a:p>
            <a:r>
              <a:rPr lang="fr-FR" altLang="fr-FR">
                <a:solidFill>
                  <a:srgbClr val="000000"/>
                </a:solidFill>
              </a:rPr>
              <a:t>outside the BMP, should 6,400 prove insufficient for particular applications.</a:t>
            </a:r>
          </a:p>
          <a:p>
            <a:endParaRPr lang="fr-FR" altLang="fr-FR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Text Box 1">
            <a:extLst>
              <a:ext uri="{FF2B5EF4-FFF2-40B4-BE49-F238E27FC236}">
                <a16:creationId xmlns:a16="http://schemas.microsoft.com/office/drawing/2014/main" id="{443F3D8B-D9F8-6B57-D3D9-561B700693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6246813"/>
            <a:ext cx="1500188" cy="44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lnSpc>
                <a:spcPct val="81000"/>
              </a:lnSpc>
              <a:buClrTx/>
              <a:buFontTx/>
              <a:buNone/>
            </a:pPr>
            <a:r>
              <a:rPr lang="en-GB" altLang="fr-FR" sz="1400">
                <a:solidFill>
                  <a:srgbClr val="000000"/>
                </a:solidFill>
              </a:rPr>
              <a:t>01/10/09</a:t>
            </a:r>
          </a:p>
        </p:txBody>
      </p:sp>
      <p:sp>
        <p:nvSpPr>
          <p:cNvPr id="13314" name="Text Box 2">
            <a:extLst>
              <a:ext uri="{FF2B5EF4-FFF2-40B4-BE49-F238E27FC236}">
                <a16:creationId xmlns:a16="http://schemas.microsoft.com/office/drawing/2014/main" id="{BA25E0C5-3464-A996-325A-1E9C409AF9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79613" y="6246813"/>
            <a:ext cx="5911850" cy="44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>
              <a:lnSpc>
                <a:spcPct val="81000"/>
              </a:lnSpc>
              <a:buClrTx/>
              <a:buFontTx/>
              <a:buNone/>
            </a:pPr>
            <a:r>
              <a:rPr lang="en-GB" altLang="fr-FR" sz="1400">
                <a:solidFill>
                  <a:srgbClr val="000000"/>
                </a:solidFill>
              </a:rPr>
              <a:t>Activité 1 - Module 1 - Séquence 1 - Phase 5</a:t>
            </a:r>
          </a:p>
        </p:txBody>
      </p:sp>
      <p:sp>
        <p:nvSpPr>
          <p:cNvPr id="13315" name="Text Box 3">
            <a:extLst>
              <a:ext uri="{FF2B5EF4-FFF2-40B4-BE49-F238E27FC236}">
                <a16:creationId xmlns:a16="http://schemas.microsoft.com/office/drawing/2014/main" id="{FF96974C-58C8-8970-A015-DF2F65772F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0038" y="6246813"/>
            <a:ext cx="738187" cy="44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r">
              <a:lnSpc>
                <a:spcPct val="81000"/>
              </a:lnSpc>
              <a:buClrTx/>
              <a:buFontTx/>
              <a:buNone/>
            </a:pPr>
            <a:fld id="{91949E1A-E6A6-4D69-887D-EE12B29B70B2}" type="slidenum">
              <a:rPr lang="en-GB" altLang="fr-FR" sz="1400">
                <a:solidFill>
                  <a:srgbClr val="000000"/>
                </a:solidFill>
              </a:rPr>
              <a:pPr algn="r">
                <a:lnSpc>
                  <a:spcPct val="81000"/>
                </a:lnSpc>
                <a:buClrTx/>
                <a:buFontTx/>
                <a:buNone/>
              </a:pPr>
              <a:t>11</a:t>
            </a:fld>
            <a:endParaRPr lang="en-GB" altLang="fr-FR" sz="1400">
              <a:solidFill>
                <a:srgbClr val="000000"/>
              </a:solidFill>
            </a:endParaRPr>
          </a:p>
        </p:txBody>
      </p:sp>
      <p:sp>
        <p:nvSpPr>
          <p:cNvPr id="13316" name="Text Box 4">
            <a:extLst>
              <a:ext uri="{FF2B5EF4-FFF2-40B4-BE49-F238E27FC236}">
                <a16:creationId xmlns:a16="http://schemas.microsoft.com/office/drawing/2014/main" id="{22006980-794A-28AF-9CB6-E17762ECBE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279400"/>
            <a:ext cx="8229600" cy="1238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>
              <a:lnSpc>
                <a:spcPct val="101000"/>
              </a:lnSpc>
              <a:buClrTx/>
              <a:buFontTx/>
              <a:buNone/>
            </a:pPr>
            <a:r>
              <a:rPr lang="en-GB" altLang="fr-FR" sz="3200">
                <a:solidFill>
                  <a:srgbClr val="000000"/>
                </a:solidFill>
                <a:latin typeface="Verdana" panose="020B0604030504040204" pitchFamily="34" charset="0"/>
              </a:rPr>
              <a:t>Représentation des données</a:t>
            </a:r>
            <a:br>
              <a:rPr lang="en-GB" altLang="fr-FR" sz="3200">
                <a:solidFill>
                  <a:srgbClr val="000000"/>
                </a:solidFill>
                <a:latin typeface="Verdana" panose="020B0604030504040204" pitchFamily="34" charset="0"/>
              </a:rPr>
            </a:br>
            <a:r>
              <a:rPr lang="en-GB" altLang="fr-FR" sz="2400" i="1">
                <a:solidFill>
                  <a:srgbClr val="000000"/>
                </a:solidFill>
                <a:latin typeface="Verdana" panose="020B0604030504040204" pitchFamily="34" charset="0"/>
              </a:rPr>
              <a:t>Unicode - Fonctionnement de UTF-8</a:t>
            </a:r>
          </a:p>
        </p:txBody>
      </p:sp>
      <p:sp>
        <p:nvSpPr>
          <p:cNvPr id="13317" name="Line 5">
            <a:extLst>
              <a:ext uri="{FF2B5EF4-FFF2-40B4-BE49-F238E27FC236}">
                <a16:creationId xmlns:a16="http://schemas.microsoft.com/office/drawing/2014/main" id="{BDF9934A-D602-ECFC-B00D-B8431F515B83}"/>
              </a:ext>
            </a:extLst>
          </p:cNvPr>
          <p:cNvSpPr>
            <a:spLocks noChangeShapeType="1"/>
          </p:cNvSpPr>
          <p:nvPr/>
        </p:nvSpPr>
        <p:spPr bwMode="auto">
          <a:xfrm>
            <a:off x="1044575" y="971550"/>
            <a:ext cx="6300788" cy="1588"/>
          </a:xfrm>
          <a:prstGeom prst="line">
            <a:avLst/>
          </a:prstGeom>
          <a:noFill/>
          <a:ln w="36000">
            <a:solidFill>
              <a:srgbClr val="B3B3B3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3318" name="Text Box 6">
            <a:extLst>
              <a:ext uri="{FF2B5EF4-FFF2-40B4-BE49-F238E27FC236}">
                <a16:creationId xmlns:a16="http://schemas.microsoft.com/office/drawing/2014/main" id="{0E7FC4FC-CD84-102E-50FB-BE44C7DE33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363" y="1403350"/>
            <a:ext cx="2879725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buClrTx/>
              <a:buFontTx/>
              <a:buNone/>
            </a:pPr>
            <a:r>
              <a:rPr lang="fr-FR" altLang="fr-FR" b="1">
                <a:solidFill>
                  <a:srgbClr val="000000"/>
                </a:solidFill>
              </a:rPr>
              <a:t>Fonctionnement de UTF-8</a:t>
            </a:r>
          </a:p>
        </p:txBody>
      </p:sp>
      <p:sp>
        <p:nvSpPr>
          <p:cNvPr id="13319" name="Text Box 7">
            <a:extLst>
              <a:ext uri="{FF2B5EF4-FFF2-40B4-BE49-F238E27FC236}">
                <a16:creationId xmlns:a16="http://schemas.microsoft.com/office/drawing/2014/main" id="{0DD0B959-780C-4A09-CB4B-E1F973F55B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" y="1625600"/>
            <a:ext cx="9169400" cy="143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buSzPct val="45000"/>
              <a:buFont typeface="Wingdings" panose="05000000000000000000" pitchFamily="2" charset="2"/>
              <a:buChar char=""/>
            </a:pPr>
            <a:r>
              <a:rPr lang="fr-FR" altLang="fr-FR">
                <a:solidFill>
                  <a:srgbClr val="000000"/>
                </a:solidFill>
              </a:rPr>
              <a:t> Chaque </a:t>
            </a:r>
            <a:r>
              <a:rPr lang="fr-FR" altLang="fr-FR" b="1">
                <a:solidFill>
                  <a:srgbClr val="000000"/>
                </a:solidFill>
              </a:rPr>
              <a:t>caracteres</a:t>
            </a:r>
            <a:r>
              <a:rPr lang="fr-FR" altLang="fr-FR">
                <a:solidFill>
                  <a:srgbClr val="000000"/>
                </a:solidFill>
              </a:rPr>
              <a:t> Unicode est </a:t>
            </a:r>
            <a:r>
              <a:rPr lang="fr-FR" altLang="fr-FR" b="1">
                <a:solidFill>
                  <a:srgbClr val="000000"/>
                </a:solidFill>
              </a:rPr>
              <a:t>repéré</a:t>
            </a:r>
            <a:r>
              <a:rPr lang="fr-FR" altLang="fr-FR">
                <a:solidFill>
                  <a:srgbClr val="000000"/>
                </a:solidFill>
              </a:rPr>
              <a:t> par un </a:t>
            </a:r>
            <a:r>
              <a:rPr lang="fr-FR" altLang="fr-FR" b="1">
                <a:solidFill>
                  <a:srgbClr val="000000"/>
                </a:solidFill>
              </a:rPr>
              <a:t>nombre</a:t>
            </a:r>
            <a:r>
              <a:rPr lang="fr-FR" altLang="fr-FR">
                <a:solidFill>
                  <a:srgbClr val="000000"/>
                </a:solidFill>
              </a:rPr>
              <a:t> (</a:t>
            </a:r>
            <a:r>
              <a:rPr lang="fr-FR" altLang="fr-FR" b="1">
                <a:solidFill>
                  <a:srgbClr val="000000"/>
                </a:solidFill>
              </a:rPr>
              <a:t>point de code</a:t>
            </a:r>
            <a:r>
              <a:rPr lang="fr-FR" altLang="fr-FR">
                <a:solidFill>
                  <a:srgbClr val="000000"/>
                </a:solidFill>
              </a:rPr>
              <a:t>) compris entre </a:t>
            </a:r>
            <a:br>
              <a:rPr lang="fr-FR" altLang="fr-FR">
                <a:solidFill>
                  <a:srgbClr val="000000"/>
                </a:solidFill>
              </a:rPr>
            </a:br>
            <a:r>
              <a:rPr lang="fr-FR" altLang="fr-FR" b="1">
                <a:solidFill>
                  <a:srgbClr val="000000"/>
                </a:solidFill>
              </a:rPr>
              <a:t>0 et 2</a:t>
            </a:r>
            <a:r>
              <a:rPr lang="fr-FR" altLang="fr-FR" b="1" baseline="33000">
                <a:solidFill>
                  <a:srgbClr val="000000"/>
                </a:solidFill>
              </a:rPr>
              <a:t>3</a:t>
            </a:r>
            <a:r>
              <a:rPr lang="fr-FR" altLang="fr-FR" baseline="33000">
                <a:solidFill>
                  <a:srgbClr val="000000"/>
                </a:solidFill>
              </a:rPr>
              <a:t>1</a:t>
            </a:r>
            <a:r>
              <a:rPr lang="fr-FR" altLang="fr-FR">
                <a:solidFill>
                  <a:srgbClr val="000000"/>
                </a:solidFill>
              </a:rPr>
              <a:t> (0x0 – 0x7FFFFFFF) et un </a:t>
            </a:r>
            <a:r>
              <a:rPr lang="fr-FR" altLang="fr-FR" b="1">
                <a:solidFill>
                  <a:srgbClr val="000000"/>
                </a:solidFill>
              </a:rPr>
              <a:t>nom</a:t>
            </a:r>
            <a:r>
              <a:rPr lang="fr-FR" altLang="fr-FR">
                <a:solidFill>
                  <a:srgbClr val="000000"/>
                </a:solidFill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altLang="fr-FR">
                <a:solidFill>
                  <a:srgbClr val="000000"/>
                </a:solidFill>
              </a:rPr>
              <a:t> UTF-8 est un </a:t>
            </a:r>
            <a:r>
              <a:rPr lang="fr-FR" altLang="fr-FR" b="1">
                <a:solidFill>
                  <a:srgbClr val="000000"/>
                </a:solidFill>
              </a:rPr>
              <a:t>code variable</a:t>
            </a:r>
            <a:r>
              <a:rPr lang="fr-FR" altLang="fr-FR">
                <a:solidFill>
                  <a:srgbClr val="000000"/>
                </a:solidFill>
              </a:rPr>
              <a:t>, on transmet 8 bits, si le caractères peut être codé sur 8 bits (ASCII) </a:t>
            </a:r>
            <a:br>
              <a:rPr lang="fr-FR" altLang="fr-FR">
                <a:solidFill>
                  <a:srgbClr val="000000"/>
                </a:solidFill>
              </a:rPr>
            </a:br>
            <a:r>
              <a:rPr lang="fr-FR" altLang="fr-FR">
                <a:solidFill>
                  <a:srgbClr val="000000"/>
                </a:solidFill>
              </a:rPr>
              <a:t>et non pas 32 bits comme avec UTF-32.</a:t>
            </a:r>
          </a:p>
          <a:p>
            <a:pPr>
              <a:buFont typeface="Arial" panose="020B0604020202020204" pitchFamily="34" charset="0"/>
              <a:buNone/>
            </a:pPr>
            <a:endParaRPr lang="fr-FR" altLang="fr-FR">
              <a:solidFill>
                <a:srgbClr val="000000"/>
              </a:solidFill>
            </a:endParaRPr>
          </a:p>
        </p:txBody>
      </p:sp>
      <p:pic>
        <p:nvPicPr>
          <p:cNvPr id="13320" name="Picture 8">
            <a:extLst>
              <a:ext uri="{FF2B5EF4-FFF2-40B4-BE49-F238E27FC236}">
                <a16:creationId xmlns:a16="http://schemas.microsoft.com/office/drawing/2014/main" id="{7A5E63E0-589D-4C0A-48CD-52A3ECA021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963" y="2735263"/>
            <a:ext cx="8250237" cy="2519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Text Box 1">
            <a:extLst>
              <a:ext uri="{FF2B5EF4-FFF2-40B4-BE49-F238E27FC236}">
                <a16:creationId xmlns:a16="http://schemas.microsoft.com/office/drawing/2014/main" id="{01B4FBB8-E868-8F63-F338-EAABA5999A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6246813"/>
            <a:ext cx="1500188" cy="44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lnSpc>
                <a:spcPct val="81000"/>
              </a:lnSpc>
              <a:buClrTx/>
              <a:buFontTx/>
              <a:buNone/>
            </a:pPr>
            <a:r>
              <a:rPr lang="en-GB" altLang="fr-FR" sz="1400">
                <a:solidFill>
                  <a:srgbClr val="000000"/>
                </a:solidFill>
              </a:rPr>
              <a:t>01/10/09</a:t>
            </a:r>
          </a:p>
        </p:txBody>
      </p:sp>
      <p:sp>
        <p:nvSpPr>
          <p:cNvPr id="14338" name="Text Box 2">
            <a:extLst>
              <a:ext uri="{FF2B5EF4-FFF2-40B4-BE49-F238E27FC236}">
                <a16:creationId xmlns:a16="http://schemas.microsoft.com/office/drawing/2014/main" id="{502E0FA7-06C0-1F23-901E-27DC2B468D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79613" y="6246813"/>
            <a:ext cx="5911850" cy="44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>
              <a:lnSpc>
                <a:spcPct val="81000"/>
              </a:lnSpc>
              <a:buClrTx/>
              <a:buFontTx/>
              <a:buNone/>
            </a:pPr>
            <a:r>
              <a:rPr lang="en-GB" altLang="fr-FR" sz="1400">
                <a:solidFill>
                  <a:srgbClr val="000000"/>
                </a:solidFill>
              </a:rPr>
              <a:t>Activité 1 - Module 1 - Séquence 1 - Phase 5</a:t>
            </a:r>
          </a:p>
        </p:txBody>
      </p:sp>
      <p:sp>
        <p:nvSpPr>
          <p:cNvPr id="14339" name="Text Box 3">
            <a:extLst>
              <a:ext uri="{FF2B5EF4-FFF2-40B4-BE49-F238E27FC236}">
                <a16:creationId xmlns:a16="http://schemas.microsoft.com/office/drawing/2014/main" id="{DDFA8FB0-0E11-014F-1A19-44A993BEF9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0038" y="6246813"/>
            <a:ext cx="738187" cy="44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r">
              <a:lnSpc>
                <a:spcPct val="81000"/>
              </a:lnSpc>
              <a:buClrTx/>
              <a:buFontTx/>
              <a:buNone/>
            </a:pPr>
            <a:fld id="{48A12B5C-967D-4A19-8C2A-69E64FA1D03C}" type="slidenum">
              <a:rPr lang="en-GB" altLang="fr-FR" sz="1400">
                <a:solidFill>
                  <a:srgbClr val="000000"/>
                </a:solidFill>
              </a:rPr>
              <a:pPr algn="r">
                <a:lnSpc>
                  <a:spcPct val="81000"/>
                </a:lnSpc>
                <a:buClrTx/>
                <a:buFontTx/>
                <a:buNone/>
              </a:pPr>
              <a:t>12</a:t>
            </a:fld>
            <a:endParaRPr lang="en-GB" altLang="fr-FR" sz="1400">
              <a:solidFill>
                <a:srgbClr val="000000"/>
              </a:solidFill>
            </a:endParaRPr>
          </a:p>
        </p:txBody>
      </p:sp>
      <p:sp>
        <p:nvSpPr>
          <p:cNvPr id="14340" name="Text Box 4">
            <a:extLst>
              <a:ext uri="{FF2B5EF4-FFF2-40B4-BE49-F238E27FC236}">
                <a16:creationId xmlns:a16="http://schemas.microsoft.com/office/drawing/2014/main" id="{60913D4C-895B-93DC-3839-E82E5AA7AE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279400"/>
            <a:ext cx="8229600" cy="1238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>
              <a:lnSpc>
                <a:spcPct val="101000"/>
              </a:lnSpc>
              <a:buClrTx/>
              <a:buFontTx/>
              <a:buNone/>
            </a:pPr>
            <a:r>
              <a:rPr lang="en-GB" altLang="fr-FR" sz="3200">
                <a:solidFill>
                  <a:srgbClr val="000000"/>
                </a:solidFill>
                <a:latin typeface="Verdana" panose="020B0604030504040204" pitchFamily="34" charset="0"/>
              </a:rPr>
              <a:t>Représentation des données</a:t>
            </a:r>
            <a:br>
              <a:rPr lang="en-GB" altLang="fr-FR" sz="3200">
                <a:solidFill>
                  <a:srgbClr val="000000"/>
                </a:solidFill>
                <a:latin typeface="Verdana" panose="020B0604030504040204" pitchFamily="34" charset="0"/>
              </a:rPr>
            </a:br>
            <a:r>
              <a:rPr lang="en-GB" altLang="fr-FR" sz="2400" i="1">
                <a:solidFill>
                  <a:srgbClr val="000000"/>
                </a:solidFill>
                <a:latin typeface="Verdana" panose="020B0604030504040204" pitchFamily="34" charset="0"/>
              </a:rPr>
              <a:t>Unicode – Fonctionnement de UTF-8</a:t>
            </a:r>
          </a:p>
        </p:txBody>
      </p:sp>
      <p:sp>
        <p:nvSpPr>
          <p:cNvPr id="14341" name="Line 5">
            <a:extLst>
              <a:ext uri="{FF2B5EF4-FFF2-40B4-BE49-F238E27FC236}">
                <a16:creationId xmlns:a16="http://schemas.microsoft.com/office/drawing/2014/main" id="{A7124742-98CD-6D71-5473-337CF244EF69}"/>
              </a:ext>
            </a:extLst>
          </p:cNvPr>
          <p:cNvSpPr>
            <a:spLocks noChangeShapeType="1"/>
          </p:cNvSpPr>
          <p:nvPr/>
        </p:nvSpPr>
        <p:spPr bwMode="auto">
          <a:xfrm>
            <a:off x="1784594" y="121627"/>
            <a:ext cx="6300788" cy="1588"/>
          </a:xfrm>
          <a:prstGeom prst="line">
            <a:avLst/>
          </a:prstGeom>
          <a:noFill/>
          <a:ln w="36000">
            <a:solidFill>
              <a:srgbClr val="B3B3B3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4342" name="Text Box 6">
            <a:extLst>
              <a:ext uri="{FF2B5EF4-FFF2-40B4-BE49-F238E27FC236}">
                <a16:creationId xmlns:a16="http://schemas.microsoft.com/office/drawing/2014/main" id="{46F30FD4-BEEF-F4F0-52D2-CB25EC781A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363" y="1439863"/>
            <a:ext cx="7440612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buClrTx/>
              <a:buFontTx/>
              <a:buNone/>
            </a:pPr>
            <a:r>
              <a:rPr lang="fr-FR" altLang="fr-FR" b="1" i="1">
                <a:solidFill>
                  <a:srgbClr val="000000"/>
                </a:solidFill>
              </a:rPr>
              <a:t>Exemple :</a:t>
            </a:r>
            <a:r>
              <a:rPr lang="fr-FR" altLang="fr-FR">
                <a:solidFill>
                  <a:srgbClr val="000000"/>
                </a:solidFill>
              </a:rPr>
              <a:t> pour écrire le mot «</a:t>
            </a:r>
            <a:r>
              <a:rPr lang="fr-FR" altLang="fr-FR" b="1">
                <a:solidFill>
                  <a:srgbClr val="000000"/>
                </a:solidFill>
              </a:rPr>
              <a:t> déjà</a:t>
            </a:r>
            <a:r>
              <a:rPr lang="fr-FR" altLang="fr-FR">
                <a:solidFill>
                  <a:srgbClr val="000000"/>
                </a:solidFill>
              </a:rPr>
              <a:t> » on utilisera la séquence d'octets suivante :</a:t>
            </a:r>
          </a:p>
          <a:p>
            <a:pPr>
              <a:buClrTx/>
              <a:buFontTx/>
              <a:buNone/>
            </a:pPr>
            <a:r>
              <a:rPr lang="fr-FR" altLang="fr-FR">
                <a:solidFill>
                  <a:srgbClr val="000000"/>
                </a:solidFill>
              </a:rPr>
              <a:t>	</a:t>
            </a:r>
            <a:r>
              <a:rPr lang="fr-FR" altLang="fr-FR" b="1" i="1">
                <a:solidFill>
                  <a:srgbClr val="000000"/>
                </a:solidFill>
              </a:rPr>
              <a:t>0x64 C3 A9 6A C3 A0</a:t>
            </a:r>
          </a:p>
        </p:txBody>
      </p:sp>
      <p:pic>
        <p:nvPicPr>
          <p:cNvPr id="14343" name="Picture 7">
            <a:extLst>
              <a:ext uri="{FF2B5EF4-FFF2-40B4-BE49-F238E27FC236}">
                <a16:creationId xmlns:a16="http://schemas.microsoft.com/office/drawing/2014/main" id="{57E52A2A-8871-7C32-2C93-A0445F9C2C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163" y="1836738"/>
            <a:ext cx="1674812" cy="3959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4344" name="Picture 8">
            <a:extLst>
              <a:ext uri="{FF2B5EF4-FFF2-40B4-BE49-F238E27FC236}">
                <a16:creationId xmlns:a16="http://schemas.microsoft.com/office/drawing/2014/main" id="{B364AFC1-C8E2-757A-DA22-B8BE82FF0D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4388" y="1800225"/>
            <a:ext cx="1666875" cy="3959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4345" name="Text Box 9">
            <a:extLst>
              <a:ext uri="{FF2B5EF4-FFF2-40B4-BE49-F238E27FC236}">
                <a16:creationId xmlns:a16="http://schemas.microsoft.com/office/drawing/2014/main" id="{A8A8A201-51F9-9C83-11DA-217F311ADB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19700" y="5746750"/>
            <a:ext cx="2160588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buClrTx/>
              <a:buFontTx/>
              <a:buNone/>
            </a:pPr>
            <a:r>
              <a:rPr lang="fr-FR" altLang="fr-FR" sz="1200" b="1" i="1">
                <a:solidFill>
                  <a:srgbClr val="000000"/>
                </a:solidFill>
              </a:rPr>
              <a:t>Unicode Jeu de base Latin</a:t>
            </a:r>
          </a:p>
        </p:txBody>
      </p:sp>
      <p:sp>
        <p:nvSpPr>
          <p:cNvPr id="14346" name="Text Box 10">
            <a:extLst>
              <a:ext uri="{FF2B5EF4-FFF2-40B4-BE49-F238E27FC236}">
                <a16:creationId xmlns:a16="http://schemas.microsoft.com/office/drawing/2014/main" id="{BEA61D87-3D1D-8DC3-EEDF-5A9E250F2F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72338" y="5746750"/>
            <a:ext cx="1979612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buClrTx/>
              <a:buFontTx/>
              <a:buNone/>
            </a:pPr>
            <a:r>
              <a:rPr lang="fr-FR" altLang="fr-FR" sz="1200" b="1" i="1">
                <a:solidFill>
                  <a:srgbClr val="000000"/>
                </a:solidFill>
              </a:rPr>
              <a:t>Unicode compléments</a:t>
            </a:r>
          </a:p>
        </p:txBody>
      </p:sp>
      <p:sp>
        <p:nvSpPr>
          <p:cNvPr id="14347" name="Text Box 11">
            <a:extLst>
              <a:ext uri="{FF2B5EF4-FFF2-40B4-BE49-F238E27FC236}">
                <a16:creationId xmlns:a16="http://schemas.microsoft.com/office/drawing/2014/main" id="{ADF31227-DD42-A86B-2C1C-0AC050B26E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613" y="3095625"/>
            <a:ext cx="5008562" cy="3322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buClrTx/>
              <a:buFontTx/>
              <a:buNone/>
            </a:pPr>
            <a:r>
              <a:rPr lang="fr-FR" altLang="fr-FR" sz="1400">
                <a:solidFill>
                  <a:srgbClr val="000000"/>
                </a:solidFill>
              </a:rPr>
              <a:t>- « d » caractère de la 1er plage : l'octet commence</a:t>
            </a:r>
          </a:p>
          <a:p>
            <a:pPr>
              <a:buClrTx/>
              <a:buSzTx/>
              <a:buFontTx/>
              <a:buNone/>
            </a:pPr>
            <a:r>
              <a:rPr lang="fr-FR" altLang="fr-FR" sz="1400">
                <a:solidFill>
                  <a:srgbClr val="000000"/>
                </a:solidFill>
              </a:rPr>
              <a:t>par un 0 =&gt; son code ascii.</a:t>
            </a:r>
          </a:p>
          <a:p>
            <a:pPr>
              <a:buClrTx/>
              <a:buFontTx/>
              <a:buNone/>
            </a:pPr>
            <a:r>
              <a:rPr lang="fr-FR" altLang="fr-FR" sz="1400">
                <a:solidFill>
                  <a:srgbClr val="000000"/>
                </a:solidFill>
              </a:rPr>
              <a:t>- « é » caractère de la 2 plage : il nous faut 2 octets.</a:t>
            </a:r>
          </a:p>
          <a:p>
            <a:pPr>
              <a:buClrTx/>
              <a:buFontTx/>
              <a:buNone/>
            </a:pPr>
            <a:r>
              <a:rPr lang="fr-FR" altLang="fr-FR" sz="1400">
                <a:solidFill>
                  <a:srgbClr val="000000"/>
                </a:solidFill>
              </a:rPr>
              <a:t>	- 1er octet commence par 110 indique :</a:t>
            </a:r>
          </a:p>
          <a:p>
            <a:pPr>
              <a:buClrTx/>
              <a:buFontTx/>
              <a:buNone/>
            </a:pPr>
            <a:r>
              <a:rPr lang="fr-FR" altLang="fr-FR" sz="1400">
                <a:solidFill>
                  <a:srgbClr val="000000"/>
                </a:solidFill>
              </a:rPr>
              <a:t>		- un octet suit.</a:t>
            </a:r>
          </a:p>
          <a:p>
            <a:pPr>
              <a:buClrTx/>
              <a:buFontTx/>
              <a:buNone/>
            </a:pPr>
            <a:r>
              <a:rPr lang="fr-FR" altLang="fr-FR" sz="1400">
                <a:solidFill>
                  <a:srgbClr val="000000"/>
                </a:solidFill>
              </a:rPr>
              <a:t>		- caractere de 2 plage.</a:t>
            </a:r>
          </a:p>
          <a:p>
            <a:pPr>
              <a:buClrTx/>
              <a:buFontTx/>
              <a:buNone/>
            </a:pPr>
            <a:r>
              <a:rPr lang="fr-FR" altLang="fr-FR" sz="1400">
                <a:solidFill>
                  <a:srgbClr val="000000"/>
                </a:solidFill>
              </a:rPr>
              <a:t>                  - les bits qui restent code le caractère (</a:t>
            </a:r>
            <a:r>
              <a:rPr lang="fr-FR" altLang="fr-FR" sz="1400" b="1">
                <a:solidFill>
                  <a:srgbClr val="008000"/>
                </a:solidFill>
              </a:rPr>
              <a:t>00000</a:t>
            </a:r>
            <a:r>
              <a:rPr lang="fr-FR" altLang="fr-FR" sz="1400">
                <a:solidFill>
                  <a:srgbClr val="000000"/>
                </a:solidFill>
              </a:rPr>
              <a:t>)</a:t>
            </a:r>
            <a:r>
              <a:rPr lang="ar-SA" altLang="fr-FR" sz="1400">
                <a:solidFill>
                  <a:srgbClr val="000000"/>
                </a:solidFill>
              </a:rPr>
              <a:t>‏</a:t>
            </a:r>
            <a:endParaRPr lang="fr-FR" altLang="fr-FR" sz="1400">
              <a:solidFill>
                <a:srgbClr val="000000"/>
              </a:solidFill>
            </a:endParaRPr>
          </a:p>
          <a:p>
            <a:pPr>
              <a:lnSpc>
                <a:spcPct val="100000"/>
              </a:lnSpc>
              <a:buClrTx/>
              <a:buFontTx/>
              <a:buNone/>
            </a:pPr>
            <a:r>
              <a:rPr lang="fr-FR" altLang="fr-FR" sz="1400">
                <a:solidFill>
                  <a:srgbClr val="000000"/>
                </a:solidFill>
                <a:cs typeface="DejaVu Sans" charset="0"/>
              </a:rPr>
              <a:t>	- 2 octet commence par 10 indique :</a:t>
            </a:r>
          </a:p>
          <a:p>
            <a:pPr>
              <a:lnSpc>
                <a:spcPct val="100000"/>
              </a:lnSpc>
              <a:buClrTx/>
              <a:buFontTx/>
              <a:buNone/>
            </a:pPr>
            <a:r>
              <a:rPr lang="fr-FR" altLang="fr-FR" sz="1400">
                <a:solidFill>
                  <a:srgbClr val="000000"/>
                </a:solidFill>
                <a:cs typeface="DejaVu Sans" charset="0"/>
              </a:rPr>
              <a:t>		- indique que c'est un octet de suite</a:t>
            </a:r>
          </a:p>
          <a:p>
            <a:pPr>
              <a:buClrTx/>
              <a:buFontTx/>
              <a:buNone/>
            </a:pPr>
            <a:r>
              <a:rPr lang="fr-FR" altLang="fr-FR" sz="1400">
                <a:solidFill>
                  <a:srgbClr val="000000"/>
                </a:solidFill>
              </a:rPr>
              <a:t>		- les bits qui restent code le caractère (</a:t>
            </a:r>
            <a:r>
              <a:rPr lang="fr-FR" altLang="fr-FR" sz="1400" b="1">
                <a:solidFill>
                  <a:srgbClr val="0084D1"/>
                </a:solidFill>
              </a:rPr>
              <a:t>000000</a:t>
            </a:r>
            <a:r>
              <a:rPr lang="fr-FR" altLang="fr-FR" sz="1400">
                <a:solidFill>
                  <a:srgbClr val="000000"/>
                </a:solidFill>
              </a:rPr>
              <a:t>)</a:t>
            </a:r>
            <a:r>
              <a:rPr lang="ar-SA" altLang="fr-FR" sz="1400">
                <a:solidFill>
                  <a:srgbClr val="000000"/>
                </a:solidFill>
              </a:rPr>
              <a:t>‏</a:t>
            </a:r>
            <a:endParaRPr lang="fr-FR" altLang="fr-FR" sz="1400">
              <a:solidFill>
                <a:srgbClr val="000000"/>
              </a:solidFill>
            </a:endParaRPr>
          </a:p>
          <a:p>
            <a:pPr>
              <a:lnSpc>
                <a:spcPct val="100000"/>
              </a:lnSpc>
              <a:buClrTx/>
              <a:buFontTx/>
              <a:buNone/>
            </a:pPr>
            <a:r>
              <a:rPr lang="fr-FR" altLang="fr-FR" sz="1400">
                <a:solidFill>
                  <a:srgbClr val="000000"/>
                </a:solidFill>
                <a:cs typeface="DejaVu Sans" charset="0"/>
              </a:rPr>
              <a:t>Il faut placer la valeur codante la lettre « é » dans le tableau,  </a:t>
            </a:r>
            <a:br>
              <a:rPr lang="fr-FR" altLang="fr-FR" sz="1400">
                <a:solidFill>
                  <a:srgbClr val="000000"/>
                </a:solidFill>
                <a:cs typeface="DejaVu Sans" charset="0"/>
              </a:rPr>
            </a:br>
            <a:r>
              <a:rPr lang="fr-FR" altLang="fr-FR" sz="1400">
                <a:solidFill>
                  <a:srgbClr val="000000"/>
                </a:solidFill>
                <a:cs typeface="DejaVu Sans" charset="0"/>
              </a:rPr>
              <a:t>soit 0xE9 ou 1110 1001 dans la suite binaire </a:t>
            </a:r>
            <a:r>
              <a:rPr lang="fr-FR" altLang="fr-FR" sz="1400" b="1">
                <a:solidFill>
                  <a:srgbClr val="008000"/>
                </a:solidFill>
                <a:cs typeface="DejaVu Sans" charset="0"/>
              </a:rPr>
              <a:t>00000</a:t>
            </a:r>
            <a:r>
              <a:rPr lang="fr-FR" altLang="fr-FR" sz="1400">
                <a:solidFill>
                  <a:srgbClr val="000000"/>
                </a:solidFill>
                <a:cs typeface="DejaVu Sans" charset="0"/>
              </a:rPr>
              <a:t>  </a:t>
            </a:r>
            <a:r>
              <a:rPr lang="fr-FR" altLang="fr-FR" sz="1400" b="1">
                <a:solidFill>
                  <a:srgbClr val="0084D1"/>
                </a:solidFill>
                <a:cs typeface="DejaVu Sans" charset="0"/>
              </a:rPr>
              <a:t>000000</a:t>
            </a:r>
            <a:r>
              <a:rPr lang="fr-FR" altLang="fr-FR" sz="1400">
                <a:solidFill>
                  <a:srgbClr val="000000"/>
                </a:solidFill>
                <a:cs typeface="DejaVu Sans" charset="0"/>
              </a:rPr>
              <a:t>.</a:t>
            </a:r>
          </a:p>
          <a:p>
            <a:pPr>
              <a:buClrTx/>
              <a:buFontTx/>
              <a:buNone/>
            </a:pPr>
            <a:r>
              <a:rPr lang="fr-FR" altLang="fr-FR" sz="1400">
                <a:solidFill>
                  <a:srgbClr val="000000"/>
                </a:solidFill>
              </a:rPr>
              <a:t>2nd octet : </a:t>
            </a:r>
            <a:r>
              <a:rPr lang="fr-FR" altLang="fr-FR" sz="1400" b="1">
                <a:solidFill>
                  <a:srgbClr val="000000"/>
                </a:solidFill>
              </a:rPr>
              <a:t>10</a:t>
            </a:r>
            <a:r>
              <a:rPr lang="fr-FR" altLang="fr-FR" sz="1400" b="1">
                <a:solidFill>
                  <a:srgbClr val="0084D1"/>
                </a:solidFill>
              </a:rPr>
              <a:t>10 1001</a:t>
            </a:r>
            <a:r>
              <a:rPr lang="fr-FR" altLang="fr-FR" sz="1400">
                <a:solidFill>
                  <a:srgbClr val="000000"/>
                </a:solidFill>
              </a:rPr>
              <a:t> </a:t>
            </a:r>
            <a:r>
              <a:rPr lang="fr-FR" altLang="fr-FR" sz="1400">
                <a:solidFill>
                  <a:srgbClr val="000000"/>
                </a:solidFill>
                <a:cs typeface="Arial" panose="020B0604020202020204" pitchFamily="34" charset="0"/>
              </a:rPr>
              <a:t>→ 0xA9</a:t>
            </a:r>
          </a:p>
          <a:p>
            <a:pPr>
              <a:buClrTx/>
              <a:buFontTx/>
              <a:buNone/>
            </a:pPr>
            <a:r>
              <a:rPr lang="fr-FR" altLang="fr-FR" sz="1400">
                <a:solidFill>
                  <a:srgbClr val="000000"/>
                </a:solidFill>
              </a:rPr>
              <a:t>1er octet : </a:t>
            </a:r>
            <a:r>
              <a:rPr lang="fr-FR" altLang="fr-FR" sz="1400" b="1">
                <a:solidFill>
                  <a:srgbClr val="000000"/>
                </a:solidFill>
              </a:rPr>
              <a:t>110</a:t>
            </a:r>
            <a:r>
              <a:rPr lang="fr-FR" altLang="fr-FR" sz="1400" b="1">
                <a:solidFill>
                  <a:srgbClr val="008000"/>
                </a:solidFill>
              </a:rPr>
              <a:t>0 0011</a:t>
            </a:r>
            <a:r>
              <a:rPr lang="fr-FR" altLang="fr-FR" sz="1400">
                <a:solidFill>
                  <a:srgbClr val="000000"/>
                </a:solidFill>
              </a:rPr>
              <a:t> </a:t>
            </a:r>
            <a:r>
              <a:rPr lang="fr-FR" altLang="fr-FR" sz="1400">
                <a:solidFill>
                  <a:srgbClr val="000000"/>
                </a:solidFill>
                <a:cs typeface="Arial" panose="020B0604020202020204" pitchFamily="34" charset="0"/>
              </a:rPr>
              <a:t>→ 0xC3</a:t>
            </a:r>
          </a:p>
          <a:p>
            <a:pPr>
              <a:buClrTx/>
              <a:buFontTx/>
              <a:buNone/>
            </a:pPr>
            <a:r>
              <a:rPr lang="fr-FR" altLang="fr-FR" sz="1400">
                <a:solidFill>
                  <a:srgbClr val="000000"/>
                </a:solidFill>
                <a:cs typeface="Arial" panose="020B0604020202020204" pitchFamily="34" charset="0"/>
              </a:rPr>
              <a:t>on trouve de même pour « j » = 0x6A et pour « à » = 0xC3A0</a:t>
            </a:r>
          </a:p>
          <a:p>
            <a:pPr>
              <a:buClrTx/>
              <a:buFontTx/>
              <a:buNone/>
            </a:pPr>
            <a:r>
              <a:rPr lang="fr-FR" altLang="fr-FR" sz="1400">
                <a:solidFill>
                  <a:srgbClr val="000000"/>
                </a:solidFill>
                <a:cs typeface="Arial" panose="020B0604020202020204" pitchFamily="34" charset="0"/>
              </a:rPr>
              <a:t>Donc « déjà »  est codé sur 6 octets. (comparer au 16 octets </a:t>
            </a:r>
            <a:br>
              <a:rPr lang="fr-FR" altLang="fr-FR" sz="1400">
                <a:solidFill>
                  <a:srgbClr val="000000"/>
                </a:solidFill>
                <a:cs typeface="Arial" panose="020B0604020202020204" pitchFamily="34" charset="0"/>
              </a:rPr>
            </a:br>
            <a:r>
              <a:rPr lang="fr-FR" altLang="fr-FR" sz="1400">
                <a:solidFill>
                  <a:srgbClr val="000000"/>
                </a:solidFill>
                <a:cs typeface="Arial" panose="020B0604020202020204" pitchFamily="34" charset="0"/>
              </a:rPr>
              <a:t>pour un code UTF-32)</a:t>
            </a:r>
            <a:r>
              <a:rPr lang="ar-SA" altLang="fr-FR" sz="1400">
                <a:solidFill>
                  <a:srgbClr val="000000"/>
                </a:solidFill>
                <a:cs typeface="Arial" panose="020B0604020202020204" pitchFamily="34" charset="0"/>
              </a:rPr>
              <a:t>‏</a:t>
            </a:r>
            <a:endParaRPr lang="fr-FR" altLang="fr-FR" sz="1400">
              <a:solidFill>
                <a:srgbClr val="000000"/>
              </a:solidFill>
              <a:cs typeface="Arial" panose="020B0604020202020204" pitchFamily="34" charset="0"/>
            </a:endParaRPr>
          </a:p>
          <a:p>
            <a:pPr>
              <a:buClrTx/>
              <a:buFontTx/>
              <a:buNone/>
            </a:pPr>
            <a:endParaRPr lang="fr-FR" altLang="fr-FR" sz="1400">
              <a:solidFill>
                <a:srgbClr val="000000"/>
              </a:solidFill>
            </a:endParaRPr>
          </a:p>
          <a:p>
            <a:pPr>
              <a:buClrTx/>
              <a:buFontTx/>
              <a:buNone/>
            </a:pPr>
            <a:endParaRPr lang="fr-FR" altLang="fr-FR" sz="1400">
              <a:solidFill>
                <a:srgbClr val="000000"/>
              </a:solidFill>
            </a:endParaRPr>
          </a:p>
        </p:txBody>
      </p:sp>
      <p:pic>
        <p:nvPicPr>
          <p:cNvPr id="14348" name="Picture 12">
            <a:extLst>
              <a:ext uri="{FF2B5EF4-FFF2-40B4-BE49-F238E27FC236}">
                <a16:creationId xmlns:a16="http://schemas.microsoft.com/office/drawing/2014/main" id="{DBD0BB4B-4AD6-8E17-C961-DD0BD61997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1538" y="1979613"/>
            <a:ext cx="3448050" cy="1123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ext Box 1">
            <a:extLst>
              <a:ext uri="{FF2B5EF4-FFF2-40B4-BE49-F238E27FC236}">
                <a16:creationId xmlns:a16="http://schemas.microsoft.com/office/drawing/2014/main" id="{FE43B9E0-022F-7038-95A0-67CD4598EE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6246813"/>
            <a:ext cx="1500188" cy="44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lnSpc>
                <a:spcPct val="81000"/>
              </a:lnSpc>
              <a:buClrTx/>
              <a:buFontTx/>
              <a:buNone/>
            </a:pPr>
            <a:r>
              <a:rPr lang="en-GB" altLang="fr-FR" sz="1400">
                <a:solidFill>
                  <a:srgbClr val="000000"/>
                </a:solidFill>
              </a:rPr>
              <a:t>01/10/09</a:t>
            </a:r>
          </a:p>
        </p:txBody>
      </p:sp>
      <p:sp>
        <p:nvSpPr>
          <p:cNvPr id="15362" name="Text Box 2">
            <a:extLst>
              <a:ext uri="{FF2B5EF4-FFF2-40B4-BE49-F238E27FC236}">
                <a16:creationId xmlns:a16="http://schemas.microsoft.com/office/drawing/2014/main" id="{8384CD84-3690-9724-6E1F-0DB65672B4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79613" y="6246813"/>
            <a:ext cx="5911850" cy="44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>
              <a:lnSpc>
                <a:spcPct val="81000"/>
              </a:lnSpc>
              <a:buClrTx/>
              <a:buFontTx/>
              <a:buNone/>
            </a:pPr>
            <a:r>
              <a:rPr lang="en-GB" altLang="fr-FR" sz="1400">
                <a:solidFill>
                  <a:srgbClr val="000000"/>
                </a:solidFill>
              </a:rPr>
              <a:t>Activité 1 - Module 1 - Séquence 1 - Phase 5</a:t>
            </a:r>
          </a:p>
        </p:txBody>
      </p:sp>
      <p:sp>
        <p:nvSpPr>
          <p:cNvPr id="15363" name="Text Box 3">
            <a:extLst>
              <a:ext uri="{FF2B5EF4-FFF2-40B4-BE49-F238E27FC236}">
                <a16:creationId xmlns:a16="http://schemas.microsoft.com/office/drawing/2014/main" id="{CD9518EA-B02C-6DD3-EC2C-B50B2E4452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0038" y="6246813"/>
            <a:ext cx="738187" cy="44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r">
              <a:lnSpc>
                <a:spcPct val="81000"/>
              </a:lnSpc>
              <a:buClrTx/>
              <a:buFontTx/>
              <a:buNone/>
            </a:pPr>
            <a:fld id="{26D43363-005F-4940-A429-6E4E4312377F}" type="slidenum">
              <a:rPr lang="en-GB" altLang="fr-FR" sz="1400">
                <a:solidFill>
                  <a:srgbClr val="000000"/>
                </a:solidFill>
              </a:rPr>
              <a:pPr algn="r">
                <a:lnSpc>
                  <a:spcPct val="81000"/>
                </a:lnSpc>
                <a:buClrTx/>
                <a:buFontTx/>
                <a:buNone/>
              </a:pPr>
              <a:t>13</a:t>
            </a:fld>
            <a:endParaRPr lang="en-GB" altLang="fr-FR" sz="1400">
              <a:solidFill>
                <a:srgbClr val="000000"/>
              </a:solidFill>
            </a:endParaRPr>
          </a:p>
        </p:txBody>
      </p:sp>
      <p:sp>
        <p:nvSpPr>
          <p:cNvPr id="15364" name="Text Box 4">
            <a:extLst>
              <a:ext uri="{FF2B5EF4-FFF2-40B4-BE49-F238E27FC236}">
                <a16:creationId xmlns:a16="http://schemas.microsoft.com/office/drawing/2014/main" id="{2C21558C-D4AE-8536-CDA7-A23F820137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279400"/>
            <a:ext cx="8229600" cy="1238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>
              <a:lnSpc>
                <a:spcPct val="101000"/>
              </a:lnSpc>
              <a:buClrTx/>
              <a:buFontTx/>
              <a:buNone/>
            </a:pPr>
            <a:r>
              <a:rPr lang="en-GB" altLang="fr-FR" sz="3200">
                <a:solidFill>
                  <a:srgbClr val="000000"/>
                </a:solidFill>
                <a:latin typeface="Verdana" panose="020B0604030504040204" pitchFamily="34" charset="0"/>
              </a:rPr>
              <a:t>Représentation des données</a:t>
            </a:r>
            <a:br>
              <a:rPr lang="en-GB" altLang="fr-FR" sz="3200">
                <a:solidFill>
                  <a:srgbClr val="000000"/>
                </a:solidFill>
                <a:latin typeface="Verdana" panose="020B0604030504040204" pitchFamily="34" charset="0"/>
              </a:rPr>
            </a:br>
            <a:r>
              <a:rPr lang="en-GB" altLang="fr-FR" sz="2400" i="1">
                <a:solidFill>
                  <a:srgbClr val="000000"/>
                </a:solidFill>
                <a:latin typeface="Verdana" panose="020B0604030504040204" pitchFamily="34" charset="0"/>
              </a:rPr>
              <a:t>Unicode – Fonctionnement de UTF-8</a:t>
            </a:r>
          </a:p>
        </p:txBody>
      </p:sp>
      <p:sp>
        <p:nvSpPr>
          <p:cNvPr id="15365" name="Line 5">
            <a:extLst>
              <a:ext uri="{FF2B5EF4-FFF2-40B4-BE49-F238E27FC236}">
                <a16:creationId xmlns:a16="http://schemas.microsoft.com/office/drawing/2014/main" id="{C6669782-03BB-F8DA-2DA5-AFFF2417FF30}"/>
              </a:ext>
            </a:extLst>
          </p:cNvPr>
          <p:cNvSpPr>
            <a:spLocks noChangeShapeType="1"/>
          </p:cNvSpPr>
          <p:nvPr/>
        </p:nvSpPr>
        <p:spPr bwMode="auto">
          <a:xfrm>
            <a:off x="1044575" y="971550"/>
            <a:ext cx="6300788" cy="1588"/>
          </a:xfrm>
          <a:prstGeom prst="line">
            <a:avLst/>
          </a:prstGeom>
          <a:noFill/>
          <a:ln w="36000">
            <a:solidFill>
              <a:srgbClr val="B3B3B3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pic>
        <p:nvPicPr>
          <p:cNvPr id="15366" name="Picture 6">
            <a:extLst>
              <a:ext uri="{FF2B5EF4-FFF2-40B4-BE49-F238E27FC236}">
                <a16:creationId xmlns:a16="http://schemas.microsoft.com/office/drawing/2014/main" id="{950EDB4D-E194-C9C5-5ECC-163B7EC51D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450" y="1597025"/>
            <a:ext cx="6553200" cy="2724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5367" name="Text Box 7">
            <a:extLst>
              <a:ext uri="{FF2B5EF4-FFF2-40B4-BE49-F238E27FC236}">
                <a16:creationId xmlns:a16="http://schemas.microsoft.com/office/drawing/2014/main" id="{E8958411-17FD-8C6A-B676-D26B48FD4B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36738" y="4679950"/>
            <a:ext cx="60833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buClrTx/>
              <a:buFontTx/>
              <a:buNone/>
            </a:pPr>
            <a:r>
              <a:rPr lang="fr-FR" altLang="fr-FR">
                <a:solidFill>
                  <a:srgbClr val="000000"/>
                </a:solidFill>
              </a:rPr>
              <a:t>http://www.w3.org/International/O-HTTP-charset.fr.php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ext Box 1">
            <a:extLst>
              <a:ext uri="{FF2B5EF4-FFF2-40B4-BE49-F238E27FC236}">
                <a16:creationId xmlns:a16="http://schemas.microsoft.com/office/drawing/2014/main" id="{96FC64A7-53E0-B537-9A24-99AD0E47DA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6246813"/>
            <a:ext cx="1500188" cy="44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lnSpc>
                <a:spcPct val="81000"/>
              </a:lnSpc>
              <a:buClrTx/>
              <a:buFontTx/>
              <a:buNone/>
            </a:pPr>
            <a:r>
              <a:rPr lang="en-GB" altLang="fr-FR" sz="1400">
                <a:solidFill>
                  <a:srgbClr val="000000"/>
                </a:solidFill>
              </a:rPr>
              <a:t>01/10/09</a:t>
            </a:r>
          </a:p>
        </p:txBody>
      </p:sp>
      <p:sp>
        <p:nvSpPr>
          <p:cNvPr id="17410" name="Text Box 2">
            <a:extLst>
              <a:ext uri="{FF2B5EF4-FFF2-40B4-BE49-F238E27FC236}">
                <a16:creationId xmlns:a16="http://schemas.microsoft.com/office/drawing/2014/main" id="{0FDAB130-CFD4-A76A-2059-349D3B0C1D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79613" y="6246813"/>
            <a:ext cx="5911850" cy="44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>
              <a:lnSpc>
                <a:spcPct val="81000"/>
              </a:lnSpc>
              <a:buClrTx/>
              <a:buFontTx/>
              <a:buNone/>
            </a:pPr>
            <a:r>
              <a:rPr lang="en-GB" altLang="fr-FR" sz="1400">
                <a:solidFill>
                  <a:srgbClr val="000000"/>
                </a:solidFill>
              </a:rPr>
              <a:t>Activité 1 - Module 1 - Séquence 1 - Phase 5</a:t>
            </a:r>
          </a:p>
        </p:txBody>
      </p:sp>
      <p:sp>
        <p:nvSpPr>
          <p:cNvPr id="17411" name="Text Box 3">
            <a:extLst>
              <a:ext uri="{FF2B5EF4-FFF2-40B4-BE49-F238E27FC236}">
                <a16:creationId xmlns:a16="http://schemas.microsoft.com/office/drawing/2014/main" id="{E3A18A29-1463-F3EA-33A9-837D58F86B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0038" y="6246813"/>
            <a:ext cx="738187" cy="44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r">
              <a:lnSpc>
                <a:spcPct val="81000"/>
              </a:lnSpc>
              <a:buClrTx/>
              <a:buFontTx/>
              <a:buNone/>
            </a:pPr>
            <a:fld id="{EE5766E2-98F1-41DA-81CC-013510C29049}" type="slidenum">
              <a:rPr lang="en-GB" altLang="fr-FR" sz="1400">
                <a:solidFill>
                  <a:srgbClr val="000000"/>
                </a:solidFill>
              </a:rPr>
              <a:pPr algn="r">
                <a:lnSpc>
                  <a:spcPct val="81000"/>
                </a:lnSpc>
                <a:buClrTx/>
                <a:buFontTx/>
                <a:buNone/>
              </a:pPr>
              <a:t>14</a:t>
            </a:fld>
            <a:endParaRPr lang="en-GB" altLang="fr-FR" sz="1400">
              <a:solidFill>
                <a:srgbClr val="000000"/>
              </a:solidFill>
            </a:endParaRPr>
          </a:p>
        </p:txBody>
      </p:sp>
      <p:sp>
        <p:nvSpPr>
          <p:cNvPr id="17412" name="Text Box 4">
            <a:extLst>
              <a:ext uri="{FF2B5EF4-FFF2-40B4-BE49-F238E27FC236}">
                <a16:creationId xmlns:a16="http://schemas.microsoft.com/office/drawing/2014/main" id="{6EF45B8B-C943-BB81-5DC3-59FDD153D0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279400"/>
            <a:ext cx="8229600" cy="1238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>
              <a:lnSpc>
                <a:spcPct val="101000"/>
              </a:lnSpc>
              <a:buClrTx/>
              <a:buFontTx/>
              <a:buNone/>
            </a:pPr>
            <a:r>
              <a:rPr lang="en-GB" altLang="fr-FR" sz="3200">
                <a:solidFill>
                  <a:srgbClr val="000000"/>
                </a:solidFill>
                <a:latin typeface="Verdana" panose="020B0604030504040204" pitchFamily="34" charset="0"/>
              </a:rPr>
              <a:t>Représentation des données</a:t>
            </a:r>
            <a:br>
              <a:rPr lang="en-GB" altLang="fr-FR" sz="3200">
                <a:solidFill>
                  <a:srgbClr val="000000"/>
                </a:solidFill>
                <a:latin typeface="Verdana" panose="020B0604030504040204" pitchFamily="34" charset="0"/>
              </a:rPr>
            </a:br>
            <a:r>
              <a:rPr lang="en-GB" altLang="fr-FR" sz="2000" i="1">
                <a:solidFill>
                  <a:srgbClr val="000000"/>
                </a:solidFill>
                <a:latin typeface="Verdana" panose="020B0604030504040204" pitchFamily="34" charset="0"/>
              </a:rPr>
              <a:t>Exercices</a:t>
            </a:r>
          </a:p>
        </p:txBody>
      </p:sp>
      <p:sp>
        <p:nvSpPr>
          <p:cNvPr id="17413" name="Line 5">
            <a:extLst>
              <a:ext uri="{FF2B5EF4-FFF2-40B4-BE49-F238E27FC236}">
                <a16:creationId xmlns:a16="http://schemas.microsoft.com/office/drawing/2014/main" id="{664C72D0-A1CF-01CD-3BE1-7250DB085462}"/>
              </a:ext>
            </a:extLst>
          </p:cNvPr>
          <p:cNvSpPr>
            <a:spLocks noChangeShapeType="1"/>
          </p:cNvSpPr>
          <p:nvPr/>
        </p:nvSpPr>
        <p:spPr bwMode="auto">
          <a:xfrm>
            <a:off x="1044575" y="971550"/>
            <a:ext cx="6300788" cy="1588"/>
          </a:xfrm>
          <a:prstGeom prst="line">
            <a:avLst/>
          </a:prstGeom>
          <a:noFill/>
          <a:ln w="36000">
            <a:solidFill>
              <a:srgbClr val="B3B3B3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7414" name="Text Box 6">
            <a:extLst>
              <a:ext uri="{FF2B5EF4-FFF2-40B4-BE49-F238E27FC236}">
                <a16:creationId xmlns:a16="http://schemas.microsoft.com/office/drawing/2014/main" id="{413595AA-14E0-5B61-D4C6-92DC20B218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088" y="1800225"/>
            <a:ext cx="8986837" cy="644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buClrTx/>
              <a:buFontTx/>
              <a:buNone/>
            </a:pPr>
            <a:r>
              <a:rPr lang="fr-FR" altLang="fr-FR">
                <a:solidFill>
                  <a:srgbClr val="000000"/>
                </a:solidFill>
              </a:rPr>
              <a:t>Le type </a:t>
            </a:r>
            <a:r>
              <a:rPr lang="fr-FR" altLang="fr-FR" b="1">
                <a:solidFill>
                  <a:srgbClr val="000000"/>
                </a:solidFill>
              </a:rPr>
              <a:t>MIME</a:t>
            </a:r>
            <a:r>
              <a:rPr lang="fr-FR" altLang="fr-FR">
                <a:solidFill>
                  <a:srgbClr val="000000"/>
                </a:solidFill>
              </a:rPr>
              <a:t> (Multipurpose Internet Mail Extension ) est un standard ( 1991) qui propose pour </a:t>
            </a:r>
            <a:br>
              <a:rPr lang="fr-FR" altLang="fr-FR">
                <a:solidFill>
                  <a:srgbClr val="000000"/>
                </a:solidFill>
              </a:rPr>
            </a:br>
            <a:r>
              <a:rPr lang="fr-FR" altLang="fr-FR">
                <a:solidFill>
                  <a:srgbClr val="000000"/>
                </a:solidFill>
              </a:rPr>
              <a:t>transférer les données cinq formats de codage. Mime s'appuie entre autre, sur un code particulier </a:t>
            </a:r>
            <a:br>
              <a:rPr lang="fr-FR" altLang="fr-FR">
                <a:solidFill>
                  <a:srgbClr val="000000"/>
                </a:solidFill>
              </a:rPr>
            </a:br>
            <a:r>
              <a:rPr lang="fr-FR" altLang="fr-FR">
                <a:solidFill>
                  <a:srgbClr val="000000"/>
                </a:solidFill>
              </a:rPr>
              <a:t>dit «</a:t>
            </a:r>
            <a:r>
              <a:rPr lang="fr-FR" altLang="fr-FR" b="1">
                <a:solidFill>
                  <a:srgbClr val="000000"/>
                </a:solidFill>
              </a:rPr>
              <a:t> base64 </a:t>
            </a:r>
            <a:r>
              <a:rPr lang="fr-FR" altLang="fr-FR">
                <a:solidFill>
                  <a:srgbClr val="000000"/>
                </a:solidFill>
              </a:rPr>
              <a:t>»</a:t>
            </a:r>
          </a:p>
        </p:txBody>
      </p:sp>
      <p:sp>
        <p:nvSpPr>
          <p:cNvPr id="17415" name="Text Box 7">
            <a:extLst>
              <a:ext uri="{FF2B5EF4-FFF2-40B4-BE49-F238E27FC236}">
                <a16:creationId xmlns:a16="http://schemas.microsoft.com/office/drawing/2014/main" id="{70CE8CAB-6425-9B7C-996D-8EB6C39B8D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700338"/>
            <a:ext cx="9144000" cy="644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buSzPct val="45000"/>
              <a:buFont typeface="Wingdings" panose="05000000000000000000" pitchFamily="2" charset="2"/>
              <a:buChar char=""/>
            </a:pPr>
            <a:r>
              <a:rPr lang="fr-FR" altLang="fr-FR">
                <a:solidFill>
                  <a:srgbClr val="000000"/>
                </a:solidFill>
              </a:rPr>
              <a:t>Définissez le rôle du protocole MIME.</a:t>
            </a:r>
          </a:p>
          <a:p>
            <a:pPr>
              <a:buSzPct val="45000"/>
              <a:buFont typeface="Wingdings" panose="05000000000000000000" pitchFamily="2" charset="2"/>
              <a:buChar char=""/>
            </a:pPr>
            <a:r>
              <a:rPr lang="fr-FR" altLang="fr-FR">
                <a:solidFill>
                  <a:srgbClr val="000000"/>
                </a:solidFill>
              </a:rPr>
              <a:t>Quels sont les protocoles de communications utilisateurs de MIME ?</a:t>
            </a:r>
          </a:p>
          <a:p>
            <a:pPr>
              <a:buSzPct val="45000"/>
              <a:buFont typeface="Wingdings" panose="05000000000000000000" pitchFamily="2" charset="2"/>
              <a:buChar char=""/>
            </a:pPr>
            <a:r>
              <a:rPr lang="fr-FR" altLang="fr-FR">
                <a:solidFill>
                  <a:srgbClr val="000000"/>
                </a:solidFill>
              </a:rPr>
              <a:t>Comment s’effectue le codage des données en base 64 ?</a:t>
            </a:r>
          </a:p>
        </p:txBody>
      </p:sp>
      <p:sp>
        <p:nvSpPr>
          <p:cNvPr id="17416" name="Text Box 8">
            <a:extLst>
              <a:ext uri="{FF2B5EF4-FFF2-40B4-BE49-F238E27FC236}">
                <a16:creationId xmlns:a16="http://schemas.microsoft.com/office/drawing/2014/main" id="{852C2F4B-3C82-6F37-4CAD-C54D249477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600450"/>
            <a:ext cx="9144000" cy="644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buClrTx/>
              <a:buFontTx/>
              <a:buNone/>
            </a:pPr>
            <a:r>
              <a:rPr lang="fr-FR" altLang="fr-FR" b="1" u="sng">
                <a:solidFill>
                  <a:srgbClr val="000000"/>
                </a:solidFill>
              </a:rPr>
              <a:t>Exemple </a:t>
            </a:r>
            <a:r>
              <a:rPr lang="fr-FR" altLang="fr-FR">
                <a:solidFill>
                  <a:srgbClr val="000000"/>
                </a:solidFill>
              </a:rPr>
              <a:t>: supposons que nous ayons à transmettre l'extrait du fichier suivant :</a:t>
            </a:r>
            <a:r>
              <a:rPr lang="fr-FR" altLang="fr-FR" b="1">
                <a:solidFill>
                  <a:srgbClr val="000000"/>
                </a:solidFill>
              </a:rPr>
              <a:t> 0xE3 85 83</a:t>
            </a:r>
            <a:r>
              <a:rPr lang="fr-FR" altLang="fr-FR">
                <a:solidFill>
                  <a:srgbClr val="000000"/>
                </a:solidFill>
              </a:rPr>
              <a:t>... Ces valeurs hexadécimales pouvant correspondre à une vidéo, un fichier mp3... Donner en hexadécimal les valeurs transmises après encodage en base64.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Text Box 1">
            <a:extLst>
              <a:ext uri="{FF2B5EF4-FFF2-40B4-BE49-F238E27FC236}">
                <a16:creationId xmlns:a16="http://schemas.microsoft.com/office/drawing/2014/main" id="{CB769E4D-F26F-B322-5847-E6BF031D00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6246813"/>
            <a:ext cx="1500188" cy="44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lnSpc>
                <a:spcPct val="81000"/>
              </a:lnSpc>
              <a:buClrTx/>
              <a:buFontTx/>
              <a:buNone/>
            </a:pPr>
            <a:r>
              <a:rPr lang="en-GB" altLang="fr-FR" sz="1400">
                <a:solidFill>
                  <a:srgbClr val="000000"/>
                </a:solidFill>
              </a:rPr>
              <a:t>01/10/09</a:t>
            </a:r>
          </a:p>
        </p:txBody>
      </p:sp>
      <p:sp>
        <p:nvSpPr>
          <p:cNvPr id="16386" name="Text Box 2">
            <a:extLst>
              <a:ext uri="{FF2B5EF4-FFF2-40B4-BE49-F238E27FC236}">
                <a16:creationId xmlns:a16="http://schemas.microsoft.com/office/drawing/2014/main" id="{F095AB4B-9103-C3F6-122A-AEB9C21793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79613" y="6246813"/>
            <a:ext cx="5911850" cy="44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>
              <a:lnSpc>
                <a:spcPct val="81000"/>
              </a:lnSpc>
              <a:buClrTx/>
              <a:buFontTx/>
              <a:buNone/>
            </a:pPr>
            <a:r>
              <a:rPr lang="en-GB" altLang="fr-FR" sz="1400">
                <a:solidFill>
                  <a:srgbClr val="000000"/>
                </a:solidFill>
              </a:rPr>
              <a:t>Activité 1 - Module 1 - Séquence 1 - Phase 5</a:t>
            </a:r>
          </a:p>
        </p:txBody>
      </p:sp>
      <p:sp>
        <p:nvSpPr>
          <p:cNvPr id="16387" name="Text Box 3">
            <a:extLst>
              <a:ext uri="{FF2B5EF4-FFF2-40B4-BE49-F238E27FC236}">
                <a16:creationId xmlns:a16="http://schemas.microsoft.com/office/drawing/2014/main" id="{8418FA5D-B034-BCA1-6DB3-554C6FB2F9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0038" y="6246813"/>
            <a:ext cx="738187" cy="44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r">
              <a:lnSpc>
                <a:spcPct val="81000"/>
              </a:lnSpc>
              <a:buClrTx/>
              <a:buFontTx/>
              <a:buNone/>
            </a:pPr>
            <a:fld id="{5E3AFE93-54E0-418E-9858-4F4900C80F0E}" type="slidenum">
              <a:rPr lang="en-GB" altLang="fr-FR" sz="1400">
                <a:solidFill>
                  <a:srgbClr val="000000"/>
                </a:solidFill>
              </a:rPr>
              <a:pPr algn="r">
                <a:lnSpc>
                  <a:spcPct val="81000"/>
                </a:lnSpc>
                <a:buClrTx/>
                <a:buFontTx/>
                <a:buNone/>
              </a:pPr>
              <a:t>15</a:t>
            </a:fld>
            <a:endParaRPr lang="en-GB" altLang="fr-FR" sz="1400">
              <a:solidFill>
                <a:srgbClr val="000000"/>
              </a:solidFill>
            </a:endParaRPr>
          </a:p>
        </p:txBody>
      </p:sp>
      <p:sp>
        <p:nvSpPr>
          <p:cNvPr id="16388" name="Text Box 4">
            <a:extLst>
              <a:ext uri="{FF2B5EF4-FFF2-40B4-BE49-F238E27FC236}">
                <a16:creationId xmlns:a16="http://schemas.microsoft.com/office/drawing/2014/main" id="{2B80A14E-18C6-9113-0568-C6D5ACB1D9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279400"/>
            <a:ext cx="8229600" cy="1238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>
              <a:lnSpc>
                <a:spcPct val="101000"/>
              </a:lnSpc>
              <a:buClrTx/>
              <a:buFontTx/>
              <a:buNone/>
            </a:pPr>
            <a:r>
              <a:rPr lang="en-GB" altLang="fr-FR" sz="3200">
                <a:solidFill>
                  <a:srgbClr val="000000"/>
                </a:solidFill>
                <a:latin typeface="Verdana" panose="020B0604030504040204" pitchFamily="34" charset="0"/>
              </a:rPr>
              <a:t>Représentation des données</a:t>
            </a:r>
            <a:br>
              <a:rPr lang="en-GB" altLang="fr-FR" sz="3200">
                <a:solidFill>
                  <a:srgbClr val="000000"/>
                </a:solidFill>
                <a:latin typeface="Verdana" panose="020B0604030504040204" pitchFamily="34" charset="0"/>
              </a:rPr>
            </a:br>
            <a:r>
              <a:rPr lang="en-GB" altLang="fr-FR" sz="2400" i="1">
                <a:solidFill>
                  <a:srgbClr val="000000"/>
                </a:solidFill>
                <a:latin typeface="Verdana" panose="020B0604030504040204" pitchFamily="34" charset="0"/>
              </a:rPr>
              <a:t>Exercices</a:t>
            </a:r>
          </a:p>
        </p:txBody>
      </p:sp>
      <p:sp>
        <p:nvSpPr>
          <p:cNvPr id="16389" name="Line 5">
            <a:extLst>
              <a:ext uri="{FF2B5EF4-FFF2-40B4-BE49-F238E27FC236}">
                <a16:creationId xmlns:a16="http://schemas.microsoft.com/office/drawing/2014/main" id="{A5594143-B490-9AD1-74EA-715E2BF491C3}"/>
              </a:ext>
            </a:extLst>
          </p:cNvPr>
          <p:cNvSpPr>
            <a:spLocks noChangeShapeType="1"/>
          </p:cNvSpPr>
          <p:nvPr/>
        </p:nvSpPr>
        <p:spPr bwMode="auto">
          <a:xfrm>
            <a:off x="1044575" y="971550"/>
            <a:ext cx="6300788" cy="1588"/>
          </a:xfrm>
          <a:prstGeom prst="line">
            <a:avLst/>
          </a:prstGeom>
          <a:noFill/>
          <a:ln w="36000">
            <a:solidFill>
              <a:srgbClr val="B3B3B3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6390" name="Text Box 6">
            <a:extLst>
              <a:ext uri="{FF2B5EF4-FFF2-40B4-BE49-F238E27FC236}">
                <a16:creationId xmlns:a16="http://schemas.microsoft.com/office/drawing/2014/main" id="{4563BE16-F86F-BF6C-1B9F-6CE1CB1E4A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800" y="1800225"/>
            <a:ext cx="9021763" cy="828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buClrTx/>
              <a:buFontTx/>
              <a:buNone/>
            </a:pPr>
            <a:r>
              <a:rPr lang="fr-FR" altLang="fr-FR" b="1">
                <a:solidFill>
                  <a:srgbClr val="000000"/>
                </a:solidFill>
              </a:rPr>
              <a:t>1.</a:t>
            </a:r>
            <a:r>
              <a:rPr lang="fr-FR" altLang="fr-FR">
                <a:solidFill>
                  <a:srgbClr val="000000"/>
                </a:solidFill>
              </a:rPr>
              <a:t> Le vidage d'un fichier fait apparaître les information suivantes en ASCII :</a:t>
            </a:r>
          </a:p>
          <a:p>
            <a:pPr>
              <a:buClrTx/>
              <a:buFontTx/>
              <a:buNone/>
            </a:pPr>
            <a:r>
              <a:rPr lang="fr-FR" altLang="fr-FR">
                <a:solidFill>
                  <a:srgbClr val="000000"/>
                </a:solidFill>
              </a:rPr>
              <a:t>4C 65 20 42 54 53 20 65 73 74 20 75 6E 65 20 22 65 78 63 65 6C 6C 65 6E 74 65 22 20 46 6F 72</a:t>
            </a:r>
          </a:p>
          <a:p>
            <a:pPr>
              <a:buClrTx/>
              <a:buFontTx/>
              <a:buNone/>
            </a:pPr>
            <a:r>
              <a:rPr lang="fr-FR" altLang="fr-FR">
                <a:solidFill>
                  <a:srgbClr val="000000"/>
                </a:solidFill>
              </a:rPr>
              <a:t>6D 61 74 69 6F 6E 2E.</a:t>
            </a:r>
          </a:p>
          <a:p>
            <a:pPr>
              <a:buClrTx/>
              <a:buFontTx/>
              <a:buNone/>
            </a:pPr>
            <a:r>
              <a:rPr lang="fr-FR" altLang="fr-FR">
                <a:solidFill>
                  <a:srgbClr val="000000"/>
                </a:solidFill>
              </a:rPr>
              <a:t>Procéder à leur conversion en texte.</a:t>
            </a:r>
          </a:p>
        </p:txBody>
      </p:sp>
      <p:sp>
        <p:nvSpPr>
          <p:cNvPr id="16391" name="Text Box 7">
            <a:extLst>
              <a:ext uri="{FF2B5EF4-FFF2-40B4-BE49-F238E27FC236}">
                <a16:creationId xmlns:a16="http://schemas.microsoft.com/office/drawing/2014/main" id="{1F04AF8C-1F14-D6CD-8720-DA6D40EBCD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13" y="2700338"/>
            <a:ext cx="7450137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buClrTx/>
              <a:buFontTx/>
              <a:buNone/>
            </a:pPr>
            <a:r>
              <a:rPr lang="fr-FR" altLang="fr-FR" b="1">
                <a:solidFill>
                  <a:srgbClr val="000000"/>
                </a:solidFill>
              </a:rPr>
              <a:t>2.</a:t>
            </a:r>
            <a:r>
              <a:rPr lang="fr-FR" altLang="fr-FR">
                <a:solidFill>
                  <a:srgbClr val="000000"/>
                </a:solidFill>
              </a:rPr>
              <a:t> Coder le texte suivant en utilisant le code ASCII sous sa forme hexadécimale :</a:t>
            </a:r>
          </a:p>
          <a:p>
            <a:pPr>
              <a:buClrTx/>
              <a:buFontTx/>
              <a:buNone/>
            </a:pPr>
            <a:r>
              <a:rPr lang="fr-FR" altLang="fr-FR">
                <a:solidFill>
                  <a:srgbClr val="000000"/>
                </a:solidFill>
              </a:rPr>
              <a:t>Technologie 2003 « Leçon sur les CODES ».</a:t>
            </a:r>
          </a:p>
        </p:txBody>
      </p:sp>
      <p:sp>
        <p:nvSpPr>
          <p:cNvPr id="16392" name="Text Box 8">
            <a:extLst>
              <a:ext uri="{FF2B5EF4-FFF2-40B4-BE49-F238E27FC236}">
                <a16:creationId xmlns:a16="http://schemas.microsoft.com/office/drawing/2014/main" id="{03FE2654-56C5-93C3-280E-E09C5132E1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13" y="3240088"/>
            <a:ext cx="7521575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49263" fontAlgn="base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FFFFFF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buClrTx/>
              <a:buFontTx/>
              <a:buNone/>
            </a:pPr>
            <a:r>
              <a:rPr lang="fr-FR" altLang="fr-FR" b="1">
                <a:solidFill>
                  <a:srgbClr val="000000"/>
                </a:solidFill>
              </a:rPr>
              <a:t>3.</a:t>
            </a:r>
            <a:r>
              <a:rPr lang="fr-FR" altLang="fr-FR">
                <a:solidFill>
                  <a:srgbClr val="000000"/>
                </a:solidFill>
              </a:rPr>
              <a:t> Coder en Unicode UTF-8, sous forme hexadécimale, le texte : « Année 2007 ».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hème Office">
  <a:themeElements>
    <a:clrScheme name="Thème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Thème Office">
      <a:majorFont>
        <a:latin typeface="Arial"/>
        <a:ea typeface=""/>
        <a:cs typeface="Lucida Sans Unicode"/>
      </a:majorFont>
      <a:minorFont>
        <a:latin typeface="Arial"/>
        <a:ea typeface=""/>
        <a:cs typeface="Lucida Sans Unicode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1">
          <a:lnSpc>
            <a:spcPct val="76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anose="02020603050405020304" pitchFamily="18" charset="0"/>
          <a:buNone/>
          <a:tabLst/>
          <a:defRPr kumimoji="0" lang="en-GB" altLang="fr-FR" sz="16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  <a:cs typeface="Lucida Sans Unicode" panose="020B0602030504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1">
          <a:lnSpc>
            <a:spcPct val="76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anose="02020603050405020304" pitchFamily="18" charset="0"/>
          <a:buNone/>
          <a:tabLst/>
          <a:defRPr kumimoji="0" lang="en-GB" altLang="fr-FR" sz="16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  <a:cs typeface="Lucida Sans Unicode" panose="020B0602030504020204" pitchFamily="34" charset="0"/>
          </a:defRPr>
        </a:defPPr>
      </a:lstStyle>
    </a:lnDef>
  </a:objectDefaults>
  <a:extraClrSchemeLst>
    <a:extraClrScheme>
      <a:clrScheme name="Thème Offic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hème Offic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hème Offic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hème Offic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hème Offic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hème Offic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hème Offic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558AE1F1B4EAE41AA5D45FA89F23B30" ma:contentTypeVersion="11" ma:contentTypeDescription="Crée un document." ma:contentTypeScope="" ma:versionID="af3a8447b9c561d24eb626beaa776d25">
  <xsd:schema xmlns:xsd="http://www.w3.org/2001/XMLSchema" xmlns:xs="http://www.w3.org/2001/XMLSchema" xmlns:p="http://schemas.microsoft.com/office/2006/metadata/properties" xmlns:ns2="fb67cf06-de83-4dde-bdc8-c9d2555ecf99" xmlns:ns3="43c9300f-d713-4702-8cc8-fa8bdc3c40bd" targetNamespace="http://schemas.microsoft.com/office/2006/metadata/properties" ma:root="true" ma:fieldsID="c456be7a26ea39ba590806608b97c9e9" ns2:_="" ns3:_="">
    <xsd:import namespace="fb67cf06-de83-4dde-bdc8-c9d2555ecf99"/>
    <xsd:import namespace="43c9300f-d713-4702-8cc8-fa8bdc3c40b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b67cf06-de83-4dde-bdc8-c9d2555ecf9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Balises d’images" ma:readOnly="false" ma:fieldId="{5cf76f15-5ced-4ddc-b409-7134ff3c332f}" ma:taxonomyMulti="true" ma:sspId="3b972a7f-0ff5-4d06-af94-aff851ef5c2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3c9300f-d713-4702-8cc8-fa8bdc3c40bd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23897638-9776-4d47-817f-a1af06ed1d14}" ma:internalName="TaxCatchAll" ma:showField="CatchAllData" ma:web="43c9300f-d713-4702-8cc8-fa8bdc3c40b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b67cf06-de83-4dde-bdc8-c9d2555ecf99">
      <Terms xmlns="http://schemas.microsoft.com/office/infopath/2007/PartnerControls"/>
    </lcf76f155ced4ddcb4097134ff3c332f>
    <TaxCatchAll xmlns="43c9300f-d713-4702-8cc8-fa8bdc3c40bd" xsi:nil="true"/>
  </documentManagement>
</p:properties>
</file>

<file path=customXml/itemProps1.xml><?xml version="1.0" encoding="utf-8"?>
<ds:datastoreItem xmlns:ds="http://schemas.openxmlformats.org/officeDocument/2006/customXml" ds:itemID="{30ED8AD2-F086-44D0-9F8A-91298B2810C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B758821-41C6-4CF6-90F5-C8CA568B1533}"/>
</file>

<file path=customXml/itemProps3.xml><?xml version="1.0" encoding="utf-8"?>
<ds:datastoreItem xmlns:ds="http://schemas.openxmlformats.org/officeDocument/2006/customXml" ds:itemID="{4F6E58A2-7D6B-4090-B4E4-7F8543FD30D1}">
  <ds:schemaRefs>
    <ds:schemaRef ds:uri="http://schemas.microsoft.com/office/2006/metadata/properties"/>
    <ds:schemaRef ds:uri="http://schemas.microsoft.com/office/infopath/2007/PartnerControls"/>
    <ds:schemaRef ds:uri="ca2b80a2-2871-4120-a587-e0c3105bfd73"/>
    <ds:schemaRef ds:uri="1ba4732b-772d-4449-a4b4-835f90b02ea8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Affichage à l'écran (4:3)</PresentationFormat>
  <Slides>15</Slides>
  <Notes>15</Notes>
  <HiddenSlides>0</HiddenSlide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16" baseType="lpstr"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Stagiaire</dc:creator>
  <cp:revision>2</cp:revision>
  <cp:lastPrinted>1601-01-01T00:00:00Z</cp:lastPrinted>
  <dcterms:created xsi:type="dcterms:W3CDTF">1601-01-01T00:00:00Z</dcterms:created>
  <dcterms:modified xsi:type="dcterms:W3CDTF">2024-06-13T07:54:21Z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0x0101001558AE1F1B4EAE41AA5D45FA89F23B30</vt:lpwstr>
  </property>
  <property fmtid="{D5CDD505-2E9C-101B-9397-08002B2CF9AE}" pid="3" name="Order">
    <vt:r8>112600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_SourceUrl">
    <vt:lpwstr/>
  </property>
  <property fmtid="{D5CDD505-2E9C-101B-9397-08002B2CF9AE}" pid="7" name="_SharedFileIndex">
    <vt:lpwstr/>
  </property>
  <property fmtid="{D5CDD505-2E9C-101B-9397-08002B2CF9AE}" pid="8" name="ComplianceAssetId">
    <vt:lpwstr/>
  </property>
  <property fmtid="{D5CDD505-2E9C-101B-9397-08002B2CF9AE}" pid="9" name="TemplateUrl">
    <vt:lpwstr/>
  </property>
  <property fmtid="{D5CDD505-2E9C-101B-9397-08002B2CF9AE}" pid="10" name="_ExtendedDescription">
    <vt:lpwstr/>
  </property>
  <property fmtid="{D5CDD505-2E9C-101B-9397-08002B2CF9AE}" pid="11" name="TriggerFlowInfo">
    <vt:lpwstr/>
  </property>
  <property fmtid="{D5CDD505-2E9C-101B-9397-08002B2CF9AE}" pid="12" name="MediaServiceImageTags">
    <vt:lpwstr/>
  </property>
</Properties>
</file>