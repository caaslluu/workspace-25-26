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36"/>
  </p:notesMasterIdLst>
  <p:sldIdLst>
    <p:sldId id="256" r:id="rId5"/>
    <p:sldId id="486" r:id="rId6"/>
    <p:sldId id="437" r:id="rId7"/>
    <p:sldId id="603" r:id="rId8"/>
    <p:sldId id="566" r:id="rId9"/>
    <p:sldId id="567" r:id="rId10"/>
    <p:sldId id="568" r:id="rId11"/>
    <p:sldId id="569" r:id="rId12"/>
    <p:sldId id="570" r:id="rId13"/>
    <p:sldId id="571" r:id="rId14"/>
    <p:sldId id="572" r:id="rId15"/>
    <p:sldId id="573" r:id="rId16"/>
    <p:sldId id="574" r:id="rId17"/>
    <p:sldId id="575" r:id="rId18"/>
    <p:sldId id="576" r:id="rId19"/>
    <p:sldId id="577" r:id="rId20"/>
    <p:sldId id="578" r:id="rId21"/>
    <p:sldId id="579" r:id="rId22"/>
    <p:sldId id="580" r:id="rId23"/>
    <p:sldId id="581" r:id="rId24"/>
    <p:sldId id="599" r:id="rId25"/>
    <p:sldId id="590" r:id="rId26"/>
    <p:sldId id="589" r:id="rId27"/>
    <p:sldId id="592" r:id="rId28"/>
    <p:sldId id="593" r:id="rId29"/>
    <p:sldId id="594" r:id="rId30"/>
    <p:sldId id="596" r:id="rId31"/>
    <p:sldId id="600" r:id="rId32"/>
    <p:sldId id="604" r:id="rId33"/>
    <p:sldId id="601" r:id="rId34"/>
    <p:sldId id="602" r:id="rId35"/>
  </p:sldIdLst>
  <p:sldSz cx="12192000" cy="6858000"/>
  <p:notesSz cx="6797675" cy="9926638"/>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CC"/>
    <a:srgbClr val="3333FF"/>
    <a:srgbClr val="0000FF"/>
    <a:srgbClr val="0033CC"/>
    <a:srgbClr val="FF00FF"/>
    <a:srgbClr val="FFCCFF"/>
    <a:srgbClr val="41719C"/>
    <a:srgbClr val="CCFF33"/>
    <a:srgbClr val="CC00FF"/>
    <a:srgbClr val="CC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162" autoAdjust="0"/>
    <p:restoredTop sz="96441" autoAdjust="0"/>
  </p:normalViewPr>
  <p:slideViewPr>
    <p:cSldViewPr snapToGrid="0" snapToObjects="1">
      <p:cViewPr varScale="1">
        <p:scale>
          <a:sx n="78" d="100"/>
          <a:sy n="78" d="100"/>
        </p:scale>
        <p:origin x="734" y="82"/>
      </p:cViewPr>
      <p:guideLst>
        <p:guide orient="horz" pos="2160"/>
        <p:guide pos="3840"/>
      </p:guideLst>
    </p:cSldViewPr>
  </p:slideViewPr>
  <p:outlineViewPr>
    <p:cViewPr>
      <p:scale>
        <a:sx n="33" d="100"/>
        <a:sy n="33" d="100"/>
      </p:scale>
      <p:origin x="0" y="645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C602A82-A7C6-4DFC-B553-7919157F0325}"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fr-FR"/>
        </a:p>
      </dgm:t>
    </dgm:pt>
    <dgm:pt modelId="{EDCBE7B3-D5A5-4ECD-9FFF-1942731BBF0F}">
      <dgm:prSet phldrT="[Texte]"/>
      <dgm:spPr>
        <a:solidFill>
          <a:srgbClr val="C00000"/>
        </a:solidFill>
      </dgm:spPr>
      <dgm:t>
        <a:bodyPr/>
        <a:lstStyle/>
        <a:p>
          <a:r>
            <a:rPr lang="fr-FR" b="1" dirty="0"/>
            <a:t>Introduction aux </a:t>
          </a:r>
          <a:r>
            <a:rPr lang="fr-FR" b="1" dirty="0" err="1"/>
            <a:t>VLANSs</a:t>
          </a:r>
          <a:endParaRPr lang="fr-FR" b="1" dirty="0"/>
        </a:p>
      </dgm:t>
    </dgm:pt>
    <dgm:pt modelId="{6108DE2A-534C-49C4-8070-0B94C0C33703}" type="parTrans" cxnId="{03AF235C-82CD-4AC5-B581-47D8800E03F9}">
      <dgm:prSet/>
      <dgm:spPr/>
      <dgm:t>
        <a:bodyPr/>
        <a:lstStyle/>
        <a:p>
          <a:endParaRPr lang="fr-FR" b="1"/>
        </a:p>
      </dgm:t>
    </dgm:pt>
    <dgm:pt modelId="{906E676E-9FC3-49FA-9DEE-F4B7DF06CECD}" type="sibTrans" cxnId="{03AF235C-82CD-4AC5-B581-47D8800E03F9}">
      <dgm:prSet/>
      <dgm:spPr/>
      <dgm:t>
        <a:bodyPr/>
        <a:lstStyle/>
        <a:p>
          <a:endParaRPr lang="fr-FR" b="1"/>
        </a:p>
      </dgm:t>
    </dgm:pt>
    <dgm:pt modelId="{AFFF6D1D-E1AF-4FAA-8566-E0942FFC1005}">
      <dgm:prSet phldrT="[Texte]"/>
      <dgm:spPr>
        <a:solidFill>
          <a:srgbClr val="00B050"/>
        </a:solidFill>
      </dgm:spPr>
      <dgm:t>
        <a:bodyPr/>
        <a:lstStyle/>
        <a:p>
          <a:r>
            <a:rPr lang="fr-FR" b="1" dirty="0"/>
            <a:t> Qu’est ce que un réseau LAN Virtuel ?</a:t>
          </a:r>
        </a:p>
      </dgm:t>
    </dgm:pt>
    <dgm:pt modelId="{0C663316-A0AC-4930-BC66-A4BEA71A73FF}" type="parTrans" cxnId="{D5395102-3715-4084-A586-EAF4253E4C29}">
      <dgm:prSet/>
      <dgm:spPr/>
      <dgm:t>
        <a:bodyPr/>
        <a:lstStyle/>
        <a:p>
          <a:endParaRPr lang="fr-FR" b="1"/>
        </a:p>
      </dgm:t>
    </dgm:pt>
    <dgm:pt modelId="{20A3A7EF-A121-4C01-A702-F3F237CDD164}" type="sibTrans" cxnId="{D5395102-3715-4084-A586-EAF4253E4C29}">
      <dgm:prSet/>
      <dgm:spPr/>
      <dgm:t>
        <a:bodyPr/>
        <a:lstStyle/>
        <a:p>
          <a:endParaRPr lang="fr-FR" b="1"/>
        </a:p>
      </dgm:t>
    </dgm:pt>
    <dgm:pt modelId="{3B5037D7-CDBA-4DF3-B758-0930735A307C}">
      <dgm:prSet phldrT="[Texte]"/>
      <dgm:spPr>
        <a:solidFill>
          <a:srgbClr val="0000FF"/>
        </a:solidFill>
      </dgm:spPr>
      <dgm:t>
        <a:bodyPr/>
        <a:lstStyle/>
        <a:p>
          <a:r>
            <a:rPr lang="fr-FR" b="1" dirty="0"/>
            <a:t>Avantages des </a:t>
          </a:r>
          <a:r>
            <a:rPr lang="fr-FR" b="1" dirty="0" err="1"/>
            <a:t>VLAN’s</a:t>
          </a:r>
          <a:endParaRPr lang="fr-FR" b="1" dirty="0"/>
        </a:p>
      </dgm:t>
    </dgm:pt>
    <dgm:pt modelId="{D21C7EFA-ABC0-4F86-97BD-3F7E0412C295}" type="parTrans" cxnId="{319C0ED5-3F00-4506-A01D-51223BD7737A}">
      <dgm:prSet/>
      <dgm:spPr/>
      <dgm:t>
        <a:bodyPr/>
        <a:lstStyle/>
        <a:p>
          <a:endParaRPr lang="fr-FR" b="1"/>
        </a:p>
      </dgm:t>
    </dgm:pt>
    <dgm:pt modelId="{8A61E5AC-0103-46B8-A28A-EC5E8F95769D}" type="sibTrans" cxnId="{319C0ED5-3F00-4506-A01D-51223BD7737A}">
      <dgm:prSet/>
      <dgm:spPr/>
      <dgm:t>
        <a:bodyPr/>
        <a:lstStyle/>
        <a:p>
          <a:endParaRPr lang="fr-FR" b="1"/>
        </a:p>
      </dgm:t>
    </dgm:pt>
    <dgm:pt modelId="{70E7044B-C165-4148-999F-9750AA44DC80}">
      <dgm:prSet phldrT="[Texte]"/>
      <dgm:spPr>
        <a:solidFill>
          <a:srgbClr val="FF00FF"/>
        </a:solidFill>
      </dgm:spPr>
      <dgm:t>
        <a:bodyPr/>
        <a:lstStyle/>
        <a:p>
          <a:r>
            <a:rPr lang="fr-FR" b="1" dirty="0"/>
            <a:t>Appartenance à un VLAN (types de </a:t>
          </a:r>
          <a:r>
            <a:rPr lang="fr-FR" b="1" dirty="0" err="1"/>
            <a:t>VLAN’s</a:t>
          </a:r>
          <a:r>
            <a:rPr lang="fr-FR" b="1" dirty="0"/>
            <a:t>)</a:t>
          </a:r>
        </a:p>
      </dgm:t>
    </dgm:pt>
    <dgm:pt modelId="{7C58937F-044C-4B14-B099-6458BA0BF432}" type="parTrans" cxnId="{13DE41CB-7CBC-45CE-9287-4BE4D70CDDB8}">
      <dgm:prSet/>
      <dgm:spPr/>
      <dgm:t>
        <a:bodyPr/>
        <a:lstStyle/>
        <a:p>
          <a:endParaRPr lang="fr-FR" b="1"/>
        </a:p>
      </dgm:t>
    </dgm:pt>
    <dgm:pt modelId="{9BB6D0CC-0C0F-4EF6-AE2A-62F0544BACD8}" type="sibTrans" cxnId="{13DE41CB-7CBC-45CE-9287-4BE4D70CDDB8}">
      <dgm:prSet/>
      <dgm:spPr/>
      <dgm:t>
        <a:bodyPr/>
        <a:lstStyle/>
        <a:p>
          <a:endParaRPr lang="fr-FR" b="1"/>
        </a:p>
      </dgm:t>
    </dgm:pt>
    <dgm:pt modelId="{5FB947C3-3E4B-47EE-B724-128B19ADB946}">
      <dgm:prSet phldrT="[Texte]"/>
      <dgm:spPr>
        <a:solidFill>
          <a:schemeClr val="bg1">
            <a:lumMod val="50000"/>
          </a:schemeClr>
        </a:solidFill>
      </dgm:spPr>
      <dgm:t>
        <a:bodyPr/>
        <a:lstStyle/>
        <a:p>
          <a:r>
            <a:rPr lang="fr-FR" b="1" dirty="0"/>
            <a:t> Exemple : conception de réseau</a:t>
          </a:r>
        </a:p>
      </dgm:t>
    </dgm:pt>
    <dgm:pt modelId="{D7F3AE4C-89AA-4A1B-B6C1-7888C82C346A}" type="parTrans" cxnId="{86D7C69E-A980-42E2-8C35-9550031290F6}">
      <dgm:prSet/>
      <dgm:spPr/>
      <dgm:t>
        <a:bodyPr/>
        <a:lstStyle/>
        <a:p>
          <a:endParaRPr lang="fr-FR" b="1"/>
        </a:p>
      </dgm:t>
    </dgm:pt>
    <dgm:pt modelId="{4346ACF0-BBD0-48D6-B4A0-91D4ED80A86C}" type="sibTrans" cxnId="{86D7C69E-A980-42E2-8C35-9550031290F6}">
      <dgm:prSet/>
      <dgm:spPr/>
      <dgm:t>
        <a:bodyPr/>
        <a:lstStyle/>
        <a:p>
          <a:endParaRPr lang="fr-FR" b="1"/>
        </a:p>
      </dgm:t>
    </dgm:pt>
    <dgm:pt modelId="{7E232533-81EB-41D5-9F20-35FAF5B37F62}">
      <dgm:prSet phldrT="[Texte]"/>
      <dgm:spPr>
        <a:solidFill>
          <a:srgbClr val="002060"/>
        </a:solidFill>
      </dgm:spPr>
      <dgm:t>
        <a:bodyPr/>
        <a:lstStyle/>
        <a:p>
          <a:r>
            <a:rPr lang="fr-FR" b="1" dirty="0"/>
            <a:t> </a:t>
          </a:r>
          <a:r>
            <a:rPr lang="fr-FR" b="1" dirty="0" err="1"/>
            <a:t>VLANs</a:t>
          </a:r>
          <a:r>
            <a:rPr lang="fr-FR" b="1" dirty="0"/>
            <a:t> multi-switch</a:t>
          </a:r>
        </a:p>
      </dgm:t>
    </dgm:pt>
    <dgm:pt modelId="{952986FC-5C58-40F7-9883-AAF5AEB93403}" type="parTrans" cxnId="{020B5A69-FA7C-41D7-9627-B15DB62244EA}">
      <dgm:prSet/>
      <dgm:spPr/>
      <dgm:t>
        <a:bodyPr/>
        <a:lstStyle/>
        <a:p>
          <a:endParaRPr lang="fr-FR" b="1"/>
        </a:p>
      </dgm:t>
    </dgm:pt>
    <dgm:pt modelId="{2331DE86-199F-4E4F-81D4-0C736AFE8B54}" type="sibTrans" cxnId="{020B5A69-FA7C-41D7-9627-B15DB62244EA}">
      <dgm:prSet/>
      <dgm:spPr/>
      <dgm:t>
        <a:bodyPr/>
        <a:lstStyle/>
        <a:p>
          <a:endParaRPr lang="fr-FR" b="1"/>
        </a:p>
      </dgm:t>
    </dgm:pt>
    <dgm:pt modelId="{3F9F9D5E-95FB-4A31-9199-542CCE1D9FD3}">
      <dgm:prSet phldrT="[Texte]"/>
      <dgm:spPr>
        <a:solidFill>
          <a:schemeClr val="accent6">
            <a:lumMod val="50000"/>
          </a:schemeClr>
        </a:solidFill>
      </dgm:spPr>
      <dgm:t>
        <a:bodyPr/>
        <a:lstStyle/>
        <a:p>
          <a:r>
            <a:rPr lang="fr-FR" b="1" dirty="0"/>
            <a:t> Communication inter-</a:t>
          </a:r>
          <a:r>
            <a:rPr lang="fr-FR" b="1" dirty="0" err="1"/>
            <a:t>VLANs</a:t>
          </a:r>
          <a:endParaRPr lang="fr-FR" b="1" dirty="0"/>
        </a:p>
      </dgm:t>
    </dgm:pt>
    <dgm:pt modelId="{92CD5387-32CD-474F-82DF-1EF423C23035}" type="parTrans" cxnId="{6D6F0E63-B360-4373-B8D3-465E2C40CE08}">
      <dgm:prSet/>
      <dgm:spPr/>
      <dgm:t>
        <a:bodyPr/>
        <a:lstStyle/>
        <a:p>
          <a:endParaRPr lang="fr-FR" b="1"/>
        </a:p>
      </dgm:t>
    </dgm:pt>
    <dgm:pt modelId="{A7795ADE-8187-43B8-B4E6-8CC52FCC34F8}" type="sibTrans" cxnId="{6D6F0E63-B360-4373-B8D3-465E2C40CE08}">
      <dgm:prSet/>
      <dgm:spPr/>
      <dgm:t>
        <a:bodyPr/>
        <a:lstStyle/>
        <a:p>
          <a:endParaRPr lang="fr-FR" b="1"/>
        </a:p>
      </dgm:t>
    </dgm:pt>
    <dgm:pt modelId="{A9933AF6-356D-4356-BC2F-0A7044B4E19F}">
      <dgm:prSet phldrT="[Texte]"/>
      <dgm:spPr/>
      <dgm:t>
        <a:bodyPr/>
        <a:lstStyle/>
        <a:p>
          <a:endParaRPr lang="fr-FR" b="1" dirty="0"/>
        </a:p>
      </dgm:t>
    </dgm:pt>
    <dgm:pt modelId="{B700334A-85D8-4993-9969-7268271AF27E}" type="parTrans" cxnId="{0A1C83B2-19BA-4592-8C91-990877589C62}">
      <dgm:prSet/>
      <dgm:spPr/>
      <dgm:t>
        <a:bodyPr/>
        <a:lstStyle/>
        <a:p>
          <a:endParaRPr lang="fr-FR" b="1"/>
        </a:p>
      </dgm:t>
    </dgm:pt>
    <dgm:pt modelId="{EC4A6139-42FD-4CD6-A781-6A8A65F87454}" type="sibTrans" cxnId="{0A1C83B2-19BA-4592-8C91-990877589C62}">
      <dgm:prSet/>
      <dgm:spPr/>
      <dgm:t>
        <a:bodyPr/>
        <a:lstStyle/>
        <a:p>
          <a:endParaRPr lang="fr-FR" b="1"/>
        </a:p>
      </dgm:t>
    </dgm:pt>
    <dgm:pt modelId="{1461BAD4-4870-478C-A7B9-EF202C2878D9}" type="pres">
      <dgm:prSet presAssocID="{2C602A82-A7C6-4DFC-B553-7919157F0325}" presName="Name0" presStyleCnt="0">
        <dgm:presLayoutVars>
          <dgm:chMax val="7"/>
          <dgm:chPref val="7"/>
          <dgm:dir/>
        </dgm:presLayoutVars>
      </dgm:prSet>
      <dgm:spPr/>
    </dgm:pt>
    <dgm:pt modelId="{65C4D41C-7AA8-4D3F-BA48-D5D7F155602F}" type="pres">
      <dgm:prSet presAssocID="{2C602A82-A7C6-4DFC-B553-7919157F0325}" presName="Name1" presStyleCnt="0"/>
      <dgm:spPr/>
    </dgm:pt>
    <dgm:pt modelId="{27E7DC46-C88B-4DCA-9EF2-FB01810A2288}" type="pres">
      <dgm:prSet presAssocID="{2C602A82-A7C6-4DFC-B553-7919157F0325}" presName="cycle" presStyleCnt="0"/>
      <dgm:spPr/>
    </dgm:pt>
    <dgm:pt modelId="{3B03E2DA-17BE-41C3-8025-663C08E195DE}" type="pres">
      <dgm:prSet presAssocID="{2C602A82-A7C6-4DFC-B553-7919157F0325}" presName="srcNode" presStyleLbl="node1" presStyleIdx="0" presStyleCnt="7"/>
      <dgm:spPr/>
    </dgm:pt>
    <dgm:pt modelId="{5F7885BF-7010-4297-9462-CDF9B24202EB}" type="pres">
      <dgm:prSet presAssocID="{2C602A82-A7C6-4DFC-B553-7919157F0325}" presName="conn" presStyleLbl="parChTrans1D2" presStyleIdx="0" presStyleCnt="1"/>
      <dgm:spPr/>
    </dgm:pt>
    <dgm:pt modelId="{97DAA615-F9CF-45E9-ADF4-A338CBC6E4B8}" type="pres">
      <dgm:prSet presAssocID="{2C602A82-A7C6-4DFC-B553-7919157F0325}" presName="extraNode" presStyleLbl="node1" presStyleIdx="0" presStyleCnt="7"/>
      <dgm:spPr/>
    </dgm:pt>
    <dgm:pt modelId="{E9E29CE3-0867-4BFD-AB19-CE24400D34DC}" type="pres">
      <dgm:prSet presAssocID="{2C602A82-A7C6-4DFC-B553-7919157F0325}" presName="dstNode" presStyleLbl="node1" presStyleIdx="0" presStyleCnt="7"/>
      <dgm:spPr/>
    </dgm:pt>
    <dgm:pt modelId="{129C1ACD-331A-4A38-A021-A854A8EBC717}" type="pres">
      <dgm:prSet presAssocID="{EDCBE7B3-D5A5-4ECD-9FFF-1942731BBF0F}" presName="text_1" presStyleLbl="node1" presStyleIdx="0" presStyleCnt="7">
        <dgm:presLayoutVars>
          <dgm:bulletEnabled val="1"/>
        </dgm:presLayoutVars>
      </dgm:prSet>
      <dgm:spPr/>
    </dgm:pt>
    <dgm:pt modelId="{DFA6576C-79D1-4FDC-98C1-94D9AE825451}" type="pres">
      <dgm:prSet presAssocID="{EDCBE7B3-D5A5-4ECD-9FFF-1942731BBF0F}" presName="accent_1" presStyleCnt="0"/>
      <dgm:spPr/>
    </dgm:pt>
    <dgm:pt modelId="{5AC7CFF8-4CC8-4C54-971D-4FEDEDA62D74}" type="pres">
      <dgm:prSet presAssocID="{EDCBE7B3-D5A5-4ECD-9FFF-1942731BBF0F}" presName="accentRepeatNode" presStyleLbl="solidFgAcc1" presStyleIdx="0" presStyleCnt="7"/>
      <dgm:spPr/>
    </dgm:pt>
    <dgm:pt modelId="{7B9D6EE5-0F66-4BA5-B06C-FCF10A815358}" type="pres">
      <dgm:prSet presAssocID="{AFFF6D1D-E1AF-4FAA-8566-E0942FFC1005}" presName="text_2" presStyleLbl="node1" presStyleIdx="1" presStyleCnt="7">
        <dgm:presLayoutVars>
          <dgm:bulletEnabled val="1"/>
        </dgm:presLayoutVars>
      </dgm:prSet>
      <dgm:spPr/>
    </dgm:pt>
    <dgm:pt modelId="{DAC79344-ED7E-4934-9F41-8C0CCA97B537}" type="pres">
      <dgm:prSet presAssocID="{AFFF6D1D-E1AF-4FAA-8566-E0942FFC1005}" presName="accent_2" presStyleCnt="0"/>
      <dgm:spPr/>
    </dgm:pt>
    <dgm:pt modelId="{09C9AECF-E600-4614-ABA4-CCD79BEEE34F}" type="pres">
      <dgm:prSet presAssocID="{AFFF6D1D-E1AF-4FAA-8566-E0942FFC1005}" presName="accentRepeatNode" presStyleLbl="solidFgAcc1" presStyleIdx="1" presStyleCnt="7"/>
      <dgm:spPr/>
    </dgm:pt>
    <dgm:pt modelId="{0DC982D4-00EF-4A2C-B321-B6646994E630}" type="pres">
      <dgm:prSet presAssocID="{3B5037D7-CDBA-4DF3-B758-0930735A307C}" presName="text_3" presStyleLbl="node1" presStyleIdx="2" presStyleCnt="7">
        <dgm:presLayoutVars>
          <dgm:bulletEnabled val="1"/>
        </dgm:presLayoutVars>
      </dgm:prSet>
      <dgm:spPr/>
    </dgm:pt>
    <dgm:pt modelId="{21462B9E-6283-406A-ABEA-F35CCFB94FBA}" type="pres">
      <dgm:prSet presAssocID="{3B5037D7-CDBA-4DF3-B758-0930735A307C}" presName="accent_3" presStyleCnt="0"/>
      <dgm:spPr/>
    </dgm:pt>
    <dgm:pt modelId="{00B53B52-DDC6-4618-896E-11D8A1DD0B65}" type="pres">
      <dgm:prSet presAssocID="{3B5037D7-CDBA-4DF3-B758-0930735A307C}" presName="accentRepeatNode" presStyleLbl="solidFgAcc1" presStyleIdx="2" presStyleCnt="7"/>
      <dgm:spPr/>
    </dgm:pt>
    <dgm:pt modelId="{88FC9456-CFA8-4074-B3A2-659CDBE4CD76}" type="pres">
      <dgm:prSet presAssocID="{70E7044B-C165-4148-999F-9750AA44DC80}" presName="text_4" presStyleLbl="node1" presStyleIdx="3" presStyleCnt="7">
        <dgm:presLayoutVars>
          <dgm:bulletEnabled val="1"/>
        </dgm:presLayoutVars>
      </dgm:prSet>
      <dgm:spPr/>
    </dgm:pt>
    <dgm:pt modelId="{80B48324-E4D7-4656-A4EA-CAD767D1AECF}" type="pres">
      <dgm:prSet presAssocID="{70E7044B-C165-4148-999F-9750AA44DC80}" presName="accent_4" presStyleCnt="0"/>
      <dgm:spPr/>
    </dgm:pt>
    <dgm:pt modelId="{C4870156-D230-4EB4-9113-75D3BF39AE8D}" type="pres">
      <dgm:prSet presAssocID="{70E7044B-C165-4148-999F-9750AA44DC80}" presName="accentRepeatNode" presStyleLbl="solidFgAcc1" presStyleIdx="3" presStyleCnt="7"/>
      <dgm:spPr/>
    </dgm:pt>
    <dgm:pt modelId="{91CDF36F-606B-4A9A-861C-21679BE023A7}" type="pres">
      <dgm:prSet presAssocID="{5FB947C3-3E4B-47EE-B724-128B19ADB946}" presName="text_5" presStyleLbl="node1" presStyleIdx="4" presStyleCnt="7">
        <dgm:presLayoutVars>
          <dgm:bulletEnabled val="1"/>
        </dgm:presLayoutVars>
      </dgm:prSet>
      <dgm:spPr/>
    </dgm:pt>
    <dgm:pt modelId="{91FC3124-3A10-4655-ADCA-EF2338D3B060}" type="pres">
      <dgm:prSet presAssocID="{5FB947C3-3E4B-47EE-B724-128B19ADB946}" presName="accent_5" presStyleCnt="0"/>
      <dgm:spPr/>
    </dgm:pt>
    <dgm:pt modelId="{84616BC7-82E7-4D03-9FE6-03FC0EF5B975}" type="pres">
      <dgm:prSet presAssocID="{5FB947C3-3E4B-47EE-B724-128B19ADB946}" presName="accentRepeatNode" presStyleLbl="solidFgAcc1" presStyleIdx="4" presStyleCnt="7"/>
      <dgm:spPr/>
    </dgm:pt>
    <dgm:pt modelId="{9A5EFEB1-EC67-4593-A094-E3E95D418875}" type="pres">
      <dgm:prSet presAssocID="{7E232533-81EB-41D5-9F20-35FAF5B37F62}" presName="text_6" presStyleLbl="node1" presStyleIdx="5" presStyleCnt="7">
        <dgm:presLayoutVars>
          <dgm:bulletEnabled val="1"/>
        </dgm:presLayoutVars>
      </dgm:prSet>
      <dgm:spPr/>
    </dgm:pt>
    <dgm:pt modelId="{5326FF5A-7F60-4297-AE3D-993EB8132823}" type="pres">
      <dgm:prSet presAssocID="{7E232533-81EB-41D5-9F20-35FAF5B37F62}" presName="accent_6" presStyleCnt="0"/>
      <dgm:spPr/>
    </dgm:pt>
    <dgm:pt modelId="{36D7FE6C-C48C-49E1-B103-D0B5B0E2B34B}" type="pres">
      <dgm:prSet presAssocID="{7E232533-81EB-41D5-9F20-35FAF5B37F62}" presName="accentRepeatNode" presStyleLbl="solidFgAcc1" presStyleIdx="5" presStyleCnt="7"/>
      <dgm:spPr/>
    </dgm:pt>
    <dgm:pt modelId="{0EDE7209-F21D-4D7B-ADD6-0575033AEC07}" type="pres">
      <dgm:prSet presAssocID="{3F9F9D5E-95FB-4A31-9199-542CCE1D9FD3}" presName="text_7" presStyleLbl="node1" presStyleIdx="6" presStyleCnt="7">
        <dgm:presLayoutVars>
          <dgm:bulletEnabled val="1"/>
        </dgm:presLayoutVars>
      </dgm:prSet>
      <dgm:spPr/>
    </dgm:pt>
    <dgm:pt modelId="{07D7B9AB-50BF-4E15-9061-39B3103CC093}" type="pres">
      <dgm:prSet presAssocID="{3F9F9D5E-95FB-4A31-9199-542CCE1D9FD3}" presName="accent_7" presStyleCnt="0"/>
      <dgm:spPr/>
    </dgm:pt>
    <dgm:pt modelId="{AA339E0D-35BD-4E8D-AAD7-B4C093BBBFF7}" type="pres">
      <dgm:prSet presAssocID="{3F9F9D5E-95FB-4A31-9199-542CCE1D9FD3}" presName="accentRepeatNode" presStyleLbl="solidFgAcc1" presStyleIdx="6" presStyleCnt="7"/>
      <dgm:spPr/>
    </dgm:pt>
  </dgm:ptLst>
  <dgm:cxnLst>
    <dgm:cxn modelId="{D5395102-3715-4084-A586-EAF4253E4C29}" srcId="{2C602A82-A7C6-4DFC-B553-7919157F0325}" destId="{AFFF6D1D-E1AF-4FAA-8566-E0942FFC1005}" srcOrd="1" destOrd="0" parTransId="{0C663316-A0AC-4930-BC66-A4BEA71A73FF}" sibTransId="{20A3A7EF-A121-4C01-A702-F3F237CDD164}"/>
    <dgm:cxn modelId="{670A9B09-9CD9-4BF4-84C7-2260E6989EB7}" type="presOf" srcId="{3B5037D7-CDBA-4DF3-B758-0930735A307C}" destId="{0DC982D4-00EF-4A2C-B321-B6646994E630}" srcOrd="0" destOrd="0" presId="urn:microsoft.com/office/officeart/2008/layout/VerticalCurvedList"/>
    <dgm:cxn modelId="{8299C30C-AFCF-4C7D-A317-541D2C9444C5}" type="presOf" srcId="{906E676E-9FC3-49FA-9DEE-F4B7DF06CECD}" destId="{5F7885BF-7010-4297-9462-CDF9B24202EB}" srcOrd="0" destOrd="0" presId="urn:microsoft.com/office/officeart/2008/layout/VerticalCurvedList"/>
    <dgm:cxn modelId="{956F291E-E9D4-4AD8-B5F4-2DEFADD3A642}" type="presOf" srcId="{3F9F9D5E-95FB-4A31-9199-542CCE1D9FD3}" destId="{0EDE7209-F21D-4D7B-ADD6-0575033AEC07}" srcOrd="0" destOrd="0" presId="urn:microsoft.com/office/officeart/2008/layout/VerticalCurvedList"/>
    <dgm:cxn modelId="{03AF235C-82CD-4AC5-B581-47D8800E03F9}" srcId="{2C602A82-A7C6-4DFC-B553-7919157F0325}" destId="{EDCBE7B3-D5A5-4ECD-9FFF-1942731BBF0F}" srcOrd="0" destOrd="0" parTransId="{6108DE2A-534C-49C4-8070-0B94C0C33703}" sibTransId="{906E676E-9FC3-49FA-9DEE-F4B7DF06CECD}"/>
    <dgm:cxn modelId="{91434960-464E-4AC6-A586-8B9575B69B5D}" type="presOf" srcId="{5FB947C3-3E4B-47EE-B724-128B19ADB946}" destId="{91CDF36F-606B-4A9A-861C-21679BE023A7}" srcOrd="0" destOrd="0" presId="urn:microsoft.com/office/officeart/2008/layout/VerticalCurvedList"/>
    <dgm:cxn modelId="{6D6F0E63-B360-4373-B8D3-465E2C40CE08}" srcId="{2C602A82-A7C6-4DFC-B553-7919157F0325}" destId="{3F9F9D5E-95FB-4A31-9199-542CCE1D9FD3}" srcOrd="6" destOrd="0" parTransId="{92CD5387-32CD-474F-82DF-1EF423C23035}" sibTransId="{A7795ADE-8187-43B8-B4E6-8CC52FCC34F8}"/>
    <dgm:cxn modelId="{020B5A69-FA7C-41D7-9627-B15DB62244EA}" srcId="{2C602A82-A7C6-4DFC-B553-7919157F0325}" destId="{7E232533-81EB-41D5-9F20-35FAF5B37F62}" srcOrd="5" destOrd="0" parTransId="{952986FC-5C58-40F7-9883-AAF5AEB93403}" sibTransId="{2331DE86-199F-4E4F-81D4-0C736AFE8B54}"/>
    <dgm:cxn modelId="{97D77958-4F55-4A98-BB08-3D52306244DC}" type="presOf" srcId="{EDCBE7B3-D5A5-4ECD-9FFF-1942731BBF0F}" destId="{129C1ACD-331A-4A38-A021-A854A8EBC717}" srcOrd="0" destOrd="0" presId="urn:microsoft.com/office/officeart/2008/layout/VerticalCurvedList"/>
    <dgm:cxn modelId="{C49DDE82-8042-427D-8053-1BDAF073FE25}" type="presOf" srcId="{7E232533-81EB-41D5-9F20-35FAF5B37F62}" destId="{9A5EFEB1-EC67-4593-A094-E3E95D418875}" srcOrd="0" destOrd="0" presId="urn:microsoft.com/office/officeart/2008/layout/VerticalCurvedList"/>
    <dgm:cxn modelId="{F7A09D9A-3884-41C4-A20C-DFB64E9E74D3}" type="presOf" srcId="{70E7044B-C165-4148-999F-9750AA44DC80}" destId="{88FC9456-CFA8-4074-B3A2-659CDBE4CD76}" srcOrd="0" destOrd="0" presId="urn:microsoft.com/office/officeart/2008/layout/VerticalCurvedList"/>
    <dgm:cxn modelId="{86D7C69E-A980-42E2-8C35-9550031290F6}" srcId="{2C602A82-A7C6-4DFC-B553-7919157F0325}" destId="{5FB947C3-3E4B-47EE-B724-128B19ADB946}" srcOrd="4" destOrd="0" parTransId="{D7F3AE4C-89AA-4A1B-B6C1-7888C82C346A}" sibTransId="{4346ACF0-BBD0-48D6-B4A0-91D4ED80A86C}"/>
    <dgm:cxn modelId="{0A1C83B2-19BA-4592-8C91-990877589C62}" srcId="{2C602A82-A7C6-4DFC-B553-7919157F0325}" destId="{A9933AF6-356D-4356-BC2F-0A7044B4E19F}" srcOrd="7" destOrd="0" parTransId="{B700334A-85D8-4993-9969-7268271AF27E}" sibTransId="{EC4A6139-42FD-4CD6-A781-6A8A65F87454}"/>
    <dgm:cxn modelId="{F04A21B7-AB48-4E89-9006-B38FC08AB29A}" type="presOf" srcId="{2C602A82-A7C6-4DFC-B553-7919157F0325}" destId="{1461BAD4-4870-478C-A7B9-EF202C2878D9}" srcOrd="0" destOrd="0" presId="urn:microsoft.com/office/officeart/2008/layout/VerticalCurvedList"/>
    <dgm:cxn modelId="{9C493CC8-2FFA-43F6-9929-27D048D3528F}" type="presOf" srcId="{AFFF6D1D-E1AF-4FAA-8566-E0942FFC1005}" destId="{7B9D6EE5-0F66-4BA5-B06C-FCF10A815358}" srcOrd="0" destOrd="0" presId="urn:microsoft.com/office/officeart/2008/layout/VerticalCurvedList"/>
    <dgm:cxn modelId="{13DE41CB-7CBC-45CE-9287-4BE4D70CDDB8}" srcId="{2C602A82-A7C6-4DFC-B553-7919157F0325}" destId="{70E7044B-C165-4148-999F-9750AA44DC80}" srcOrd="3" destOrd="0" parTransId="{7C58937F-044C-4B14-B099-6458BA0BF432}" sibTransId="{9BB6D0CC-0C0F-4EF6-AE2A-62F0544BACD8}"/>
    <dgm:cxn modelId="{319C0ED5-3F00-4506-A01D-51223BD7737A}" srcId="{2C602A82-A7C6-4DFC-B553-7919157F0325}" destId="{3B5037D7-CDBA-4DF3-B758-0930735A307C}" srcOrd="2" destOrd="0" parTransId="{D21C7EFA-ABC0-4F86-97BD-3F7E0412C295}" sibTransId="{8A61E5AC-0103-46B8-A28A-EC5E8F95769D}"/>
    <dgm:cxn modelId="{9B40EFDE-5723-49D7-815F-45B13798FBD4}" type="presParOf" srcId="{1461BAD4-4870-478C-A7B9-EF202C2878D9}" destId="{65C4D41C-7AA8-4D3F-BA48-D5D7F155602F}" srcOrd="0" destOrd="0" presId="urn:microsoft.com/office/officeart/2008/layout/VerticalCurvedList"/>
    <dgm:cxn modelId="{C060662B-C082-4F86-AA8F-D68598EAD919}" type="presParOf" srcId="{65C4D41C-7AA8-4D3F-BA48-D5D7F155602F}" destId="{27E7DC46-C88B-4DCA-9EF2-FB01810A2288}" srcOrd="0" destOrd="0" presId="urn:microsoft.com/office/officeart/2008/layout/VerticalCurvedList"/>
    <dgm:cxn modelId="{45C8E403-053A-42F4-A3C6-497759F09184}" type="presParOf" srcId="{27E7DC46-C88B-4DCA-9EF2-FB01810A2288}" destId="{3B03E2DA-17BE-41C3-8025-663C08E195DE}" srcOrd="0" destOrd="0" presId="urn:microsoft.com/office/officeart/2008/layout/VerticalCurvedList"/>
    <dgm:cxn modelId="{AB82603A-127B-4D37-822A-2A8A810DC98D}" type="presParOf" srcId="{27E7DC46-C88B-4DCA-9EF2-FB01810A2288}" destId="{5F7885BF-7010-4297-9462-CDF9B24202EB}" srcOrd="1" destOrd="0" presId="urn:microsoft.com/office/officeart/2008/layout/VerticalCurvedList"/>
    <dgm:cxn modelId="{BDB68131-49C7-40E6-8EB1-573553D8C73D}" type="presParOf" srcId="{27E7DC46-C88B-4DCA-9EF2-FB01810A2288}" destId="{97DAA615-F9CF-45E9-ADF4-A338CBC6E4B8}" srcOrd="2" destOrd="0" presId="urn:microsoft.com/office/officeart/2008/layout/VerticalCurvedList"/>
    <dgm:cxn modelId="{21F1F9B3-6BC3-4D98-ACA2-7668C2A5992C}" type="presParOf" srcId="{27E7DC46-C88B-4DCA-9EF2-FB01810A2288}" destId="{E9E29CE3-0867-4BFD-AB19-CE24400D34DC}" srcOrd="3" destOrd="0" presId="urn:microsoft.com/office/officeart/2008/layout/VerticalCurvedList"/>
    <dgm:cxn modelId="{9695B2D3-7D94-417E-A000-49E738F5D381}" type="presParOf" srcId="{65C4D41C-7AA8-4D3F-BA48-D5D7F155602F}" destId="{129C1ACD-331A-4A38-A021-A854A8EBC717}" srcOrd="1" destOrd="0" presId="urn:microsoft.com/office/officeart/2008/layout/VerticalCurvedList"/>
    <dgm:cxn modelId="{3F8D6E3F-C0C0-4740-97A7-63B7A9C05F3A}" type="presParOf" srcId="{65C4D41C-7AA8-4D3F-BA48-D5D7F155602F}" destId="{DFA6576C-79D1-4FDC-98C1-94D9AE825451}" srcOrd="2" destOrd="0" presId="urn:microsoft.com/office/officeart/2008/layout/VerticalCurvedList"/>
    <dgm:cxn modelId="{0176C025-B676-476C-9B41-2DCCE492296E}" type="presParOf" srcId="{DFA6576C-79D1-4FDC-98C1-94D9AE825451}" destId="{5AC7CFF8-4CC8-4C54-971D-4FEDEDA62D74}" srcOrd="0" destOrd="0" presId="urn:microsoft.com/office/officeart/2008/layout/VerticalCurvedList"/>
    <dgm:cxn modelId="{651165F9-4F05-49D0-B1CA-172D857DECAF}" type="presParOf" srcId="{65C4D41C-7AA8-4D3F-BA48-D5D7F155602F}" destId="{7B9D6EE5-0F66-4BA5-B06C-FCF10A815358}" srcOrd="3" destOrd="0" presId="urn:microsoft.com/office/officeart/2008/layout/VerticalCurvedList"/>
    <dgm:cxn modelId="{88E533E9-0A5E-48D4-8ECB-105485B7DA7D}" type="presParOf" srcId="{65C4D41C-7AA8-4D3F-BA48-D5D7F155602F}" destId="{DAC79344-ED7E-4934-9F41-8C0CCA97B537}" srcOrd="4" destOrd="0" presId="urn:microsoft.com/office/officeart/2008/layout/VerticalCurvedList"/>
    <dgm:cxn modelId="{F3F64764-1502-4D6E-B325-DD9B3C426A3A}" type="presParOf" srcId="{DAC79344-ED7E-4934-9F41-8C0CCA97B537}" destId="{09C9AECF-E600-4614-ABA4-CCD79BEEE34F}" srcOrd="0" destOrd="0" presId="urn:microsoft.com/office/officeart/2008/layout/VerticalCurvedList"/>
    <dgm:cxn modelId="{7C435430-5B5A-476C-9724-3AC39A0AE4CB}" type="presParOf" srcId="{65C4D41C-7AA8-4D3F-BA48-D5D7F155602F}" destId="{0DC982D4-00EF-4A2C-B321-B6646994E630}" srcOrd="5" destOrd="0" presId="urn:microsoft.com/office/officeart/2008/layout/VerticalCurvedList"/>
    <dgm:cxn modelId="{2BDD7574-8626-48D1-BDD8-E82111BC078B}" type="presParOf" srcId="{65C4D41C-7AA8-4D3F-BA48-D5D7F155602F}" destId="{21462B9E-6283-406A-ABEA-F35CCFB94FBA}" srcOrd="6" destOrd="0" presId="urn:microsoft.com/office/officeart/2008/layout/VerticalCurvedList"/>
    <dgm:cxn modelId="{71446381-657D-4347-BA44-35A041D2B104}" type="presParOf" srcId="{21462B9E-6283-406A-ABEA-F35CCFB94FBA}" destId="{00B53B52-DDC6-4618-896E-11D8A1DD0B65}" srcOrd="0" destOrd="0" presId="urn:microsoft.com/office/officeart/2008/layout/VerticalCurvedList"/>
    <dgm:cxn modelId="{EBE1B849-0E76-4109-9A70-FA84668BBCE0}" type="presParOf" srcId="{65C4D41C-7AA8-4D3F-BA48-D5D7F155602F}" destId="{88FC9456-CFA8-4074-B3A2-659CDBE4CD76}" srcOrd="7" destOrd="0" presId="urn:microsoft.com/office/officeart/2008/layout/VerticalCurvedList"/>
    <dgm:cxn modelId="{292B457A-CE1A-49D2-89CA-CAED692490FC}" type="presParOf" srcId="{65C4D41C-7AA8-4D3F-BA48-D5D7F155602F}" destId="{80B48324-E4D7-4656-A4EA-CAD767D1AECF}" srcOrd="8" destOrd="0" presId="urn:microsoft.com/office/officeart/2008/layout/VerticalCurvedList"/>
    <dgm:cxn modelId="{824858B3-8EAD-402A-9FFD-E92F7285D311}" type="presParOf" srcId="{80B48324-E4D7-4656-A4EA-CAD767D1AECF}" destId="{C4870156-D230-4EB4-9113-75D3BF39AE8D}" srcOrd="0" destOrd="0" presId="urn:microsoft.com/office/officeart/2008/layout/VerticalCurvedList"/>
    <dgm:cxn modelId="{BEB47E40-E6AF-4C79-9B58-3DCE40824588}" type="presParOf" srcId="{65C4D41C-7AA8-4D3F-BA48-D5D7F155602F}" destId="{91CDF36F-606B-4A9A-861C-21679BE023A7}" srcOrd="9" destOrd="0" presId="urn:microsoft.com/office/officeart/2008/layout/VerticalCurvedList"/>
    <dgm:cxn modelId="{EBB29477-9C42-48D0-8718-2BA3C45C8E97}" type="presParOf" srcId="{65C4D41C-7AA8-4D3F-BA48-D5D7F155602F}" destId="{91FC3124-3A10-4655-ADCA-EF2338D3B060}" srcOrd="10" destOrd="0" presId="urn:microsoft.com/office/officeart/2008/layout/VerticalCurvedList"/>
    <dgm:cxn modelId="{B1A97C5E-7940-4486-9476-AAB3DE6340F8}" type="presParOf" srcId="{91FC3124-3A10-4655-ADCA-EF2338D3B060}" destId="{84616BC7-82E7-4D03-9FE6-03FC0EF5B975}" srcOrd="0" destOrd="0" presId="urn:microsoft.com/office/officeart/2008/layout/VerticalCurvedList"/>
    <dgm:cxn modelId="{C4B279BF-7D79-461B-B77A-0312C0531C88}" type="presParOf" srcId="{65C4D41C-7AA8-4D3F-BA48-D5D7F155602F}" destId="{9A5EFEB1-EC67-4593-A094-E3E95D418875}" srcOrd="11" destOrd="0" presId="urn:microsoft.com/office/officeart/2008/layout/VerticalCurvedList"/>
    <dgm:cxn modelId="{BDF13F3D-FC30-420C-9474-BC3A6FF55E7F}" type="presParOf" srcId="{65C4D41C-7AA8-4D3F-BA48-D5D7F155602F}" destId="{5326FF5A-7F60-4297-AE3D-993EB8132823}" srcOrd="12" destOrd="0" presId="urn:microsoft.com/office/officeart/2008/layout/VerticalCurvedList"/>
    <dgm:cxn modelId="{41E24B9B-67E9-4A87-9CA3-8926BE26C9FE}" type="presParOf" srcId="{5326FF5A-7F60-4297-AE3D-993EB8132823}" destId="{36D7FE6C-C48C-49E1-B103-D0B5B0E2B34B}" srcOrd="0" destOrd="0" presId="urn:microsoft.com/office/officeart/2008/layout/VerticalCurvedList"/>
    <dgm:cxn modelId="{8A0CB2BA-4FCB-45DC-92E6-747D6D5A3BCC}" type="presParOf" srcId="{65C4D41C-7AA8-4D3F-BA48-D5D7F155602F}" destId="{0EDE7209-F21D-4D7B-ADD6-0575033AEC07}" srcOrd="13" destOrd="0" presId="urn:microsoft.com/office/officeart/2008/layout/VerticalCurvedList"/>
    <dgm:cxn modelId="{77C10804-E01C-460D-A274-25E3F058136A}" type="presParOf" srcId="{65C4D41C-7AA8-4D3F-BA48-D5D7F155602F}" destId="{07D7B9AB-50BF-4E15-9061-39B3103CC093}" srcOrd="14" destOrd="0" presId="urn:microsoft.com/office/officeart/2008/layout/VerticalCurvedList"/>
    <dgm:cxn modelId="{5197E33F-721E-4246-8C3C-09E7D8543A5B}" type="presParOf" srcId="{07D7B9AB-50BF-4E15-9061-39B3103CC093}" destId="{AA339E0D-35BD-4E8D-AAD7-B4C093BBBFF7}"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7885BF-7010-4297-9462-CDF9B24202EB}">
      <dsp:nvSpPr>
        <dsp:cNvPr id="0" name=""/>
        <dsp:cNvSpPr/>
      </dsp:nvSpPr>
      <dsp:spPr>
        <a:xfrm>
          <a:off x="-5471736" y="-838226"/>
          <a:ext cx="6518470" cy="6518470"/>
        </a:xfrm>
        <a:prstGeom prst="blockArc">
          <a:avLst>
            <a:gd name="adj1" fmla="val 18900000"/>
            <a:gd name="adj2" fmla="val 2700000"/>
            <a:gd name="adj3" fmla="val 331"/>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29C1ACD-331A-4A38-A021-A854A8EBC717}">
      <dsp:nvSpPr>
        <dsp:cNvPr id="0" name=""/>
        <dsp:cNvSpPr/>
      </dsp:nvSpPr>
      <dsp:spPr>
        <a:xfrm>
          <a:off x="339667" y="220118"/>
          <a:ext cx="10695138" cy="440042"/>
        </a:xfrm>
        <a:prstGeom prst="rect">
          <a:avLst/>
        </a:prstGeom>
        <a:solidFill>
          <a:srgbClr val="C0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9284" tIns="58420" rIns="58420" bIns="58420" numCol="1" spcCol="1270" anchor="ctr" anchorCtr="0">
          <a:noAutofit/>
        </a:bodyPr>
        <a:lstStyle/>
        <a:p>
          <a:pPr marL="0" lvl="0" indent="0" algn="l" defTabSz="1022350">
            <a:lnSpc>
              <a:spcPct val="90000"/>
            </a:lnSpc>
            <a:spcBef>
              <a:spcPct val="0"/>
            </a:spcBef>
            <a:spcAft>
              <a:spcPct val="35000"/>
            </a:spcAft>
            <a:buNone/>
          </a:pPr>
          <a:r>
            <a:rPr lang="fr-FR" sz="2300" b="1" kern="1200" dirty="0"/>
            <a:t>Introduction aux </a:t>
          </a:r>
          <a:r>
            <a:rPr lang="fr-FR" sz="2300" b="1" kern="1200" dirty="0" err="1"/>
            <a:t>VLANSs</a:t>
          </a:r>
          <a:endParaRPr lang="fr-FR" sz="2300" b="1" kern="1200" dirty="0"/>
        </a:p>
      </dsp:txBody>
      <dsp:txXfrm>
        <a:off x="339667" y="220118"/>
        <a:ext cx="10695138" cy="440042"/>
      </dsp:txXfrm>
    </dsp:sp>
    <dsp:sp modelId="{5AC7CFF8-4CC8-4C54-971D-4FEDEDA62D74}">
      <dsp:nvSpPr>
        <dsp:cNvPr id="0" name=""/>
        <dsp:cNvSpPr/>
      </dsp:nvSpPr>
      <dsp:spPr>
        <a:xfrm>
          <a:off x="64640" y="165112"/>
          <a:ext cx="550053" cy="550053"/>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B9D6EE5-0F66-4BA5-B06C-FCF10A815358}">
      <dsp:nvSpPr>
        <dsp:cNvPr id="0" name=""/>
        <dsp:cNvSpPr/>
      </dsp:nvSpPr>
      <dsp:spPr>
        <a:xfrm>
          <a:off x="738165" y="880569"/>
          <a:ext cx="10296640" cy="440042"/>
        </a:xfrm>
        <a:prstGeom prst="rect">
          <a:avLst/>
        </a:prstGeom>
        <a:solidFill>
          <a:srgbClr val="00B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9284" tIns="58420" rIns="58420" bIns="58420" numCol="1" spcCol="1270" anchor="ctr" anchorCtr="0">
          <a:noAutofit/>
        </a:bodyPr>
        <a:lstStyle/>
        <a:p>
          <a:pPr marL="0" lvl="0" indent="0" algn="l" defTabSz="1022350">
            <a:lnSpc>
              <a:spcPct val="90000"/>
            </a:lnSpc>
            <a:spcBef>
              <a:spcPct val="0"/>
            </a:spcBef>
            <a:spcAft>
              <a:spcPct val="35000"/>
            </a:spcAft>
            <a:buNone/>
          </a:pPr>
          <a:r>
            <a:rPr lang="fr-FR" sz="2300" b="1" kern="1200" dirty="0"/>
            <a:t> Qu’est ce que un réseau LAN Virtuel ?</a:t>
          </a:r>
        </a:p>
      </dsp:txBody>
      <dsp:txXfrm>
        <a:off x="738165" y="880569"/>
        <a:ext cx="10296640" cy="440042"/>
      </dsp:txXfrm>
    </dsp:sp>
    <dsp:sp modelId="{09C9AECF-E600-4614-ABA4-CCD79BEEE34F}">
      <dsp:nvSpPr>
        <dsp:cNvPr id="0" name=""/>
        <dsp:cNvSpPr/>
      </dsp:nvSpPr>
      <dsp:spPr>
        <a:xfrm>
          <a:off x="463138" y="825563"/>
          <a:ext cx="550053" cy="550053"/>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DC982D4-00EF-4A2C-B321-B6646994E630}">
      <dsp:nvSpPr>
        <dsp:cNvPr id="0" name=""/>
        <dsp:cNvSpPr/>
      </dsp:nvSpPr>
      <dsp:spPr>
        <a:xfrm>
          <a:off x="956540" y="1540536"/>
          <a:ext cx="10078265" cy="440042"/>
        </a:xfrm>
        <a:prstGeom prst="rect">
          <a:avLst/>
        </a:prstGeom>
        <a:solidFill>
          <a:srgbClr val="0000FF"/>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9284" tIns="58420" rIns="58420" bIns="58420" numCol="1" spcCol="1270" anchor="ctr" anchorCtr="0">
          <a:noAutofit/>
        </a:bodyPr>
        <a:lstStyle/>
        <a:p>
          <a:pPr marL="0" lvl="0" indent="0" algn="l" defTabSz="1022350">
            <a:lnSpc>
              <a:spcPct val="90000"/>
            </a:lnSpc>
            <a:spcBef>
              <a:spcPct val="0"/>
            </a:spcBef>
            <a:spcAft>
              <a:spcPct val="35000"/>
            </a:spcAft>
            <a:buNone/>
          </a:pPr>
          <a:r>
            <a:rPr lang="fr-FR" sz="2300" b="1" kern="1200" dirty="0"/>
            <a:t>Avantages des </a:t>
          </a:r>
          <a:r>
            <a:rPr lang="fr-FR" sz="2300" b="1" kern="1200" dirty="0" err="1"/>
            <a:t>VLAN’s</a:t>
          </a:r>
          <a:endParaRPr lang="fr-FR" sz="2300" b="1" kern="1200" dirty="0"/>
        </a:p>
      </dsp:txBody>
      <dsp:txXfrm>
        <a:off x="956540" y="1540536"/>
        <a:ext cx="10078265" cy="440042"/>
      </dsp:txXfrm>
    </dsp:sp>
    <dsp:sp modelId="{00B53B52-DDC6-4618-896E-11D8A1DD0B65}">
      <dsp:nvSpPr>
        <dsp:cNvPr id="0" name=""/>
        <dsp:cNvSpPr/>
      </dsp:nvSpPr>
      <dsp:spPr>
        <a:xfrm>
          <a:off x="681513" y="1485530"/>
          <a:ext cx="550053" cy="550053"/>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8FC9456-CFA8-4074-B3A2-659CDBE4CD76}">
      <dsp:nvSpPr>
        <dsp:cNvPr id="0" name=""/>
        <dsp:cNvSpPr/>
      </dsp:nvSpPr>
      <dsp:spPr>
        <a:xfrm>
          <a:off x="1026265" y="2200987"/>
          <a:ext cx="10008540" cy="440042"/>
        </a:xfrm>
        <a:prstGeom prst="rect">
          <a:avLst/>
        </a:prstGeom>
        <a:solidFill>
          <a:srgbClr val="FF00FF"/>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9284" tIns="58420" rIns="58420" bIns="58420" numCol="1" spcCol="1270" anchor="ctr" anchorCtr="0">
          <a:noAutofit/>
        </a:bodyPr>
        <a:lstStyle/>
        <a:p>
          <a:pPr marL="0" lvl="0" indent="0" algn="l" defTabSz="1022350">
            <a:lnSpc>
              <a:spcPct val="90000"/>
            </a:lnSpc>
            <a:spcBef>
              <a:spcPct val="0"/>
            </a:spcBef>
            <a:spcAft>
              <a:spcPct val="35000"/>
            </a:spcAft>
            <a:buNone/>
          </a:pPr>
          <a:r>
            <a:rPr lang="fr-FR" sz="2300" b="1" kern="1200" dirty="0"/>
            <a:t>Appartenance à un VLAN (types de </a:t>
          </a:r>
          <a:r>
            <a:rPr lang="fr-FR" sz="2300" b="1" kern="1200" dirty="0" err="1"/>
            <a:t>VLAN’s</a:t>
          </a:r>
          <a:r>
            <a:rPr lang="fr-FR" sz="2300" b="1" kern="1200" dirty="0"/>
            <a:t>)</a:t>
          </a:r>
        </a:p>
      </dsp:txBody>
      <dsp:txXfrm>
        <a:off x="1026265" y="2200987"/>
        <a:ext cx="10008540" cy="440042"/>
      </dsp:txXfrm>
    </dsp:sp>
    <dsp:sp modelId="{C4870156-D230-4EB4-9113-75D3BF39AE8D}">
      <dsp:nvSpPr>
        <dsp:cNvPr id="0" name=""/>
        <dsp:cNvSpPr/>
      </dsp:nvSpPr>
      <dsp:spPr>
        <a:xfrm>
          <a:off x="751238" y="2145981"/>
          <a:ext cx="550053" cy="550053"/>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1CDF36F-606B-4A9A-861C-21679BE023A7}">
      <dsp:nvSpPr>
        <dsp:cNvPr id="0" name=""/>
        <dsp:cNvSpPr/>
      </dsp:nvSpPr>
      <dsp:spPr>
        <a:xfrm>
          <a:off x="956540" y="2861438"/>
          <a:ext cx="10078265" cy="440042"/>
        </a:xfrm>
        <a:prstGeom prst="rect">
          <a:avLst/>
        </a:prstGeom>
        <a:solidFill>
          <a:schemeClr val="bg1">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9284" tIns="58420" rIns="58420" bIns="58420" numCol="1" spcCol="1270" anchor="ctr" anchorCtr="0">
          <a:noAutofit/>
        </a:bodyPr>
        <a:lstStyle/>
        <a:p>
          <a:pPr marL="0" lvl="0" indent="0" algn="l" defTabSz="1022350">
            <a:lnSpc>
              <a:spcPct val="90000"/>
            </a:lnSpc>
            <a:spcBef>
              <a:spcPct val="0"/>
            </a:spcBef>
            <a:spcAft>
              <a:spcPct val="35000"/>
            </a:spcAft>
            <a:buNone/>
          </a:pPr>
          <a:r>
            <a:rPr lang="fr-FR" sz="2300" b="1" kern="1200" dirty="0"/>
            <a:t> Exemple : conception de réseau</a:t>
          </a:r>
        </a:p>
      </dsp:txBody>
      <dsp:txXfrm>
        <a:off x="956540" y="2861438"/>
        <a:ext cx="10078265" cy="440042"/>
      </dsp:txXfrm>
    </dsp:sp>
    <dsp:sp modelId="{84616BC7-82E7-4D03-9FE6-03FC0EF5B975}">
      <dsp:nvSpPr>
        <dsp:cNvPr id="0" name=""/>
        <dsp:cNvSpPr/>
      </dsp:nvSpPr>
      <dsp:spPr>
        <a:xfrm>
          <a:off x="681513" y="2806433"/>
          <a:ext cx="550053" cy="550053"/>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A5EFEB1-EC67-4593-A094-E3E95D418875}">
      <dsp:nvSpPr>
        <dsp:cNvPr id="0" name=""/>
        <dsp:cNvSpPr/>
      </dsp:nvSpPr>
      <dsp:spPr>
        <a:xfrm>
          <a:off x="738165" y="3521405"/>
          <a:ext cx="10296640" cy="440042"/>
        </a:xfrm>
        <a:prstGeom prst="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9284" tIns="58420" rIns="58420" bIns="58420" numCol="1" spcCol="1270" anchor="ctr" anchorCtr="0">
          <a:noAutofit/>
        </a:bodyPr>
        <a:lstStyle/>
        <a:p>
          <a:pPr marL="0" lvl="0" indent="0" algn="l" defTabSz="1022350">
            <a:lnSpc>
              <a:spcPct val="90000"/>
            </a:lnSpc>
            <a:spcBef>
              <a:spcPct val="0"/>
            </a:spcBef>
            <a:spcAft>
              <a:spcPct val="35000"/>
            </a:spcAft>
            <a:buNone/>
          </a:pPr>
          <a:r>
            <a:rPr lang="fr-FR" sz="2300" b="1" kern="1200" dirty="0"/>
            <a:t> </a:t>
          </a:r>
          <a:r>
            <a:rPr lang="fr-FR" sz="2300" b="1" kern="1200" dirty="0" err="1"/>
            <a:t>VLANs</a:t>
          </a:r>
          <a:r>
            <a:rPr lang="fr-FR" sz="2300" b="1" kern="1200" dirty="0"/>
            <a:t> multi-switch</a:t>
          </a:r>
        </a:p>
      </dsp:txBody>
      <dsp:txXfrm>
        <a:off x="738165" y="3521405"/>
        <a:ext cx="10296640" cy="440042"/>
      </dsp:txXfrm>
    </dsp:sp>
    <dsp:sp modelId="{36D7FE6C-C48C-49E1-B103-D0B5B0E2B34B}">
      <dsp:nvSpPr>
        <dsp:cNvPr id="0" name=""/>
        <dsp:cNvSpPr/>
      </dsp:nvSpPr>
      <dsp:spPr>
        <a:xfrm>
          <a:off x="463138" y="3466399"/>
          <a:ext cx="550053" cy="550053"/>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EDE7209-F21D-4D7B-ADD6-0575033AEC07}">
      <dsp:nvSpPr>
        <dsp:cNvPr id="0" name=""/>
        <dsp:cNvSpPr/>
      </dsp:nvSpPr>
      <dsp:spPr>
        <a:xfrm>
          <a:off x="339667" y="4181856"/>
          <a:ext cx="10695138" cy="440042"/>
        </a:xfrm>
        <a:prstGeom prst="rect">
          <a:avLst/>
        </a:prstGeom>
        <a:solidFill>
          <a:schemeClr val="accent6">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9284" tIns="58420" rIns="58420" bIns="58420" numCol="1" spcCol="1270" anchor="ctr" anchorCtr="0">
          <a:noAutofit/>
        </a:bodyPr>
        <a:lstStyle/>
        <a:p>
          <a:pPr marL="0" lvl="0" indent="0" algn="l" defTabSz="1022350">
            <a:lnSpc>
              <a:spcPct val="90000"/>
            </a:lnSpc>
            <a:spcBef>
              <a:spcPct val="0"/>
            </a:spcBef>
            <a:spcAft>
              <a:spcPct val="35000"/>
            </a:spcAft>
            <a:buNone/>
          </a:pPr>
          <a:r>
            <a:rPr lang="fr-FR" sz="2300" b="1" kern="1200" dirty="0"/>
            <a:t> Communication inter-</a:t>
          </a:r>
          <a:r>
            <a:rPr lang="fr-FR" sz="2300" b="1" kern="1200" dirty="0" err="1"/>
            <a:t>VLANs</a:t>
          </a:r>
          <a:endParaRPr lang="fr-FR" sz="2300" b="1" kern="1200" dirty="0"/>
        </a:p>
      </dsp:txBody>
      <dsp:txXfrm>
        <a:off x="339667" y="4181856"/>
        <a:ext cx="10695138" cy="440042"/>
      </dsp:txXfrm>
    </dsp:sp>
    <dsp:sp modelId="{AA339E0D-35BD-4E8D-AAD7-B4C093BBBFF7}">
      <dsp:nvSpPr>
        <dsp:cNvPr id="0" name=""/>
        <dsp:cNvSpPr/>
      </dsp:nvSpPr>
      <dsp:spPr>
        <a:xfrm>
          <a:off x="64640" y="4126851"/>
          <a:ext cx="550053" cy="550053"/>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9DD0297D-7014-434E-84E4-B79A6C3267FC}" type="datetimeFigureOut">
              <a:rPr lang="fr-FR" smtClean="0"/>
              <a:t>17/12/2024</a:t>
            </a:fld>
            <a:endParaRPr lang="fr-FR"/>
          </a:p>
        </p:txBody>
      </p:sp>
      <p:sp>
        <p:nvSpPr>
          <p:cNvPr id="4" name="Espace réservé de l’image des diapositives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C91E471E-511F-4B48-83AF-0936FE59505E}" type="slidenum">
              <a:rPr lang="fr-FR" smtClean="0"/>
              <a:t>‹N°›</a:t>
            </a:fld>
            <a:endParaRPr lang="fr-FR"/>
          </a:p>
        </p:txBody>
      </p:sp>
    </p:spTree>
    <p:extLst>
      <p:ext uri="{BB962C8B-B14F-4D97-AF65-F5344CB8AC3E}">
        <p14:creationId xmlns:p14="http://schemas.microsoft.com/office/powerpoint/2010/main" val="21260686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2"/>
          <p:cNvSpPr>
            <a:spLocks noGrp="1" noRot="1" noChangeAspect="1" noChangeArrowheads="1" noTextEdit="1"/>
          </p:cNvSpPr>
          <p:nvPr>
            <p:ph type="sldImg"/>
          </p:nvPr>
        </p:nvSpPr>
        <p:spPr>
          <a:ln/>
        </p:spPr>
      </p:sp>
      <p:sp>
        <p:nvSpPr>
          <p:cNvPr id="226307"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22816353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0" b="0" i="0" u="none" strike="noStrike" kern="1200" baseline="0" dirty="0">
              <a:solidFill>
                <a:schemeClr val="tx1"/>
              </a:solidFill>
              <a:latin typeface="+mn-lt"/>
              <a:ea typeface="+mn-ea"/>
              <a:cs typeface="+mn-cs"/>
            </a:endParaRPr>
          </a:p>
        </p:txBody>
      </p:sp>
      <p:sp>
        <p:nvSpPr>
          <p:cNvPr id="4" name="Espace réservé du numéro de diapositive 3"/>
          <p:cNvSpPr>
            <a:spLocks noGrp="1"/>
          </p:cNvSpPr>
          <p:nvPr>
            <p:ph type="sldNum" sz="quarter" idx="10"/>
          </p:nvPr>
        </p:nvSpPr>
        <p:spPr/>
        <p:txBody>
          <a:bodyPr/>
          <a:lstStyle/>
          <a:p>
            <a:fld id="{C91E471E-511F-4B48-83AF-0936FE59505E}" type="slidenum">
              <a:rPr lang="fr-FR" smtClean="0"/>
              <a:t>4</a:t>
            </a:fld>
            <a:endParaRPr lang="fr-FR"/>
          </a:p>
        </p:txBody>
      </p:sp>
    </p:spTree>
    <p:extLst>
      <p:ext uri="{BB962C8B-B14F-4D97-AF65-F5344CB8AC3E}">
        <p14:creationId xmlns:p14="http://schemas.microsoft.com/office/powerpoint/2010/main" val="16938656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0" b="0" i="0" u="none" strike="noStrike" kern="1200" baseline="0" dirty="0">
              <a:solidFill>
                <a:schemeClr val="tx1"/>
              </a:solidFill>
              <a:latin typeface="+mn-lt"/>
              <a:ea typeface="+mn-ea"/>
              <a:cs typeface="+mn-cs"/>
            </a:endParaRPr>
          </a:p>
        </p:txBody>
      </p:sp>
      <p:sp>
        <p:nvSpPr>
          <p:cNvPr id="4" name="Espace réservé du numéro de diapositive 3"/>
          <p:cNvSpPr>
            <a:spLocks noGrp="1"/>
          </p:cNvSpPr>
          <p:nvPr>
            <p:ph type="sldNum" sz="quarter" idx="10"/>
          </p:nvPr>
        </p:nvSpPr>
        <p:spPr/>
        <p:txBody>
          <a:bodyPr/>
          <a:lstStyle/>
          <a:p>
            <a:fld id="{C91E471E-511F-4B48-83AF-0936FE59505E}" type="slidenum">
              <a:rPr lang="fr-FR" smtClean="0"/>
              <a:t>5</a:t>
            </a:fld>
            <a:endParaRPr lang="fr-FR"/>
          </a:p>
        </p:txBody>
      </p:sp>
    </p:spTree>
    <p:extLst>
      <p:ext uri="{BB962C8B-B14F-4D97-AF65-F5344CB8AC3E}">
        <p14:creationId xmlns:p14="http://schemas.microsoft.com/office/powerpoint/2010/main" val="30423262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2"/>
          <p:cNvSpPr>
            <a:spLocks noGrp="1" noRot="1" noChangeAspect="1" noChangeArrowheads="1" noTextEdit="1"/>
          </p:cNvSpPr>
          <p:nvPr>
            <p:ph type="sldImg"/>
          </p:nvPr>
        </p:nvSpPr>
        <p:spPr>
          <a:ln/>
        </p:spPr>
      </p:sp>
      <p:sp>
        <p:nvSpPr>
          <p:cNvPr id="226307"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16653811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2"/>
          <p:cNvSpPr>
            <a:spLocks noGrp="1" noRot="1" noChangeAspect="1" noChangeArrowheads="1" noTextEdit="1"/>
          </p:cNvSpPr>
          <p:nvPr>
            <p:ph type="sldImg"/>
          </p:nvPr>
        </p:nvSpPr>
        <p:spPr>
          <a:ln/>
        </p:spPr>
      </p:sp>
      <p:sp>
        <p:nvSpPr>
          <p:cNvPr id="226307"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12154505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2"/>
          <p:cNvSpPr>
            <a:spLocks noGrp="1" noRot="1" noChangeAspect="1" noChangeArrowheads="1" noTextEdit="1"/>
          </p:cNvSpPr>
          <p:nvPr>
            <p:ph type="sldImg"/>
          </p:nvPr>
        </p:nvSpPr>
        <p:spPr>
          <a:ln/>
        </p:spPr>
      </p:sp>
      <p:sp>
        <p:nvSpPr>
          <p:cNvPr id="226307"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30674144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2"/>
          <p:cNvSpPr>
            <a:spLocks noGrp="1" noRot="1" noChangeAspect="1" noChangeArrowheads="1" noTextEdit="1"/>
          </p:cNvSpPr>
          <p:nvPr>
            <p:ph type="sldImg"/>
          </p:nvPr>
        </p:nvSpPr>
        <p:spPr>
          <a:ln/>
        </p:spPr>
      </p:sp>
      <p:sp>
        <p:nvSpPr>
          <p:cNvPr id="226307"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215050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2"/>
          <p:cNvSpPr>
            <a:spLocks noGrp="1" noRot="1" noChangeAspect="1" noChangeArrowheads="1" noTextEdit="1"/>
          </p:cNvSpPr>
          <p:nvPr>
            <p:ph type="sldImg"/>
          </p:nvPr>
        </p:nvSpPr>
        <p:spPr>
          <a:ln/>
        </p:spPr>
      </p:sp>
      <p:sp>
        <p:nvSpPr>
          <p:cNvPr id="226307"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215050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2"/>
          <p:cNvSpPr>
            <a:spLocks noGrp="1" noRot="1" noChangeAspect="1" noChangeArrowheads="1" noTextEdit="1"/>
          </p:cNvSpPr>
          <p:nvPr>
            <p:ph type="sldImg"/>
          </p:nvPr>
        </p:nvSpPr>
        <p:spPr>
          <a:ln/>
        </p:spPr>
      </p:sp>
      <p:sp>
        <p:nvSpPr>
          <p:cNvPr id="226307"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215050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2"/>
          <p:cNvSpPr>
            <a:spLocks noGrp="1" noRot="1" noChangeAspect="1" noChangeArrowheads="1" noTextEdit="1"/>
          </p:cNvSpPr>
          <p:nvPr>
            <p:ph type="sldImg"/>
          </p:nvPr>
        </p:nvSpPr>
        <p:spPr>
          <a:ln/>
        </p:spPr>
      </p:sp>
      <p:sp>
        <p:nvSpPr>
          <p:cNvPr id="226307"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215050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2"/>
          <p:cNvSpPr>
            <a:spLocks noGrp="1" noRot="1" noChangeAspect="1" noChangeArrowheads="1" noTextEdit="1"/>
          </p:cNvSpPr>
          <p:nvPr>
            <p:ph type="sldImg"/>
          </p:nvPr>
        </p:nvSpPr>
        <p:spPr>
          <a:ln/>
        </p:spPr>
      </p:sp>
      <p:sp>
        <p:nvSpPr>
          <p:cNvPr id="226307"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215050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2"/>
          <p:cNvSpPr>
            <a:spLocks noGrp="1" noRot="1" noChangeAspect="1" noChangeArrowheads="1" noTextEdit="1"/>
          </p:cNvSpPr>
          <p:nvPr>
            <p:ph type="sldImg"/>
          </p:nvPr>
        </p:nvSpPr>
        <p:spPr>
          <a:ln/>
        </p:spPr>
      </p:sp>
      <p:sp>
        <p:nvSpPr>
          <p:cNvPr id="226307"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215050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2"/>
          <p:cNvSpPr>
            <a:spLocks noGrp="1" noRot="1" noChangeAspect="1" noChangeArrowheads="1" noTextEdit="1"/>
          </p:cNvSpPr>
          <p:nvPr>
            <p:ph type="sldImg"/>
          </p:nvPr>
        </p:nvSpPr>
        <p:spPr>
          <a:ln/>
        </p:spPr>
      </p:sp>
      <p:sp>
        <p:nvSpPr>
          <p:cNvPr id="226307"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215050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2"/>
          <p:cNvSpPr>
            <a:spLocks noGrp="1" noRot="1" noChangeAspect="1" noChangeArrowheads="1" noTextEdit="1"/>
          </p:cNvSpPr>
          <p:nvPr>
            <p:ph type="sldImg"/>
          </p:nvPr>
        </p:nvSpPr>
        <p:spPr>
          <a:ln/>
        </p:spPr>
      </p:sp>
      <p:sp>
        <p:nvSpPr>
          <p:cNvPr id="226307"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215050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2"/>
          <p:cNvSpPr>
            <a:spLocks noGrp="1" noRot="1" noChangeAspect="1" noChangeArrowheads="1" noTextEdit="1"/>
          </p:cNvSpPr>
          <p:nvPr>
            <p:ph type="sldImg"/>
          </p:nvPr>
        </p:nvSpPr>
        <p:spPr>
          <a:ln/>
        </p:spPr>
      </p:sp>
      <p:sp>
        <p:nvSpPr>
          <p:cNvPr id="226307"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215050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2"/>
          <p:cNvSpPr>
            <a:spLocks noGrp="1" noRot="1" noChangeAspect="1" noChangeArrowheads="1" noTextEdit="1"/>
          </p:cNvSpPr>
          <p:nvPr>
            <p:ph type="sldImg"/>
          </p:nvPr>
        </p:nvSpPr>
        <p:spPr>
          <a:ln/>
        </p:spPr>
      </p:sp>
      <p:sp>
        <p:nvSpPr>
          <p:cNvPr id="226307"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215050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2"/>
          <p:cNvSpPr>
            <a:spLocks noGrp="1" noRot="1" noChangeAspect="1" noChangeArrowheads="1" noTextEdit="1"/>
          </p:cNvSpPr>
          <p:nvPr>
            <p:ph type="sldImg"/>
          </p:nvPr>
        </p:nvSpPr>
        <p:spPr>
          <a:ln/>
        </p:spPr>
      </p:sp>
      <p:sp>
        <p:nvSpPr>
          <p:cNvPr id="226307"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215050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2"/>
          <p:cNvSpPr>
            <a:spLocks noGrp="1" noRot="1" noChangeAspect="1" noChangeArrowheads="1" noTextEdit="1"/>
          </p:cNvSpPr>
          <p:nvPr>
            <p:ph type="sldImg"/>
          </p:nvPr>
        </p:nvSpPr>
        <p:spPr>
          <a:ln/>
        </p:spPr>
      </p:sp>
      <p:sp>
        <p:nvSpPr>
          <p:cNvPr id="226307"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2150500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0" b="0" i="0" u="none" strike="noStrike" kern="1200" baseline="0" dirty="0">
              <a:solidFill>
                <a:schemeClr val="tx1"/>
              </a:solidFill>
              <a:latin typeface="+mn-lt"/>
              <a:ea typeface="+mn-ea"/>
              <a:cs typeface="+mn-cs"/>
            </a:endParaRPr>
          </a:p>
        </p:txBody>
      </p:sp>
      <p:sp>
        <p:nvSpPr>
          <p:cNvPr id="4" name="Espace réservé du numéro de diapositive 3"/>
          <p:cNvSpPr>
            <a:spLocks noGrp="1"/>
          </p:cNvSpPr>
          <p:nvPr>
            <p:ph type="sldNum" sz="quarter" idx="10"/>
          </p:nvPr>
        </p:nvSpPr>
        <p:spPr/>
        <p:txBody>
          <a:bodyPr/>
          <a:lstStyle/>
          <a:p>
            <a:fld id="{C91E471E-511F-4B48-83AF-0936FE59505E}" type="slidenum">
              <a:rPr lang="fr-FR" smtClean="0"/>
              <a:t>21</a:t>
            </a:fld>
            <a:endParaRPr lang="fr-FR"/>
          </a:p>
        </p:txBody>
      </p:sp>
    </p:spTree>
    <p:extLst>
      <p:ext uri="{BB962C8B-B14F-4D97-AF65-F5344CB8AC3E}">
        <p14:creationId xmlns:p14="http://schemas.microsoft.com/office/powerpoint/2010/main" val="35647944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2"/>
          <p:cNvSpPr>
            <a:spLocks noGrp="1" noRot="1" noChangeAspect="1" noChangeArrowheads="1" noTextEdit="1"/>
          </p:cNvSpPr>
          <p:nvPr>
            <p:ph type="sldImg"/>
          </p:nvPr>
        </p:nvSpPr>
        <p:spPr>
          <a:ln/>
        </p:spPr>
      </p:sp>
      <p:sp>
        <p:nvSpPr>
          <p:cNvPr id="226307"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79870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2"/>
          <p:cNvSpPr>
            <a:spLocks noGrp="1" noRot="1" noChangeAspect="1" noChangeArrowheads="1" noTextEdit="1"/>
          </p:cNvSpPr>
          <p:nvPr>
            <p:ph type="sldImg"/>
          </p:nvPr>
        </p:nvSpPr>
        <p:spPr>
          <a:ln/>
        </p:spPr>
      </p:sp>
      <p:sp>
        <p:nvSpPr>
          <p:cNvPr id="226307"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59913281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2"/>
          <p:cNvSpPr>
            <a:spLocks noGrp="1" noRot="1" noChangeAspect="1" noChangeArrowheads="1" noTextEdit="1"/>
          </p:cNvSpPr>
          <p:nvPr>
            <p:ph type="sldImg"/>
          </p:nvPr>
        </p:nvSpPr>
        <p:spPr>
          <a:ln/>
        </p:spPr>
      </p:sp>
      <p:sp>
        <p:nvSpPr>
          <p:cNvPr id="226307"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59913281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2"/>
          <p:cNvSpPr>
            <a:spLocks noGrp="1" noRot="1" noChangeAspect="1" noChangeArrowheads="1" noTextEdit="1"/>
          </p:cNvSpPr>
          <p:nvPr>
            <p:ph type="sldImg"/>
          </p:nvPr>
        </p:nvSpPr>
        <p:spPr>
          <a:ln/>
        </p:spPr>
      </p:sp>
      <p:sp>
        <p:nvSpPr>
          <p:cNvPr id="226307"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59913281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2"/>
          <p:cNvSpPr>
            <a:spLocks noGrp="1" noRot="1" noChangeAspect="1" noChangeArrowheads="1" noTextEdit="1"/>
          </p:cNvSpPr>
          <p:nvPr>
            <p:ph type="sldImg"/>
          </p:nvPr>
        </p:nvSpPr>
        <p:spPr>
          <a:ln/>
        </p:spPr>
      </p:sp>
      <p:sp>
        <p:nvSpPr>
          <p:cNvPr id="226307"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59913281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2"/>
          <p:cNvSpPr>
            <a:spLocks noGrp="1" noRot="1" noChangeAspect="1" noChangeArrowheads="1" noTextEdit="1"/>
          </p:cNvSpPr>
          <p:nvPr>
            <p:ph type="sldImg"/>
          </p:nvPr>
        </p:nvSpPr>
        <p:spPr>
          <a:ln/>
        </p:spPr>
      </p:sp>
      <p:sp>
        <p:nvSpPr>
          <p:cNvPr id="226307"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228163539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2"/>
          <p:cNvSpPr>
            <a:spLocks noGrp="1" noRot="1" noChangeAspect="1" noChangeArrowheads="1" noTextEdit="1"/>
          </p:cNvSpPr>
          <p:nvPr>
            <p:ph type="sldImg"/>
          </p:nvPr>
        </p:nvSpPr>
        <p:spPr>
          <a:ln/>
        </p:spPr>
      </p:sp>
      <p:sp>
        <p:nvSpPr>
          <p:cNvPr id="226307"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228163539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2"/>
          <p:cNvSpPr>
            <a:spLocks noGrp="1" noRot="1" noChangeAspect="1" noChangeArrowheads="1" noTextEdit="1"/>
          </p:cNvSpPr>
          <p:nvPr>
            <p:ph type="sldImg"/>
          </p:nvPr>
        </p:nvSpPr>
        <p:spPr>
          <a:ln/>
        </p:spPr>
      </p:sp>
      <p:sp>
        <p:nvSpPr>
          <p:cNvPr id="226307"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117513449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2"/>
          <p:cNvSpPr>
            <a:spLocks noGrp="1" noRot="1" noChangeAspect="1" noChangeArrowheads="1" noTextEdit="1"/>
          </p:cNvSpPr>
          <p:nvPr>
            <p:ph type="sldImg"/>
          </p:nvPr>
        </p:nvSpPr>
        <p:spPr>
          <a:ln/>
        </p:spPr>
      </p:sp>
      <p:sp>
        <p:nvSpPr>
          <p:cNvPr id="226307"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228163539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2"/>
          <p:cNvSpPr>
            <a:spLocks noGrp="1" noRot="1" noChangeAspect="1" noChangeArrowheads="1" noTextEdit="1"/>
          </p:cNvSpPr>
          <p:nvPr>
            <p:ph type="sldImg"/>
          </p:nvPr>
        </p:nvSpPr>
        <p:spPr>
          <a:ln/>
        </p:spPr>
      </p:sp>
      <p:sp>
        <p:nvSpPr>
          <p:cNvPr id="226307" name="Rectangle 3"/>
          <p:cNvSpPr>
            <a:spLocks noGrp="1" noChangeArrowheads="1"/>
          </p:cNvSpPr>
          <p:nvPr>
            <p:ph type="body" idx="1"/>
          </p:nvPr>
        </p:nvSpPr>
        <p:spPr>
          <a:noFill/>
          <a:ln/>
        </p:spPr>
        <p:txBody>
          <a:bodyPr/>
          <a:lstStyle/>
          <a:p>
            <a:r>
              <a:rPr lang="en-US" dirty="0"/>
              <a:t> Here are the steps to solve this:</a:t>
            </a:r>
          </a:p>
          <a:p>
            <a:r>
              <a:rPr lang="en-US" b="1" dirty="0"/>
              <a:t>Transiting traffic (traffic going via this router):</a:t>
            </a:r>
            <a:endParaRPr lang="en-US" dirty="0"/>
          </a:p>
          <a:p>
            <a:r>
              <a:rPr lang="en-US" dirty="0"/>
              <a:t>Router1(</a:t>
            </a:r>
            <a:r>
              <a:rPr lang="en-US" dirty="0" err="1"/>
              <a:t>config</a:t>
            </a:r>
            <a:r>
              <a:rPr lang="en-US" dirty="0"/>
              <a:t>)#</a:t>
            </a:r>
            <a:r>
              <a:rPr lang="en-US" dirty="0" err="1"/>
              <a:t>int</a:t>
            </a:r>
            <a:r>
              <a:rPr lang="en-US" dirty="0"/>
              <a:t> </a:t>
            </a:r>
            <a:r>
              <a:rPr lang="en-US" dirty="0" err="1"/>
              <a:t>ethernet</a:t>
            </a:r>
            <a:r>
              <a:rPr lang="en-US" dirty="0"/>
              <a:t> 1/0</a:t>
            </a:r>
            <a:br>
              <a:rPr lang="en-US" dirty="0"/>
            </a:br>
            <a:r>
              <a:rPr lang="en-US" dirty="0"/>
              <a:t>Router1(</a:t>
            </a:r>
            <a:r>
              <a:rPr lang="en-US" dirty="0" err="1"/>
              <a:t>config</a:t>
            </a:r>
            <a:r>
              <a:rPr lang="en-US" dirty="0"/>
              <a:t>-if)#</a:t>
            </a:r>
            <a:r>
              <a:rPr lang="en-US" dirty="0" err="1"/>
              <a:t>ip</a:t>
            </a:r>
            <a:r>
              <a:rPr lang="en-US" dirty="0"/>
              <a:t> </a:t>
            </a:r>
            <a:r>
              <a:rPr lang="en-US" dirty="0" err="1"/>
              <a:t>mtu</a:t>
            </a:r>
            <a:r>
              <a:rPr lang="en-US" dirty="0"/>
              <a:t> 1448</a:t>
            </a:r>
          </a:p>
          <a:p>
            <a:r>
              <a:rPr lang="en-US" i="1" dirty="0"/>
              <a:t>The above command will shrink the IP MTU on the interface to 1448 bytes, creating a 12 byte space for the MPLS label header. </a:t>
            </a:r>
            <a:endParaRPr lang="en-US" dirty="0"/>
          </a:p>
          <a:p>
            <a:r>
              <a:rPr lang="en-US" dirty="0"/>
              <a:t>Router1(</a:t>
            </a:r>
            <a:r>
              <a:rPr lang="en-US" dirty="0" err="1"/>
              <a:t>config</a:t>
            </a:r>
            <a:r>
              <a:rPr lang="en-US" dirty="0"/>
              <a:t>-if)#</a:t>
            </a:r>
            <a:r>
              <a:rPr lang="en-US" dirty="0" err="1"/>
              <a:t>ip</a:t>
            </a:r>
            <a:r>
              <a:rPr lang="en-US" dirty="0"/>
              <a:t> </a:t>
            </a:r>
            <a:r>
              <a:rPr lang="en-US" dirty="0" err="1"/>
              <a:t>tcp</a:t>
            </a:r>
            <a:r>
              <a:rPr lang="en-US" dirty="0"/>
              <a:t> adjust-</a:t>
            </a:r>
            <a:r>
              <a:rPr lang="en-US" dirty="0" err="1"/>
              <a:t>mss</a:t>
            </a:r>
            <a:r>
              <a:rPr lang="en-US" dirty="0"/>
              <a:t> ?</a:t>
            </a:r>
            <a:br>
              <a:rPr lang="en-US" dirty="0"/>
            </a:br>
            <a:r>
              <a:rPr lang="en-US" dirty="0"/>
              <a:t>&lt;500-1460&gt;</a:t>
            </a:r>
            <a:br>
              <a:rPr lang="en-US" dirty="0"/>
            </a:br>
            <a:r>
              <a:rPr lang="en-US" dirty="0"/>
              <a:t>Router1(</a:t>
            </a:r>
            <a:r>
              <a:rPr lang="en-US" dirty="0" err="1"/>
              <a:t>config</a:t>
            </a:r>
            <a:r>
              <a:rPr lang="en-US" dirty="0"/>
              <a:t>-if)#</a:t>
            </a:r>
            <a:r>
              <a:rPr lang="en-US" dirty="0" err="1"/>
              <a:t>ip</a:t>
            </a:r>
            <a:r>
              <a:rPr lang="en-US" dirty="0"/>
              <a:t> </a:t>
            </a:r>
            <a:r>
              <a:rPr lang="en-US" dirty="0" err="1"/>
              <a:t>tcp</a:t>
            </a:r>
            <a:r>
              <a:rPr lang="en-US" dirty="0"/>
              <a:t> adjust-</a:t>
            </a:r>
            <a:r>
              <a:rPr lang="en-US" dirty="0" err="1"/>
              <a:t>mss</a:t>
            </a:r>
            <a:r>
              <a:rPr lang="en-US" dirty="0"/>
              <a:t> 1448</a:t>
            </a:r>
          </a:p>
          <a:p>
            <a:r>
              <a:rPr lang="en-US" i="1" dirty="0"/>
              <a:t>The above command will signal the source and destination device during the three-way handshake to use the TCP MSS size of 1448 bytes so that if they create the full size packet there will still not be any drop/fragmentation on the router.  </a:t>
            </a:r>
            <a:endParaRPr lang="en-US" dirty="0"/>
          </a:p>
          <a:p>
            <a:r>
              <a:rPr lang="en-US" b="1" dirty="0"/>
              <a:t>Terminating traffic (doing SSH, telnet to this router):</a:t>
            </a:r>
            <a:endParaRPr lang="en-US" dirty="0"/>
          </a:p>
          <a:p>
            <a:r>
              <a:rPr lang="en-US" dirty="0"/>
              <a:t>Router1(</a:t>
            </a:r>
            <a:r>
              <a:rPr lang="en-US" dirty="0" err="1"/>
              <a:t>config</a:t>
            </a:r>
            <a:r>
              <a:rPr lang="en-US" dirty="0"/>
              <a:t>)# </a:t>
            </a:r>
            <a:r>
              <a:rPr lang="en-US" dirty="0" err="1"/>
              <a:t>ip</a:t>
            </a:r>
            <a:r>
              <a:rPr lang="en-US" dirty="0"/>
              <a:t> </a:t>
            </a:r>
            <a:r>
              <a:rPr lang="en-US" dirty="0" err="1"/>
              <a:t>tcp</a:t>
            </a:r>
            <a:r>
              <a:rPr lang="en-US" dirty="0"/>
              <a:t> </a:t>
            </a:r>
            <a:r>
              <a:rPr lang="en-US" dirty="0" err="1"/>
              <a:t>mss</a:t>
            </a:r>
            <a:r>
              <a:rPr lang="en-US" dirty="0"/>
              <a:t> 1448?</a:t>
            </a:r>
            <a:br>
              <a:rPr lang="en-US" dirty="0"/>
            </a:br>
            <a:r>
              <a:rPr lang="en-US" dirty="0"/>
              <a:t>&lt;68-10000&gt;  MSS</a:t>
            </a:r>
          </a:p>
          <a:p>
            <a:r>
              <a:rPr lang="en-US" dirty="0"/>
              <a:t>I do hope this blog piece will help you to understand how to handle the IP MTU and TCP MSS size on a router interface.</a:t>
            </a:r>
          </a:p>
          <a:p>
            <a:endParaRPr lang="en-US" dirty="0"/>
          </a:p>
        </p:txBody>
      </p:sp>
    </p:spTree>
    <p:extLst>
      <p:ext uri="{BB962C8B-B14F-4D97-AF65-F5344CB8AC3E}">
        <p14:creationId xmlns:p14="http://schemas.microsoft.com/office/powerpoint/2010/main" val="228163539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bg1"/>
        </a:solidFill>
        <a:effectLst/>
      </p:bgPr>
    </p:bg>
    <p:spTree>
      <p:nvGrpSpPr>
        <p:cNvPr id="1" name=""/>
        <p:cNvGrpSpPr/>
        <p:nvPr/>
      </p:nvGrpSpPr>
      <p:grpSpPr>
        <a:xfrm>
          <a:off x="0" y="0"/>
          <a:ext cx="0" cy="0"/>
          <a:chOff x="0" y="0"/>
          <a:chExt cx="0" cy="0"/>
        </a:xfrm>
      </p:grpSpPr>
      <p:sp>
        <p:nvSpPr>
          <p:cNvPr id="14" name="Rectangle à coins arrondis 13"/>
          <p:cNvSpPr/>
          <p:nvPr userDrawn="1"/>
        </p:nvSpPr>
        <p:spPr>
          <a:xfrm>
            <a:off x="759725" y="1448492"/>
            <a:ext cx="9803642" cy="3906689"/>
          </a:xfrm>
          <a:prstGeom prst="roundRect">
            <a:avLst/>
          </a:prstGeom>
          <a:solidFill>
            <a:schemeClr val="accent3">
              <a:lumMod val="20000"/>
              <a:lumOff val="80000"/>
            </a:schemeClr>
          </a:soli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Sous-titre 2"/>
          <p:cNvSpPr>
            <a:spLocks noGrp="1"/>
          </p:cNvSpPr>
          <p:nvPr>
            <p:ph type="subTitle" idx="1"/>
          </p:nvPr>
        </p:nvSpPr>
        <p:spPr>
          <a:xfrm>
            <a:off x="759725" y="3025204"/>
            <a:ext cx="9803642" cy="1642329"/>
          </a:xfrm>
          <a:prstGeom prst="rect">
            <a:avLst/>
          </a:prstGeom>
          <a:noFill/>
          <a:ln>
            <a:noFill/>
          </a:ln>
        </p:spPr>
        <p:txBody>
          <a:bodyPr/>
          <a:lstStyle>
            <a:lvl1pPr marL="0" indent="0" algn="ctr">
              <a:buNone/>
              <a:defRPr sz="24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dirty="0"/>
              <a:t>Cliquez pour modifier le style des sous-titres du masque</a:t>
            </a:r>
          </a:p>
        </p:txBody>
      </p:sp>
      <p:sp>
        <p:nvSpPr>
          <p:cNvPr id="9" name="Titre 8"/>
          <p:cNvSpPr>
            <a:spLocks noGrp="1"/>
          </p:cNvSpPr>
          <p:nvPr>
            <p:ph type="title"/>
          </p:nvPr>
        </p:nvSpPr>
        <p:spPr>
          <a:xfrm>
            <a:off x="759725" y="1448493"/>
            <a:ext cx="9803642" cy="1903677"/>
          </a:xfrm>
          <a:prstGeom prst="rect">
            <a:avLst/>
          </a:prstGeom>
          <a:noFill/>
          <a:ln>
            <a:noFill/>
          </a:ln>
        </p:spPr>
        <p:txBody>
          <a:bodyPr>
            <a:normAutofit/>
          </a:bodyPr>
          <a:lstStyle>
            <a:lvl1pPr algn="ctr">
              <a:defRPr sz="4400">
                <a:latin typeface="Alte DIN 1451 Mittelschrift gepraegt" charset="0"/>
                <a:ea typeface="Alte DIN 1451 Mittelschrift gepraegt" charset="0"/>
                <a:cs typeface="Alte DIN 1451 Mittelschrift gepraegt" charset="0"/>
              </a:defRPr>
            </a:lvl1pPr>
          </a:lstStyle>
          <a:p>
            <a:r>
              <a:rPr lang="fr-FR" dirty="0"/>
              <a:t>Cliquez et modifiez le titre</a:t>
            </a:r>
          </a:p>
        </p:txBody>
      </p:sp>
      <p:cxnSp>
        <p:nvCxnSpPr>
          <p:cNvPr id="4" name="Connecteur droit 3"/>
          <p:cNvCxnSpPr>
            <a:cxnSpLocks/>
          </p:cNvCxnSpPr>
          <p:nvPr userDrawn="1"/>
        </p:nvCxnSpPr>
        <p:spPr>
          <a:xfrm>
            <a:off x="1087674" y="2762481"/>
            <a:ext cx="9096291"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6" name="Rectangle à coins arrondis 15"/>
          <p:cNvSpPr/>
          <p:nvPr userDrawn="1"/>
        </p:nvSpPr>
        <p:spPr>
          <a:xfrm>
            <a:off x="11209116" y="6583624"/>
            <a:ext cx="982884" cy="274376"/>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Rectangle 26">
            <a:extLst>
              <a:ext uri="{FF2B5EF4-FFF2-40B4-BE49-F238E27FC236}">
                <a16:creationId xmlns:a16="http://schemas.microsoft.com/office/drawing/2014/main" id="{2531F48B-BAAD-4B6B-9ADC-3AE11EBF9D9F}"/>
              </a:ext>
            </a:extLst>
          </p:cNvPr>
          <p:cNvSpPr/>
          <p:nvPr userDrawn="1"/>
        </p:nvSpPr>
        <p:spPr>
          <a:xfrm>
            <a:off x="11492360" y="36816"/>
            <a:ext cx="685800" cy="6858000"/>
          </a:xfrm>
          <a:prstGeom prst="rect">
            <a:avLst/>
          </a:prstGeom>
          <a:solidFill>
            <a:srgbClr val="1F497D"/>
          </a:solidFill>
          <a:ln w="25400" cap="flat" cmpd="sng" algn="ctr">
            <a:noFill/>
            <a:prstDash val="solid"/>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8" name="Rectangle 27">
            <a:extLst>
              <a:ext uri="{FF2B5EF4-FFF2-40B4-BE49-F238E27FC236}">
                <a16:creationId xmlns:a16="http://schemas.microsoft.com/office/drawing/2014/main" id="{DA860ADB-2783-4C9F-8D04-DED9F1B5C7E5}"/>
              </a:ext>
            </a:extLst>
          </p:cNvPr>
          <p:cNvSpPr/>
          <p:nvPr userDrawn="1"/>
        </p:nvSpPr>
        <p:spPr>
          <a:xfrm>
            <a:off x="11492360" y="5523216"/>
            <a:ext cx="685800" cy="685800"/>
          </a:xfrm>
          <a:prstGeom prst="rect">
            <a:avLst/>
          </a:prstGeom>
          <a:solidFill>
            <a:srgbClr val="4F81BD"/>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29" name="Slide Number Placeholder 5">
            <a:extLst>
              <a:ext uri="{FF2B5EF4-FFF2-40B4-BE49-F238E27FC236}">
                <a16:creationId xmlns:a16="http://schemas.microsoft.com/office/drawing/2014/main" id="{6CABD723-69C0-4BED-A7C2-1A8CA153EB9C}"/>
              </a:ext>
            </a:extLst>
          </p:cNvPr>
          <p:cNvSpPr txBox="1">
            <a:spLocks/>
          </p:cNvSpPr>
          <p:nvPr userDrawn="1"/>
        </p:nvSpPr>
        <p:spPr>
          <a:xfrm>
            <a:off x="11565948" y="5685776"/>
            <a:ext cx="548640" cy="396240"/>
          </a:xfrm>
          <a:prstGeom prst="bracketPair">
            <a:avLst>
              <a:gd name="adj" fmla="val 17949"/>
            </a:avLst>
          </a:prstGeom>
          <a:ln w="19050">
            <a:solidFill>
              <a:srgbClr val="FFFFFF"/>
            </a:solidFill>
          </a:ln>
        </p:spPr>
        <p:txBody>
          <a:bodyPr vert="horz" lIns="0" tIns="0" rIns="0" bIns="0" rtlCol="0" anchor="ctr"/>
          <a:lstStyle>
            <a:defPPr>
              <a:defRPr lang="fr-FR"/>
            </a:defPPr>
            <a:lvl1pPr marL="0" algn="ctr"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8BB0D023-04DB-4A2C-9043-C92852AD8DB9}" type="slidenum">
              <a:rPr kumimoji="0" lang="fr-FR" sz="1800" b="0" i="0" u="none" strike="noStrike" kern="1200" cap="none" spc="0" normalizeH="0" baseline="0" noProof="0" smtClean="0">
                <a:ln>
                  <a:noFill/>
                </a:ln>
                <a:solidFill>
                  <a:srgbClr val="FFFFFF"/>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‹N°›</a:t>
            </a:fld>
            <a:endParaRPr kumimoji="0" lang="fr-FR" sz="1800" b="0" i="0" u="none" strike="noStrike" kern="1200" cap="none" spc="0" normalizeH="0" baseline="0" noProof="0">
              <a:ln>
                <a:noFill/>
              </a:ln>
              <a:solidFill>
                <a:srgbClr val="FFFFFF"/>
              </a:solidFill>
              <a:effectLst/>
              <a:uLnTx/>
              <a:uFillTx/>
              <a:latin typeface="Calibri"/>
              <a:ea typeface="+mn-ea"/>
              <a:cs typeface="+mn-cs"/>
            </a:endParaRPr>
          </a:p>
        </p:txBody>
      </p:sp>
      <p:sp>
        <p:nvSpPr>
          <p:cNvPr id="30" name="Date Placeholder 3">
            <a:extLst>
              <a:ext uri="{FF2B5EF4-FFF2-40B4-BE49-F238E27FC236}">
                <a16:creationId xmlns:a16="http://schemas.microsoft.com/office/drawing/2014/main" id="{491E267E-0922-43F4-A08F-1FAD66A360B0}"/>
              </a:ext>
            </a:extLst>
          </p:cNvPr>
          <p:cNvSpPr txBox="1">
            <a:spLocks/>
          </p:cNvSpPr>
          <p:nvPr userDrawn="1"/>
        </p:nvSpPr>
        <p:spPr>
          <a:xfrm rot="16200000">
            <a:off x="10961273" y="834010"/>
            <a:ext cx="1686879" cy="365762"/>
          </a:xfrm>
          <a:prstGeom prst="rect">
            <a:avLst/>
          </a:prstGeom>
        </p:spPr>
        <p:txBody>
          <a:bodyPr vert="horz" lIns="91440" tIns="45720" rIns="91440" bIns="45720" rtlCol="0" anchor="ctr"/>
          <a:lstStyle>
            <a:defPPr>
              <a:defRPr lang="fr-FR"/>
            </a:defPPr>
            <a:lvl1pPr marL="0" algn="r" defTabSz="914400" rtl="0" eaLnBrk="1" latinLnBrk="0" hangingPunct="1">
              <a:defRPr sz="12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FA9E5D60-E224-4C27-BDCC-98DDC61EB42D}" type="datetime1">
              <a:rPr kumimoji="0" lang="fr-FR" sz="2000" b="0" i="0" u="none" strike="noStrike" kern="1200" cap="none" spc="0" normalizeH="0" baseline="0" noProof="0" smtClean="0">
                <a:ln>
                  <a:noFill/>
                </a:ln>
                <a:solidFill>
                  <a:srgbClr val="EEECE1"/>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17/12/2024</a:t>
            </a:fld>
            <a:endParaRPr kumimoji="0" lang="fr-FR" sz="2000" b="0" i="0" u="none" strike="noStrike" kern="1200" cap="none" spc="0" normalizeH="0" baseline="0" noProof="0" dirty="0">
              <a:ln>
                <a:noFill/>
              </a:ln>
              <a:solidFill>
                <a:srgbClr val="EEECE1"/>
              </a:solidFill>
              <a:effectLst/>
              <a:uLnTx/>
              <a:uFillTx/>
              <a:latin typeface="Calibri"/>
              <a:ea typeface="+mn-ea"/>
              <a:cs typeface="+mn-cs"/>
            </a:endParaRPr>
          </a:p>
        </p:txBody>
      </p:sp>
      <p:sp>
        <p:nvSpPr>
          <p:cNvPr id="31" name="Date Placeholder 3">
            <a:extLst>
              <a:ext uri="{FF2B5EF4-FFF2-40B4-BE49-F238E27FC236}">
                <a16:creationId xmlns:a16="http://schemas.microsoft.com/office/drawing/2014/main" id="{8412E72E-7123-4038-9BB0-68182E084BD8}"/>
              </a:ext>
            </a:extLst>
          </p:cNvPr>
          <p:cNvSpPr txBox="1">
            <a:spLocks/>
          </p:cNvSpPr>
          <p:nvPr userDrawn="1"/>
        </p:nvSpPr>
        <p:spPr>
          <a:xfrm rot="16200000">
            <a:off x="10616061" y="3761345"/>
            <a:ext cx="2438399" cy="365760"/>
          </a:xfrm>
          <a:prstGeom prst="rect">
            <a:avLst/>
          </a:prstGeom>
        </p:spPr>
        <p:txBody>
          <a:bodyPr vert="horz" lIns="91440" tIns="45720" rIns="91440" bIns="45720" rtlCol="0" anchor="ctr"/>
          <a:lstStyle>
            <a:defPPr>
              <a:defRPr lang="fr-FR"/>
            </a:defPPr>
            <a:lvl1pPr marL="0" algn="r" defTabSz="914400" rtl="0" eaLnBrk="1" latinLnBrk="0" hangingPunct="1">
              <a:defRPr sz="12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dirty="0">
                <a:ln>
                  <a:noFill/>
                </a:ln>
                <a:solidFill>
                  <a:srgbClr val="EEECE1"/>
                </a:solidFill>
                <a:effectLst/>
                <a:uLnTx/>
                <a:uFillTx/>
                <a:latin typeface="Calibri"/>
                <a:ea typeface="+mn-ea"/>
                <a:cs typeface="+mn-cs"/>
              </a:rPr>
              <a:t>RSX101– Pierre SWEID</a:t>
            </a:r>
          </a:p>
        </p:txBody>
      </p:sp>
      <p:pic>
        <p:nvPicPr>
          <p:cNvPr id="32" name="Picture 2" descr="G:\04-Cnam 2017-2018\SEM02\NFA009\NFA009-ED01\04-ED's\Conservatoire-National-des-Arts-et-Métiers-CNAM.jp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1540429" y="6210852"/>
            <a:ext cx="621193" cy="641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39751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77867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En-tête de section">
    <p:spTree>
      <p:nvGrpSpPr>
        <p:cNvPr id="1" name=""/>
        <p:cNvGrpSpPr/>
        <p:nvPr/>
      </p:nvGrpSpPr>
      <p:grpSpPr>
        <a:xfrm>
          <a:off x="0" y="0"/>
          <a:ext cx="0" cy="0"/>
          <a:chOff x="0" y="0"/>
          <a:chExt cx="0" cy="0"/>
        </a:xfrm>
      </p:grpSpPr>
    </p:spTree>
    <p:extLst>
      <p:ext uri="{BB962C8B-B14F-4D97-AF65-F5344CB8AC3E}">
        <p14:creationId xmlns:p14="http://schemas.microsoft.com/office/powerpoint/2010/main" val="10867904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eux contenus">
    <p:spTree>
      <p:nvGrpSpPr>
        <p:cNvPr id="1" name=""/>
        <p:cNvGrpSpPr/>
        <p:nvPr/>
      </p:nvGrpSpPr>
      <p:grpSpPr>
        <a:xfrm>
          <a:off x="0" y="0"/>
          <a:ext cx="0" cy="0"/>
          <a:chOff x="0" y="0"/>
          <a:chExt cx="0" cy="0"/>
        </a:xfrm>
      </p:grpSpPr>
    </p:spTree>
    <p:extLst>
      <p:ext uri="{BB962C8B-B14F-4D97-AF65-F5344CB8AC3E}">
        <p14:creationId xmlns:p14="http://schemas.microsoft.com/office/powerpoint/2010/main" val="13378854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aison">
    <p:spTree>
      <p:nvGrpSpPr>
        <p:cNvPr id="1" name=""/>
        <p:cNvGrpSpPr/>
        <p:nvPr/>
      </p:nvGrpSpPr>
      <p:grpSpPr>
        <a:xfrm>
          <a:off x="0" y="0"/>
          <a:ext cx="0" cy="0"/>
          <a:chOff x="0" y="0"/>
          <a:chExt cx="0" cy="0"/>
        </a:xfrm>
      </p:grpSpPr>
    </p:spTree>
    <p:extLst>
      <p:ext uri="{BB962C8B-B14F-4D97-AF65-F5344CB8AC3E}">
        <p14:creationId xmlns:p14="http://schemas.microsoft.com/office/powerpoint/2010/main" val="16875791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spTree>
    <p:extLst>
      <p:ext uri="{BB962C8B-B14F-4D97-AF65-F5344CB8AC3E}">
        <p14:creationId xmlns:p14="http://schemas.microsoft.com/office/powerpoint/2010/main" val="13256094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5227562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u avec légen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4009497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mage avec légende">
    <p:spTree>
      <p:nvGrpSpPr>
        <p:cNvPr id="1" name=""/>
        <p:cNvGrpSpPr/>
        <p:nvPr/>
      </p:nvGrpSpPr>
      <p:grpSpPr>
        <a:xfrm>
          <a:off x="0" y="0"/>
          <a:ext cx="0" cy="0"/>
          <a:chOff x="0" y="0"/>
          <a:chExt cx="0" cy="0"/>
        </a:xfrm>
      </p:grpSpPr>
    </p:spTree>
    <p:extLst>
      <p:ext uri="{BB962C8B-B14F-4D97-AF65-F5344CB8AC3E}">
        <p14:creationId xmlns:p14="http://schemas.microsoft.com/office/powerpoint/2010/main" val="7517425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re et texte vertical">
    <p:spTree>
      <p:nvGrpSpPr>
        <p:cNvPr id="1" name=""/>
        <p:cNvGrpSpPr/>
        <p:nvPr/>
      </p:nvGrpSpPr>
      <p:grpSpPr>
        <a:xfrm>
          <a:off x="0" y="0"/>
          <a:ext cx="0" cy="0"/>
          <a:chOff x="0" y="0"/>
          <a:chExt cx="0" cy="0"/>
        </a:xfrm>
      </p:grpSpPr>
    </p:spTree>
    <p:extLst>
      <p:ext uri="{BB962C8B-B14F-4D97-AF65-F5344CB8AC3E}">
        <p14:creationId xmlns:p14="http://schemas.microsoft.com/office/powerpoint/2010/main" val="8906080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re vertical et texte">
    <p:spTree>
      <p:nvGrpSpPr>
        <p:cNvPr id="1" name=""/>
        <p:cNvGrpSpPr/>
        <p:nvPr/>
      </p:nvGrpSpPr>
      <p:grpSpPr>
        <a:xfrm>
          <a:off x="0" y="0"/>
          <a:ext cx="0" cy="0"/>
          <a:chOff x="0" y="0"/>
          <a:chExt cx="0" cy="0"/>
        </a:xfrm>
      </p:grpSpPr>
    </p:spTree>
    <p:extLst>
      <p:ext uri="{BB962C8B-B14F-4D97-AF65-F5344CB8AC3E}">
        <p14:creationId xmlns:p14="http://schemas.microsoft.com/office/powerpoint/2010/main" val="4891994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26509" y="-38100"/>
            <a:ext cx="10019257" cy="495300"/>
          </a:xfrm>
          <a:prstGeom prst="rect">
            <a:avLst/>
          </a:prstGeom>
        </p:spPr>
        <p:txBody>
          <a:bodyPr/>
          <a:lstStyle>
            <a:lvl1pPr algn="ctr">
              <a:defRPr sz="2400"/>
            </a:lvl1pPr>
          </a:lstStyle>
          <a:p>
            <a:r>
              <a:rPr lang="en-US" dirty="0"/>
              <a:t>Click to edit Master title style</a:t>
            </a:r>
          </a:p>
        </p:txBody>
      </p:sp>
      <p:sp>
        <p:nvSpPr>
          <p:cNvPr id="3" name="Content Placeholder 2"/>
          <p:cNvSpPr>
            <a:spLocks noGrp="1"/>
          </p:cNvSpPr>
          <p:nvPr>
            <p:ph idx="1"/>
          </p:nvPr>
        </p:nvSpPr>
        <p:spPr>
          <a:xfrm>
            <a:off x="406400" y="1828800"/>
            <a:ext cx="11379200" cy="44958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2"/>
          <p:cNvSpPr>
            <a:spLocks noGrp="1" noChangeArrowheads="1"/>
          </p:cNvSpPr>
          <p:nvPr>
            <p:ph type="ftr" sz="quarter" idx="10"/>
          </p:nvPr>
        </p:nvSpPr>
        <p:spPr>
          <a:xfrm>
            <a:off x="3149600" y="6629400"/>
            <a:ext cx="5283200" cy="228600"/>
          </a:xfrm>
          <a:prstGeom prst="rect">
            <a:avLst/>
          </a:prstGeom>
          <a:ln/>
        </p:spPr>
        <p:txBody>
          <a:bodyPr/>
          <a:lstStyle>
            <a:lvl1pPr>
              <a:defRPr/>
            </a:lvl1pPr>
          </a:lstStyle>
          <a:p>
            <a:pPr algn="l">
              <a:defRPr/>
            </a:pPr>
            <a:r>
              <a:rPr lang="fr-FR"/>
              <a:t>Enseignant : Pierre SWEID</a:t>
            </a:r>
            <a:endParaRPr lang="fr-FR" dirty="0"/>
          </a:p>
        </p:txBody>
      </p:sp>
    </p:spTree>
    <p:extLst>
      <p:ext uri="{BB962C8B-B14F-4D97-AF65-F5344CB8AC3E}">
        <p14:creationId xmlns:p14="http://schemas.microsoft.com/office/powerpoint/2010/main" val="3851212883"/>
      </p:ext>
    </p:extLst>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à coins arrondis 9"/>
          <p:cNvSpPr/>
          <p:nvPr/>
        </p:nvSpPr>
        <p:spPr>
          <a:xfrm>
            <a:off x="11209116" y="6583624"/>
            <a:ext cx="982884" cy="274376"/>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Rectangle 10">
            <a:extLst>
              <a:ext uri="{FF2B5EF4-FFF2-40B4-BE49-F238E27FC236}">
                <a16:creationId xmlns:a16="http://schemas.microsoft.com/office/drawing/2014/main" id="{2531F48B-BAAD-4B6B-9ADC-3AE11EBF9D9F}"/>
              </a:ext>
            </a:extLst>
          </p:cNvPr>
          <p:cNvSpPr/>
          <p:nvPr/>
        </p:nvSpPr>
        <p:spPr>
          <a:xfrm>
            <a:off x="11492360" y="36816"/>
            <a:ext cx="685800" cy="6858000"/>
          </a:xfrm>
          <a:prstGeom prst="rect">
            <a:avLst/>
          </a:prstGeom>
          <a:solidFill>
            <a:srgbClr val="1F497D"/>
          </a:solidFill>
          <a:ln w="25400" cap="flat" cmpd="sng" algn="ctr">
            <a:noFill/>
            <a:prstDash val="solid"/>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12" name="Rectangle 11">
            <a:extLst>
              <a:ext uri="{FF2B5EF4-FFF2-40B4-BE49-F238E27FC236}">
                <a16:creationId xmlns:a16="http://schemas.microsoft.com/office/drawing/2014/main" id="{DA860ADB-2783-4C9F-8D04-DED9F1B5C7E5}"/>
              </a:ext>
            </a:extLst>
          </p:cNvPr>
          <p:cNvSpPr/>
          <p:nvPr/>
        </p:nvSpPr>
        <p:spPr>
          <a:xfrm>
            <a:off x="11492360" y="5523216"/>
            <a:ext cx="685800" cy="685800"/>
          </a:xfrm>
          <a:prstGeom prst="rect">
            <a:avLst/>
          </a:prstGeom>
          <a:solidFill>
            <a:srgbClr val="4F81BD"/>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13" name="Slide Number Placeholder 5">
            <a:extLst>
              <a:ext uri="{FF2B5EF4-FFF2-40B4-BE49-F238E27FC236}">
                <a16:creationId xmlns:a16="http://schemas.microsoft.com/office/drawing/2014/main" id="{6CABD723-69C0-4BED-A7C2-1A8CA153EB9C}"/>
              </a:ext>
            </a:extLst>
          </p:cNvPr>
          <p:cNvSpPr txBox="1">
            <a:spLocks/>
          </p:cNvSpPr>
          <p:nvPr/>
        </p:nvSpPr>
        <p:spPr>
          <a:xfrm>
            <a:off x="11565948" y="5685776"/>
            <a:ext cx="548640" cy="396240"/>
          </a:xfrm>
          <a:prstGeom prst="bracketPair">
            <a:avLst>
              <a:gd name="adj" fmla="val 17949"/>
            </a:avLst>
          </a:prstGeom>
          <a:ln w="19050">
            <a:solidFill>
              <a:srgbClr val="FFFFFF"/>
            </a:solidFill>
          </a:ln>
        </p:spPr>
        <p:txBody>
          <a:bodyPr vert="horz" lIns="0" tIns="0" rIns="0" bIns="0" rtlCol="0" anchor="ctr"/>
          <a:lstStyle>
            <a:defPPr>
              <a:defRPr lang="fr-FR"/>
            </a:defPPr>
            <a:lvl1pPr marL="0" algn="ctr"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8BB0D023-04DB-4A2C-9043-C92852AD8DB9}" type="slidenum">
              <a:rPr kumimoji="0" lang="fr-FR" sz="1800" b="0" i="0" u="none" strike="noStrike" kern="1200" cap="none" spc="0" normalizeH="0" baseline="0" noProof="0" smtClean="0">
                <a:ln>
                  <a:noFill/>
                </a:ln>
                <a:solidFill>
                  <a:srgbClr val="FFFFFF"/>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‹N°›</a:t>
            </a:fld>
            <a:endParaRPr kumimoji="0" lang="fr-FR" sz="1800" b="0" i="0" u="none" strike="noStrike" kern="1200" cap="none" spc="0" normalizeH="0" baseline="0" noProof="0">
              <a:ln>
                <a:noFill/>
              </a:ln>
              <a:solidFill>
                <a:srgbClr val="FFFFFF"/>
              </a:solidFill>
              <a:effectLst/>
              <a:uLnTx/>
              <a:uFillTx/>
              <a:latin typeface="Calibri"/>
              <a:ea typeface="+mn-ea"/>
              <a:cs typeface="+mn-cs"/>
            </a:endParaRPr>
          </a:p>
        </p:txBody>
      </p:sp>
      <p:sp>
        <p:nvSpPr>
          <p:cNvPr id="14" name="Date Placeholder 3">
            <a:extLst>
              <a:ext uri="{FF2B5EF4-FFF2-40B4-BE49-F238E27FC236}">
                <a16:creationId xmlns:a16="http://schemas.microsoft.com/office/drawing/2014/main" id="{491E267E-0922-43F4-A08F-1FAD66A360B0}"/>
              </a:ext>
            </a:extLst>
          </p:cNvPr>
          <p:cNvSpPr txBox="1">
            <a:spLocks/>
          </p:cNvSpPr>
          <p:nvPr/>
        </p:nvSpPr>
        <p:spPr>
          <a:xfrm rot="16200000">
            <a:off x="10961273" y="834010"/>
            <a:ext cx="1686879" cy="365762"/>
          </a:xfrm>
          <a:prstGeom prst="rect">
            <a:avLst/>
          </a:prstGeom>
        </p:spPr>
        <p:txBody>
          <a:bodyPr vert="horz" lIns="91440" tIns="45720" rIns="91440" bIns="45720" rtlCol="0" anchor="ctr"/>
          <a:lstStyle>
            <a:defPPr>
              <a:defRPr lang="fr-FR"/>
            </a:defPPr>
            <a:lvl1pPr marL="0" algn="r" defTabSz="914400" rtl="0" eaLnBrk="1" latinLnBrk="0" hangingPunct="1">
              <a:defRPr sz="12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FA9E5D60-E224-4C27-BDCC-98DDC61EB42D}" type="datetime1">
              <a:rPr kumimoji="0" lang="fr-FR" sz="2000" b="0" i="0" u="none" strike="noStrike" kern="1200" cap="none" spc="0" normalizeH="0" baseline="0" noProof="0" smtClean="0">
                <a:ln>
                  <a:noFill/>
                </a:ln>
                <a:solidFill>
                  <a:srgbClr val="EEECE1"/>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17/12/2024</a:t>
            </a:fld>
            <a:endParaRPr kumimoji="0" lang="fr-FR" sz="2000" b="0" i="0" u="none" strike="noStrike" kern="1200" cap="none" spc="0" normalizeH="0" baseline="0" noProof="0" dirty="0">
              <a:ln>
                <a:noFill/>
              </a:ln>
              <a:solidFill>
                <a:srgbClr val="EEECE1"/>
              </a:solidFill>
              <a:effectLst/>
              <a:uLnTx/>
              <a:uFillTx/>
              <a:latin typeface="Calibri"/>
              <a:ea typeface="+mn-ea"/>
              <a:cs typeface="+mn-cs"/>
            </a:endParaRPr>
          </a:p>
        </p:txBody>
      </p:sp>
      <p:sp>
        <p:nvSpPr>
          <p:cNvPr id="15" name="Date Placeholder 3">
            <a:extLst>
              <a:ext uri="{FF2B5EF4-FFF2-40B4-BE49-F238E27FC236}">
                <a16:creationId xmlns:a16="http://schemas.microsoft.com/office/drawing/2014/main" id="{8412E72E-7123-4038-9BB0-68182E084BD8}"/>
              </a:ext>
            </a:extLst>
          </p:cNvPr>
          <p:cNvSpPr txBox="1">
            <a:spLocks/>
          </p:cNvSpPr>
          <p:nvPr/>
        </p:nvSpPr>
        <p:spPr>
          <a:xfrm rot="16200000">
            <a:off x="10585515" y="3647471"/>
            <a:ext cx="2438399" cy="365760"/>
          </a:xfrm>
          <a:prstGeom prst="rect">
            <a:avLst/>
          </a:prstGeom>
        </p:spPr>
        <p:txBody>
          <a:bodyPr vert="horz" lIns="91440" tIns="45720" rIns="91440" bIns="45720" rtlCol="0" anchor="ctr"/>
          <a:lstStyle>
            <a:defPPr>
              <a:defRPr lang="fr-FR"/>
            </a:defPPr>
            <a:lvl1pPr marL="0" algn="r" defTabSz="914400" rtl="0" eaLnBrk="1" latinLnBrk="0" hangingPunct="1">
              <a:defRPr sz="12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dirty="0">
                <a:ln>
                  <a:noFill/>
                </a:ln>
                <a:solidFill>
                  <a:srgbClr val="EEECE1"/>
                </a:solidFill>
                <a:effectLst/>
                <a:uLnTx/>
                <a:uFillTx/>
                <a:latin typeface="Calibri"/>
                <a:ea typeface="+mn-ea"/>
                <a:cs typeface="+mn-cs"/>
              </a:rPr>
              <a:t>RSX103– Pierre SWEID</a:t>
            </a:r>
          </a:p>
        </p:txBody>
      </p:sp>
      <p:pic>
        <p:nvPicPr>
          <p:cNvPr id="16" name="Picture 2" descr="G:\04-Cnam 2017-2018\SEM02\NFA009\NFA009-ED01\04-ED's\Conservatoire-National-des-Arts-et-Métiers-CNAM.jpg"/>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1540429" y="6210852"/>
            <a:ext cx="621193" cy="641550"/>
          </a:xfrm>
          <a:prstGeom prst="rect">
            <a:avLst/>
          </a:prstGeom>
          <a:noFill/>
          <a:extLst>
            <a:ext uri="{909E8E84-426E-40DD-AFC4-6F175D3DCCD1}">
              <a14:hiddenFill xmlns:a14="http://schemas.microsoft.com/office/drawing/2010/main">
                <a:solidFill>
                  <a:srgbClr val="FFFFFF"/>
                </a:solidFill>
              </a14:hiddenFill>
            </a:ext>
          </a:extLst>
        </p:spPr>
      </p:pic>
      <p:cxnSp>
        <p:nvCxnSpPr>
          <p:cNvPr id="3" name="Connecteur droit 2"/>
          <p:cNvCxnSpPr/>
          <p:nvPr/>
        </p:nvCxnSpPr>
        <p:spPr>
          <a:xfrm flipH="1">
            <a:off x="0" y="693683"/>
            <a:ext cx="11492360" cy="0"/>
          </a:xfrm>
          <a:prstGeom prst="line">
            <a:avLst/>
          </a:prstGeom>
          <a:ln w="57150"/>
        </p:spPr>
        <p:style>
          <a:lnRef idx="3">
            <a:schemeClr val="accent5"/>
          </a:lnRef>
          <a:fillRef idx="0">
            <a:schemeClr val="accent5"/>
          </a:fillRef>
          <a:effectRef idx="2">
            <a:schemeClr val="accent5"/>
          </a:effectRef>
          <a:fontRef idx="minor">
            <a:schemeClr val="tx1"/>
          </a:fontRef>
        </p:style>
      </p:cxnSp>
    </p:spTree>
    <p:extLst>
      <p:ext uri="{BB962C8B-B14F-4D97-AF65-F5344CB8AC3E}">
        <p14:creationId xmlns:p14="http://schemas.microsoft.com/office/powerpoint/2010/main" val="16242076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p:txStyles>
    <p:titleStyle>
      <a:lvl1pPr algn="l" defTabSz="914400" rtl="0" eaLnBrk="1" latinLnBrk="0" hangingPunct="1">
        <a:lnSpc>
          <a:spcPct val="90000"/>
        </a:lnSpc>
        <a:spcBef>
          <a:spcPct val="0"/>
        </a:spcBef>
        <a:buNone/>
        <a:defRPr sz="4400" u="none" kern="1200">
          <a:solidFill>
            <a:schemeClr val="tx1"/>
          </a:solidFill>
          <a:latin typeface="Alte DIN 1451 Mittelschrift" charset="0"/>
          <a:ea typeface="Alte DIN 1451 Mittelschrift" charset="0"/>
          <a:cs typeface="Alte DIN 1451 Mittelschrift"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p:cNvSpPr txBox="1"/>
          <p:nvPr/>
        </p:nvSpPr>
        <p:spPr>
          <a:xfrm>
            <a:off x="62198" y="5835156"/>
            <a:ext cx="4039738" cy="1022844"/>
          </a:xfrm>
          <a:prstGeom prst="rect">
            <a:avLst/>
          </a:prstGeom>
          <a:noFill/>
        </p:spPr>
        <p:txBody>
          <a:bodyPr wrap="square" rtlCol="0">
            <a:spAutoFit/>
          </a:bodyPr>
          <a:lstStyle/>
          <a:p>
            <a:pPr defTabSz="684213">
              <a:lnSpc>
                <a:spcPct val="95000"/>
              </a:lnSpc>
              <a:spcBef>
                <a:spcPts val="1075"/>
              </a:spcBef>
              <a:buClr>
                <a:schemeClr val="tx2"/>
              </a:buClr>
              <a:buSzPct val="90000"/>
            </a:pPr>
            <a:r>
              <a:rPr lang="fr-FR" b="1" dirty="0">
                <a:solidFill>
                  <a:schemeClr val="tx2"/>
                </a:solidFill>
                <a:latin typeface="+mn-lt"/>
                <a:ea typeface="ＭＳ Ｐゴシック" charset="0"/>
                <a:cs typeface="CiscoSans"/>
              </a:rPr>
              <a:t>GES (Grandes Ecoles Spécialisées)</a:t>
            </a:r>
            <a:br>
              <a:rPr lang="fr-FR" b="1" dirty="0">
                <a:solidFill>
                  <a:schemeClr val="tx2"/>
                </a:solidFill>
                <a:latin typeface="+mn-lt"/>
                <a:ea typeface="ＭＳ Ｐゴシック" charset="0"/>
                <a:cs typeface="CiscoSans"/>
              </a:rPr>
            </a:br>
            <a:r>
              <a:rPr lang="fr-FR" b="1" dirty="0">
                <a:solidFill>
                  <a:schemeClr val="tx2"/>
                </a:solidFill>
                <a:ea typeface="ＭＳ Ｐゴシック" charset="0"/>
              </a:rPr>
              <a:t>242, rue du Faubourg Saint Antoine </a:t>
            </a:r>
          </a:p>
          <a:p>
            <a:pPr defTabSz="684213">
              <a:lnSpc>
                <a:spcPct val="95000"/>
              </a:lnSpc>
              <a:spcBef>
                <a:spcPts val="1075"/>
              </a:spcBef>
              <a:buClr>
                <a:schemeClr val="tx2"/>
              </a:buClr>
              <a:buSzPct val="90000"/>
            </a:pPr>
            <a:r>
              <a:rPr lang="fr-FR" b="1" dirty="0">
                <a:solidFill>
                  <a:schemeClr val="tx2"/>
                </a:solidFill>
                <a:ea typeface="ＭＳ Ｐゴシック" charset="0"/>
              </a:rPr>
              <a:t>75012 Paris</a:t>
            </a:r>
          </a:p>
        </p:txBody>
      </p:sp>
      <p:sp>
        <p:nvSpPr>
          <p:cNvPr id="6" name="AutoShape 2" descr="GES">
            <a:extLst>
              <a:ext uri="{FF2B5EF4-FFF2-40B4-BE49-F238E27FC236}">
                <a16:creationId xmlns:a16="http://schemas.microsoft.com/office/drawing/2014/main" id="{7452F74D-2550-471B-AC84-FAAB383A1C4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7" name="AutoShape 4" descr="GES">
            <a:extLst>
              <a:ext uri="{FF2B5EF4-FFF2-40B4-BE49-F238E27FC236}">
                <a16:creationId xmlns:a16="http://schemas.microsoft.com/office/drawing/2014/main" id="{02E08148-2149-4936-9134-4A6141D97AB2}"/>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9" name="Rectangle 8">
            <a:extLst>
              <a:ext uri="{FF2B5EF4-FFF2-40B4-BE49-F238E27FC236}">
                <a16:creationId xmlns:a16="http://schemas.microsoft.com/office/drawing/2014/main" id="{70040594-4F97-4A3A-9524-51CCAA1033D2}"/>
              </a:ext>
            </a:extLst>
          </p:cNvPr>
          <p:cNvSpPr/>
          <p:nvPr/>
        </p:nvSpPr>
        <p:spPr>
          <a:xfrm>
            <a:off x="0" y="0"/>
            <a:ext cx="3995936" cy="6858000"/>
          </a:xfrm>
          <a:prstGeom prst="rect">
            <a:avLst/>
          </a:prstGeom>
          <a:solidFill>
            <a:srgbClr val="4BACC6">
              <a:lumMod val="75000"/>
            </a:srgbClr>
          </a:solidFill>
          <a:ln w="127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prstClr val="black"/>
              </a:solidFill>
              <a:effectLst/>
              <a:uLnTx/>
              <a:uFillTx/>
              <a:latin typeface="Calibri"/>
              <a:ea typeface="+mn-ea"/>
              <a:cs typeface="+mn-cs"/>
            </a:endParaRPr>
          </a:p>
        </p:txBody>
      </p:sp>
      <p:sp>
        <p:nvSpPr>
          <p:cNvPr id="11" name="Rectangle 10">
            <a:extLst>
              <a:ext uri="{FF2B5EF4-FFF2-40B4-BE49-F238E27FC236}">
                <a16:creationId xmlns:a16="http://schemas.microsoft.com/office/drawing/2014/main" id="{3607E13E-034D-4423-8513-981E3C949353}"/>
              </a:ext>
            </a:extLst>
          </p:cNvPr>
          <p:cNvSpPr/>
          <p:nvPr/>
        </p:nvSpPr>
        <p:spPr>
          <a:xfrm>
            <a:off x="3995936" y="1780071"/>
            <a:ext cx="6614256" cy="2048336"/>
          </a:xfrm>
          <a:prstGeom prst="rect">
            <a:avLst/>
          </a:prstGeom>
          <a:no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fr-FR" sz="4000" b="1" i="1" kern="0" dirty="0">
                <a:solidFill>
                  <a:prstClr val="black"/>
                </a:solidFill>
                <a:latin typeface="Calibri"/>
              </a:rPr>
              <a:t>Communication Inter </a:t>
            </a:r>
            <a:r>
              <a:rPr lang="fr-FR" sz="4000" b="1" i="1" kern="0" dirty="0" err="1">
                <a:solidFill>
                  <a:prstClr val="black"/>
                </a:solidFill>
                <a:latin typeface="Calibri"/>
              </a:rPr>
              <a:t>VLAN’s</a:t>
            </a:r>
            <a:endParaRPr lang="fr-FR" sz="4000" b="1" i="1" kern="0" dirty="0">
              <a:solidFill>
                <a:prstClr val="black"/>
              </a:solidFill>
              <a:latin typeface="Calibri"/>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4000" b="1" i="1" u="none" strike="noStrike" kern="0" cap="none" spc="0" normalizeH="0" baseline="0" noProof="0" dirty="0">
                <a:ln>
                  <a:noFill/>
                </a:ln>
                <a:solidFill>
                  <a:prstClr val="black"/>
                </a:solidFill>
                <a:effectLst/>
                <a:uLnTx/>
                <a:uFillTx/>
                <a:latin typeface="Calibri"/>
              </a:rPr>
              <a:t>Router on a Stick</a:t>
            </a:r>
            <a:endParaRPr kumimoji="0" lang="fr-FR" sz="4000" b="1" i="1" u="none" strike="noStrike" kern="0" cap="none" spc="0" normalizeH="0" baseline="0" noProof="0" dirty="0">
              <a:ln>
                <a:noFill/>
              </a:ln>
              <a:solidFill>
                <a:prstClr val="black"/>
              </a:solidFill>
              <a:effectLst/>
              <a:uLnTx/>
              <a:uFillTx/>
              <a:latin typeface="Calibri"/>
            </a:endParaRPr>
          </a:p>
        </p:txBody>
      </p:sp>
      <p:sp>
        <p:nvSpPr>
          <p:cNvPr id="12" name="Rectangle 11">
            <a:extLst>
              <a:ext uri="{FF2B5EF4-FFF2-40B4-BE49-F238E27FC236}">
                <a16:creationId xmlns:a16="http://schemas.microsoft.com/office/drawing/2014/main" id="{E0F388E7-77B8-4008-81CF-0030495F9043}"/>
              </a:ext>
            </a:extLst>
          </p:cNvPr>
          <p:cNvSpPr/>
          <p:nvPr/>
        </p:nvSpPr>
        <p:spPr>
          <a:xfrm>
            <a:off x="0" y="2226259"/>
            <a:ext cx="3888432" cy="3370500"/>
          </a:xfrm>
          <a:prstGeom prst="rect">
            <a:avLst/>
          </a:prstGeom>
          <a:no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2800" b="0" i="0" u="none" strike="noStrike" kern="0" cap="none" spc="0" normalizeH="0" baseline="0" noProof="0" dirty="0">
                <a:ln>
                  <a:noFill/>
                </a:ln>
                <a:solidFill>
                  <a:prstClr val="white"/>
                </a:solidFill>
                <a:effectLst/>
                <a:uLnTx/>
                <a:uFillTx/>
                <a:latin typeface="Calibri"/>
                <a:ea typeface="+mn-ea"/>
                <a:cs typeface="+mn-cs"/>
              </a:rPr>
              <a:t> </a:t>
            </a:r>
          </a:p>
        </p:txBody>
      </p:sp>
      <p:sp>
        <p:nvSpPr>
          <p:cNvPr id="13" name="ZoneTexte 12">
            <a:extLst>
              <a:ext uri="{FF2B5EF4-FFF2-40B4-BE49-F238E27FC236}">
                <a16:creationId xmlns:a16="http://schemas.microsoft.com/office/drawing/2014/main" id="{51DFA488-C169-49D0-B5BE-37CF463DCFB1}"/>
              </a:ext>
            </a:extLst>
          </p:cNvPr>
          <p:cNvSpPr txBox="1"/>
          <p:nvPr/>
        </p:nvSpPr>
        <p:spPr>
          <a:xfrm>
            <a:off x="-43802" y="5764624"/>
            <a:ext cx="4039738" cy="1163908"/>
          </a:xfrm>
          <a:prstGeom prst="rect">
            <a:avLst/>
          </a:prstGeom>
          <a:noFill/>
        </p:spPr>
        <p:txBody>
          <a:bodyPr wrap="square" rtlCol="0">
            <a:spAutoFit/>
          </a:bodyPr>
          <a:lstStyle/>
          <a:p>
            <a:pPr defTabSz="684213">
              <a:lnSpc>
                <a:spcPct val="95000"/>
              </a:lnSpc>
              <a:spcBef>
                <a:spcPts val="1075"/>
              </a:spcBef>
              <a:buClr>
                <a:srgbClr val="1F497D"/>
              </a:buClr>
              <a:buSzPct val="90000"/>
            </a:pPr>
            <a:r>
              <a:rPr lang="fr-FR" b="1" dirty="0">
                <a:solidFill>
                  <a:prstClr val="white"/>
                </a:solidFill>
                <a:ea typeface="ＭＳ Ｐゴシック" charset="0"/>
                <a:cs typeface="CiscoSans"/>
              </a:rPr>
              <a:t>CNAM PARIS</a:t>
            </a:r>
            <a:r>
              <a:rPr lang="fr-FR" b="1" dirty="0">
                <a:solidFill>
                  <a:prstClr val="white"/>
                </a:solidFill>
                <a:ea typeface="ＭＳ Ｐゴシック" charset="0"/>
              </a:rPr>
              <a:t> </a:t>
            </a:r>
          </a:p>
          <a:p>
            <a:pPr defTabSz="684213">
              <a:lnSpc>
                <a:spcPct val="95000"/>
              </a:lnSpc>
              <a:spcBef>
                <a:spcPts val="1075"/>
              </a:spcBef>
              <a:buClr>
                <a:srgbClr val="1F497D"/>
              </a:buClr>
              <a:buSzPct val="90000"/>
            </a:pPr>
            <a:r>
              <a:rPr lang="fr-FR" b="1" dirty="0">
                <a:solidFill>
                  <a:prstClr val="white"/>
                </a:solidFill>
                <a:ea typeface="ＭＳ Ｐゴシック" charset="0"/>
              </a:rPr>
              <a:t>292, rue Saint Martin</a:t>
            </a:r>
          </a:p>
          <a:p>
            <a:pPr defTabSz="684213">
              <a:lnSpc>
                <a:spcPct val="95000"/>
              </a:lnSpc>
              <a:spcBef>
                <a:spcPts val="1075"/>
              </a:spcBef>
              <a:buClr>
                <a:srgbClr val="1F497D"/>
              </a:buClr>
              <a:buSzPct val="90000"/>
            </a:pPr>
            <a:r>
              <a:rPr lang="fr-FR" b="1" dirty="0">
                <a:solidFill>
                  <a:prstClr val="white"/>
                </a:solidFill>
                <a:ea typeface="ＭＳ Ｐゴシック" charset="0"/>
              </a:rPr>
              <a:t>75003 Paris</a:t>
            </a:r>
          </a:p>
        </p:txBody>
      </p:sp>
      <p:sp>
        <p:nvSpPr>
          <p:cNvPr id="20" name="Titre 1">
            <a:extLst>
              <a:ext uri="{FF2B5EF4-FFF2-40B4-BE49-F238E27FC236}">
                <a16:creationId xmlns:a16="http://schemas.microsoft.com/office/drawing/2014/main" id="{127F2CD9-C825-4096-B5D1-80673890797C}"/>
              </a:ext>
            </a:extLst>
          </p:cNvPr>
          <p:cNvSpPr txBox="1">
            <a:spLocks/>
          </p:cNvSpPr>
          <p:nvPr/>
        </p:nvSpPr>
        <p:spPr>
          <a:xfrm>
            <a:off x="3155057" y="708248"/>
            <a:ext cx="4730098" cy="672991"/>
          </a:xfrm>
          <a:prstGeom prst="rect">
            <a:avLst/>
          </a:prstGeom>
          <a:noFill/>
          <a:ln>
            <a:noFill/>
          </a:ln>
        </p:spPr>
        <p:txBody>
          <a:bodyPr vert="horz" lIns="91440" tIns="45720" rIns="91440" bIns="45720" rtlCol="0" anchor="ctr">
            <a:noAutofit/>
          </a:bodyPr>
          <a:lst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fr-FR" sz="4600" b="0" i="0" u="none" strike="noStrike" kern="1200" cap="none" spc="-100" normalizeH="0" baseline="0" noProof="0" dirty="0">
                <a:ln>
                  <a:noFill/>
                </a:ln>
                <a:solidFill>
                  <a:srgbClr val="BE1090"/>
                </a:solidFill>
                <a:effectLst/>
                <a:uLnTx/>
                <a:uFillTx/>
                <a:latin typeface="Cambria"/>
                <a:ea typeface="+mj-ea"/>
                <a:cs typeface="+mj-cs"/>
              </a:rPr>
              <a:t>C</a:t>
            </a:r>
            <a:r>
              <a:rPr kumimoji="0" lang="fr-FR" sz="4600" b="0" i="0" u="none" strike="noStrike" kern="1200" cap="none" spc="-100" normalizeH="0" baseline="0" noProof="0" dirty="0">
                <a:ln>
                  <a:noFill/>
                </a:ln>
                <a:solidFill>
                  <a:srgbClr val="1F497D"/>
                </a:solidFill>
                <a:effectLst/>
                <a:uLnTx/>
                <a:uFillTx/>
                <a:latin typeface="Cambria"/>
                <a:ea typeface="+mj-ea"/>
                <a:cs typeface="+mj-cs"/>
              </a:rPr>
              <a:t>NAM</a:t>
            </a:r>
            <a:r>
              <a:rPr kumimoji="0" lang="fr-FR" sz="4600" b="0" i="0" u="none" strike="noStrike" kern="1200" cap="none" spc="-100" normalizeH="0" noProof="0" dirty="0">
                <a:ln>
                  <a:noFill/>
                </a:ln>
                <a:solidFill>
                  <a:srgbClr val="1F497D"/>
                </a:solidFill>
                <a:effectLst/>
                <a:uLnTx/>
                <a:uFillTx/>
                <a:latin typeface="Cambria"/>
                <a:ea typeface="+mj-ea"/>
                <a:cs typeface="+mj-cs"/>
              </a:rPr>
              <a:t> DE PARIS</a:t>
            </a:r>
            <a:endParaRPr kumimoji="0" lang="fr-FR" sz="4600" b="0" i="0" u="none" strike="noStrike" kern="1200" cap="none" spc="-100" normalizeH="0" baseline="0" noProof="0" dirty="0">
              <a:ln>
                <a:noFill/>
              </a:ln>
              <a:solidFill>
                <a:srgbClr val="1F497D"/>
              </a:solidFill>
              <a:effectLst/>
              <a:uLnTx/>
              <a:uFillTx/>
              <a:latin typeface="Cambria"/>
              <a:ea typeface="+mj-ea"/>
              <a:cs typeface="+mj-cs"/>
            </a:endParaRPr>
          </a:p>
        </p:txBody>
      </p:sp>
      <p:pic>
        <p:nvPicPr>
          <p:cNvPr id="14" name="Picture 2" descr="G:\04-Cnam 2017-2018\SEM02\NFA009\NFA009-ED01\04-ED's\Conservatoire-National-des-Arts-et-Métiers-CNAM.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1231" cy="804364"/>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a:extLst>
              <a:ext uri="{FF2B5EF4-FFF2-40B4-BE49-F238E27FC236}">
                <a16:creationId xmlns:a16="http://schemas.microsoft.com/office/drawing/2014/main" id="{E0F388E7-77B8-4008-81CF-0030495F9043}"/>
              </a:ext>
            </a:extLst>
          </p:cNvPr>
          <p:cNvSpPr/>
          <p:nvPr/>
        </p:nvSpPr>
        <p:spPr>
          <a:xfrm>
            <a:off x="0" y="2226259"/>
            <a:ext cx="3159351" cy="3370500"/>
          </a:xfrm>
          <a:prstGeom prst="rect">
            <a:avLst/>
          </a:prstGeom>
          <a:no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2800" b="0" i="0" u="none" strike="noStrike" kern="0" cap="none" spc="0" normalizeH="0" baseline="0" noProof="0" dirty="0">
                <a:ln>
                  <a:noFill/>
                </a:ln>
                <a:solidFill>
                  <a:prstClr val="white"/>
                </a:solidFill>
                <a:effectLst/>
                <a:uLnTx/>
                <a:uFillTx/>
                <a:latin typeface="Calibri"/>
                <a:ea typeface="+mn-ea"/>
                <a:cs typeface="+mn-cs"/>
              </a:rPr>
              <a:t>2023-2024</a:t>
            </a:r>
          </a:p>
        </p:txBody>
      </p:sp>
    </p:spTree>
    <p:extLst>
      <p:ext uri="{BB962C8B-B14F-4D97-AF65-F5344CB8AC3E}">
        <p14:creationId xmlns:p14="http://schemas.microsoft.com/office/powerpoint/2010/main" val="3612834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p:cNvSpPr>
            <a:spLocks noGrp="1"/>
          </p:cNvSpPr>
          <p:nvPr>
            <p:ph type="title" idx="4294967295"/>
          </p:nvPr>
        </p:nvSpPr>
        <p:spPr>
          <a:xfrm>
            <a:off x="1023395" y="32950"/>
            <a:ext cx="9949404" cy="700976"/>
          </a:xfrm>
          <a:prstGeom prst="rect">
            <a:avLst/>
          </a:prstGeom>
        </p:spPr>
        <p:txBody>
          <a:bodyPr>
            <a:noAutofit/>
          </a:bodyPr>
          <a:lstStyle/>
          <a:p>
            <a:pPr algn="ctr">
              <a:lnSpc>
                <a:spcPct val="100000"/>
              </a:lnSpc>
            </a:pPr>
            <a:r>
              <a:rPr lang="fr-FR" sz="4600" spc="-100" dirty="0">
                <a:solidFill>
                  <a:srgbClr val="1F497D"/>
                </a:solidFill>
                <a:latin typeface="Cambria"/>
                <a:ea typeface="+mj-ea"/>
                <a:cs typeface="+mj-cs"/>
              </a:rPr>
              <a:t>Plan </a:t>
            </a:r>
          </a:p>
        </p:txBody>
      </p:sp>
      <p:sp>
        <p:nvSpPr>
          <p:cNvPr id="4" name="Rectangle 3"/>
          <p:cNvSpPr/>
          <p:nvPr/>
        </p:nvSpPr>
        <p:spPr>
          <a:xfrm>
            <a:off x="150125" y="700976"/>
            <a:ext cx="11354938" cy="6157024"/>
          </a:xfrm>
          <a:prstGeom prst="rect">
            <a:avLst/>
          </a:prstGeom>
          <a:noFill/>
          <a:ln w="28575"/>
          <a:effectLst>
            <a:glow rad="635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3" name="Diagramme 2"/>
          <p:cNvGraphicFramePr/>
          <p:nvPr>
            <p:extLst>
              <p:ext uri="{D42A27DB-BD31-4B8C-83A1-F6EECF244321}">
                <p14:modId xmlns:p14="http://schemas.microsoft.com/office/powerpoint/2010/main" val="1713218419"/>
              </p:ext>
            </p:extLst>
          </p:nvPr>
        </p:nvGraphicFramePr>
        <p:xfrm>
          <a:off x="150125" y="731209"/>
          <a:ext cx="11099447" cy="484201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Rectangle 6"/>
          <p:cNvSpPr/>
          <p:nvPr/>
        </p:nvSpPr>
        <p:spPr>
          <a:xfrm>
            <a:off x="551793" y="5485094"/>
            <a:ext cx="10697779" cy="425669"/>
          </a:xfrm>
          <a:prstGeom prst="rect">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2400" b="1" dirty="0"/>
              <a:t>Résumé </a:t>
            </a:r>
          </a:p>
        </p:txBody>
      </p:sp>
      <p:sp>
        <p:nvSpPr>
          <p:cNvPr id="6" name="Rectangle 5"/>
          <p:cNvSpPr/>
          <p:nvPr/>
        </p:nvSpPr>
        <p:spPr>
          <a:xfrm>
            <a:off x="551793" y="6063163"/>
            <a:ext cx="10697779" cy="425669"/>
          </a:xfrm>
          <a:prstGeom prst="rect">
            <a:avLst/>
          </a:prstGeom>
          <a:solidFill>
            <a:srgbClr val="FF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2400" b="1" dirty="0"/>
              <a:t>Communication inter-</a:t>
            </a:r>
            <a:r>
              <a:rPr lang="fr-FR" sz="2400" b="1" dirty="0" err="1"/>
              <a:t>VLANs</a:t>
            </a:r>
            <a:r>
              <a:rPr lang="fr-FR" sz="2400" b="1" dirty="0"/>
              <a:t>    « Exemples »</a:t>
            </a:r>
          </a:p>
        </p:txBody>
      </p:sp>
    </p:spTree>
    <p:extLst>
      <p:ext uri="{BB962C8B-B14F-4D97-AF65-F5344CB8AC3E}">
        <p14:creationId xmlns:p14="http://schemas.microsoft.com/office/powerpoint/2010/main" val="22600802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3"/>
          <p:cNvSpPr txBox="1">
            <a:spLocks/>
          </p:cNvSpPr>
          <p:nvPr/>
        </p:nvSpPr>
        <p:spPr>
          <a:xfrm>
            <a:off x="11421233" y="6619875"/>
            <a:ext cx="746929" cy="2381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1pPr>
            <a:lvl2pPr marL="742950" indent="-28575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2pPr>
            <a:lvl3pPr marL="1143000" indent="-22860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3pPr>
            <a:lvl4pPr marL="1600200" indent="-22860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4pPr>
            <a:lvl5pPr marL="2057400" indent="-22860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5pPr>
            <a:lvl6pPr marL="25146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6pPr>
            <a:lvl7pPr marL="29718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7pPr>
            <a:lvl8pPr marL="34290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8pPr>
            <a:lvl9pPr marL="38862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9pPr>
          </a:lstStyle>
          <a:p>
            <a:pPr algn="r" eaLnBrk="1" hangingPunct="1"/>
            <a:fld id="{A6099D49-99EB-46B5-BBE2-692892430483}" type="slidenum">
              <a:rPr lang="en-US" altLang="fr-FR" sz="1200" smtClean="0">
                <a:solidFill>
                  <a:srgbClr val="000000"/>
                </a:solidFill>
              </a:rPr>
              <a:pPr algn="r" eaLnBrk="1" hangingPunct="1"/>
              <a:t>3</a:t>
            </a:fld>
            <a:endParaRPr lang="en-US" altLang="fr-FR" sz="1200" dirty="0">
              <a:solidFill>
                <a:srgbClr val="000000"/>
              </a:solidFill>
            </a:endParaRPr>
          </a:p>
        </p:txBody>
      </p:sp>
      <p:sp>
        <p:nvSpPr>
          <p:cNvPr id="4" name="Titre 3"/>
          <p:cNvSpPr>
            <a:spLocks noGrp="1"/>
          </p:cNvSpPr>
          <p:nvPr>
            <p:ph type="title"/>
          </p:nvPr>
        </p:nvSpPr>
        <p:spPr>
          <a:xfrm>
            <a:off x="394138" y="0"/>
            <a:ext cx="11027095" cy="685800"/>
          </a:xfrm>
        </p:spPr>
        <p:txBody>
          <a:bodyPr/>
          <a:lstStyle/>
          <a:p>
            <a:pPr>
              <a:lnSpc>
                <a:spcPct val="100000"/>
              </a:lnSpc>
            </a:pPr>
            <a:r>
              <a:rPr lang="fr-FR" sz="3200" spc="-100" dirty="0">
                <a:solidFill>
                  <a:srgbClr val="1F497D"/>
                </a:solidFill>
                <a:latin typeface="Cambria"/>
                <a:ea typeface="+mj-ea"/>
                <a:cs typeface="+mj-cs"/>
              </a:rPr>
              <a:t>Introduction aux </a:t>
            </a:r>
            <a:r>
              <a:rPr lang="fr-FR" sz="3200" spc="-100" dirty="0" err="1">
                <a:solidFill>
                  <a:srgbClr val="1F497D"/>
                </a:solidFill>
                <a:latin typeface="Cambria"/>
                <a:ea typeface="+mj-ea"/>
                <a:cs typeface="+mj-cs"/>
              </a:rPr>
              <a:t>VLANs</a:t>
            </a:r>
            <a:endParaRPr lang="fr-FR" sz="3200" spc="-100" dirty="0">
              <a:solidFill>
                <a:srgbClr val="1F497D"/>
              </a:solidFill>
              <a:latin typeface="Cambria"/>
              <a:ea typeface="+mj-ea"/>
              <a:cs typeface="+mj-cs"/>
            </a:endParaRPr>
          </a:p>
        </p:txBody>
      </p:sp>
      <p:sp>
        <p:nvSpPr>
          <p:cNvPr id="9" name="Text Box 117"/>
          <p:cNvSpPr txBox="1">
            <a:spLocks noChangeArrowheads="1"/>
          </p:cNvSpPr>
          <p:nvPr/>
        </p:nvSpPr>
        <p:spPr bwMode="gray">
          <a:xfrm>
            <a:off x="1692275" y="1555750"/>
            <a:ext cx="766763" cy="1128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spcAft>
                <a:spcPct val="30000"/>
              </a:spcAft>
              <a:buClr>
                <a:schemeClr val="hlink"/>
              </a:buClr>
              <a:buFont typeface="Wingdings" pitchFamily="2" charset="2"/>
              <a:buChar char="n"/>
              <a:defRPr sz="2200">
                <a:solidFill>
                  <a:schemeClr val="tx1"/>
                </a:solidFill>
                <a:latin typeface="Arial" pitchFamily="34" charset="0"/>
              </a:defRPr>
            </a:lvl1pPr>
            <a:lvl2pPr marL="742950" indent="-285750">
              <a:spcBef>
                <a:spcPct val="20000"/>
              </a:spcBef>
              <a:spcAft>
                <a:spcPct val="30000"/>
              </a:spcAft>
              <a:buClr>
                <a:schemeClr val="bg2"/>
              </a:buClr>
              <a:buFont typeface="Wingdings" pitchFamily="2" charset="2"/>
              <a:buChar char="n"/>
              <a:defRPr sz="2200">
                <a:solidFill>
                  <a:schemeClr val="tx1"/>
                </a:solidFill>
                <a:latin typeface="Arial" pitchFamily="34" charset="0"/>
              </a:defRPr>
            </a:lvl2pPr>
            <a:lvl3pPr marL="1143000" indent="-228600">
              <a:spcBef>
                <a:spcPct val="20000"/>
              </a:spcBef>
              <a:spcAft>
                <a:spcPct val="30000"/>
              </a:spcAft>
              <a:buClr>
                <a:schemeClr val="bg2"/>
              </a:buClr>
              <a:buFont typeface="Wingdings" pitchFamily="2" charset="2"/>
              <a:buChar char="§"/>
              <a:defRPr sz="2200">
                <a:solidFill>
                  <a:schemeClr val="tx1"/>
                </a:solidFill>
                <a:latin typeface="Arial" pitchFamily="34" charset="0"/>
              </a:defRPr>
            </a:lvl3pPr>
            <a:lvl4pPr marL="1600200" indent="-228600">
              <a:spcBef>
                <a:spcPct val="20000"/>
              </a:spcBef>
              <a:spcAft>
                <a:spcPct val="30000"/>
              </a:spcAft>
              <a:buChar char="–"/>
              <a:defRPr sz="2200">
                <a:solidFill>
                  <a:schemeClr val="tx1"/>
                </a:solidFill>
                <a:latin typeface="Arial" pitchFamily="34" charset="0"/>
              </a:defRPr>
            </a:lvl4pPr>
            <a:lvl5pPr marL="2057400" indent="-228600">
              <a:spcBef>
                <a:spcPct val="20000"/>
              </a:spcBef>
              <a:spcAft>
                <a:spcPct val="30000"/>
              </a:spcAft>
              <a:buChar char="»"/>
              <a:defRPr sz="2200">
                <a:solidFill>
                  <a:schemeClr val="tx1"/>
                </a:solidFill>
                <a:latin typeface="Arial" pitchFamily="34" charset="0"/>
              </a:defRPr>
            </a:lvl5pPr>
            <a:lvl6pPr marL="2514600" indent="-228600" eaLnBrk="0" fontAlgn="base" hangingPunct="0">
              <a:spcBef>
                <a:spcPct val="20000"/>
              </a:spcBef>
              <a:spcAft>
                <a:spcPct val="30000"/>
              </a:spcAft>
              <a:buChar char="»"/>
              <a:defRPr sz="2200">
                <a:solidFill>
                  <a:schemeClr val="tx1"/>
                </a:solidFill>
                <a:latin typeface="Arial" pitchFamily="34" charset="0"/>
              </a:defRPr>
            </a:lvl6pPr>
            <a:lvl7pPr marL="2971800" indent="-228600" eaLnBrk="0" fontAlgn="base" hangingPunct="0">
              <a:spcBef>
                <a:spcPct val="20000"/>
              </a:spcBef>
              <a:spcAft>
                <a:spcPct val="30000"/>
              </a:spcAft>
              <a:buChar char="»"/>
              <a:defRPr sz="2200">
                <a:solidFill>
                  <a:schemeClr val="tx1"/>
                </a:solidFill>
                <a:latin typeface="Arial" pitchFamily="34" charset="0"/>
              </a:defRPr>
            </a:lvl7pPr>
            <a:lvl8pPr marL="3429000" indent="-228600" eaLnBrk="0" fontAlgn="base" hangingPunct="0">
              <a:spcBef>
                <a:spcPct val="20000"/>
              </a:spcBef>
              <a:spcAft>
                <a:spcPct val="30000"/>
              </a:spcAft>
              <a:buChar char="»"/>
              <a:defRPr sz="2200">
                <a:solidFill>
                  <a:schemeClr val="tx1"/>
                </a:solidFill>
                <a:latin typeface="Arial" pitchFamily="34" charset="0"/>
              </a:defRPr>
            </a:lvl8pPr>
            <a:lvl9pPr marL="3886200" indent="-228600" eaLnBrk="0" fontAlgn="base" hangingPunct="0">
              <a:spcBef>
                <a:spcPct val="20000"/>
              </a:spcBef>
              <a:spcAft>
                <a:spcPct val="30000"/>
              </a:spcAft>
              <a:buChar char="»"/>
              <a:defRPr sz="2200">
                <a:solidFill>
                  <a:schemeClr val="tx1"/>
                </a:solidFill>
                <a:latin typeface="Arial" pitchFamily="34" charset="0"/>
              </a:defRPr>
            </a:lvl9pPr>
          </a:lstStyle>
          <a:p>
            <a:pPr algn="ctr">
              <a:spcBef>
                <a:spcPct val="0"/>
              </a:spcBef>
              <a:spcAft>
                <a:spcPct val="0"/>
              </a:spcAft>
              <a:buClrTx/>
              <a:buFontTx/>
              <a:buNone/>
            </a:pPr>
            <a:r>
              <a:rPr lang="fr-FR" altLang="fr-FR" sz="6800" b="1">
                <a:latin typeface="Tahoma" pitchFamily="34" charset="0"/>
              </a:rPr>
              <a:t>V</a:t>
            </a:r>
          </a:p>
        </p:txBody>
      </p:sp>
      <p:sp>
        <p:nvSpPr>
          <p:cNvPr id="10" name="Text Box 118"/>
          <p:cNvSpPr txBox="1">
            <a:spLocks noChangeArrowheads="1"/>
          </p:cNvSpPr>
          <p:nvPr/>
        </p:nvSpPr>
        <p:spPr bwMode="gray">
          <a:xfrm>
            <a:off x="2333625" y="1700213"/>
            <a:ext cx="2270125" cy="930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spcAft>
                <a:spcPct val="30000"/>
              </a:spcAft>
              <a:buClr>
                <a:schemeClr val="hlink"/>
              </a:buClr>
              <a:buFont typeface="Wingdings" pitchFamily="2" charset="2"/>
              <a:buChar char="n"/>
              <a:defRPr sz="2200">
                <a:solidFill>
                  <a:schemeClr val="tx1"/>
                </a:solidFill>
                <a:latin typeface="Arial" pitchFamily="34" charset="0"/>
              </a:defRPr>
            </a:lvl1pPr>
            <a:lvl2pPr marL="742950" indent="-285750">
              <a:spcBef>
                <a:spcPct val="20000"/>
              </a:spcBef>
              <a:spcAft>
                <a:spcPct val="30000"/>
              </a:spcAft>
              <a:buClr>
                <a:schemeClr val="bg2"/>
              </a:buClr>
              <a:buFont typeface="Wingdings" pitchFamily="2" charset="2"/>
              <a:buChar char="n"/>
              <a:defRPr sz="2200">
                <a:solidFill>
                  <a:schemeClr val="tx1"/>
                </a:solidFill>
                <a:latin typeface="Arial" pitchFamily="34" charset="0"/>
              </a:defRPr>
            </a:lvl2pPr>
            <a:lvl3pPr marL="1143000" indent="-228600">
              <a:spcBef>
                <a:spcPct val="20000"/>
              </a:spcBef>
              <a:spcAft>
                <a:spcPct val="30000"/>
              </a:spcAft>
              <a:buClr>
                <a:schemeClr val="bg2"/>
              </a:buClr>
              <a:buFont typeface="Wingdings" pitchFamily="2" charset="2"/>
              <a:buChar char="§"/>
              <a:defRPr sz="2200">
                <a:solidFill>
                  <a:schemeClr val="tx1"/>
                </a:solidFill>
                <a:latin typeface="Arial" pitchFamily="34" charset="0"/>
              </a:defRPr>
            </a:lvl3pPr>
            <a:lvl4pPr marL="1600200" indent="-228600">
              <a:spcBef>
                <a:spcPct val="20000"/>
              </a:spcBef>
              <a:spcAft>
                <a:spcPct val="30000"/>
              </a:spcAft>
              <a:buChar char="–"/>
              <a:defRPr sz="2200">
                <a:solidFill>
                  <a:schemeClr val="tx1"/>
                </a:solidFill>
                <a:latin typeface="Arial" pitchFamily="34" charset="0"/>
              </a:defRPr>
            </a:lvl4pPr>
            <a:lvl5pPr marL="2057400" indent="-228600">
              <a:spcBef>
                <a:spcPct val="20000"/>
              </a:spcBef>
              <a:spcAft>
                <a:spcPct val="30000"/>
              </a:spcAft>
              <a:buChar char="»"/>
              <a:defRPr sz="2200">
                <a:solidFill>
                  <a:schemeClr val="tx1"/>
                </a:solidFill>
                <a:latin typeface="Arial" pitchFamily="34" charset="0"/>
              </a:defRPr>
            </a:lvl5pPr>
            <a:lvl6pPr marL="2514600" indent="-228600" eaLnBrk="0" fontAlgn="base" hangingPunct="0">
              <a:spcBef>
                <a:spcPct val="20000"/>
              </a:spcBef>
              <a:spcAft>
                <a:spcPct val="30000"/>
              </a:spcAft>
              <a:buChar char="»"/>
              <a:defRPr sz="2200">
                <a:solidFill>
                  <a:schemeClr val="tx1"/>
                </a:solidFill>
                <a:latin typeface="Arial" pitchFamily="34" charset="0"/>
              </a:defRPr>
            </a:lvl6pPr>
            <a:lvl7pPr marL="2971800" indent="-228600" eaLnBrk="0" fontAlgn="base" hangingPunct="0">
              <a:spcBef>
                <a:spcPct val="20000"/>
              </a:spcBef>
              <a:spcAft>
                <a:spcPct val="30000"/>
              </a:spcAft>
              <a:buChar char="»"/>
              <a:defRPr sz="2200">
                <a:solidFill>
                  <a:schemeClr val="tx1"/>
                </a:solidFill>
                <a:latin typeface="Arial" pitchFamily="34" charset="0"/>
              </a:defRPr>
            </a:lvl7pPr>
            <a:lvl8pPr marL="3429000" indent="-228600" eaLnBrk="0" fontAlgn="base" hangingPunct="0">
              <a:spcBef>
                <a:spcPct val="20000"/>
              </a:spcBef>
              <a:spcAft>
                <a:spcPct val="30000"/>
              </a:spcAft>
              <a:buChar char="»"/>
              <a:defRPr sz="2200">
                <a:solidFill>
                  <a:schemeClr val="tx1"/>
                </a:solidFill>
                <a:latin typeface="Arial" pitchFamily="34" charset="0"/>
              </a:defRPr>
            </a:lvl8pPr>
            <a:lvl9pPr marL="3886200" indent="-228600" eaLnBrk="0" fontAlgn="base" hangingPunct="0">
              <a:spcBef>
                <a:spcPct val="20000"/>
              </a:spcBef>
              <a:spcAft>
                <a:spcPct val="30000"/>
              </a:spcAft>
              <a:buChar char="»"/>
              <a:defRPr sz="2200">
                <a:solidFill>
                  <a:schemeClr val="tx1"/>
                </a:solidFill>
                <a:latin typeface="Arial" pitchFamily="34" charset="0"/>
              </a:defRPr>
            </a:lvl9pPr>
          </a:lstStyle>
          <a:p>
            <a:pPr>
              <a:spcBef>
                <a:spcPct val="0"/>
              </a:spcBef>
              <a:spcAft>
                <a:spcPct val="0"/>
              </a:spcAft>
              <a:buClrTx/>
              <a:buFontTx/>
              <a:buNone/>
            </a:pPr>
            <a:r>
              <a:rPr lang="fr-FR" altLang="fr-FR" sz="5500" b="1">
                <a:solidFill>
                  <a:schemeClr val="folHlink"/>
                </a:solidFill>
                <a:latin typeface="Tahoma" pitchFamily="34" charset="0"/>
              </a:rPr>
              <a:t>irtual </a:t>
            </a:r>
          </a:p>
        </p:txBody>
      </p:sp>
      <p:sp>
        <p:nvSpPr>
          <p:cNvPr id="16" name="Text Box 119"/>
          <p:cNvSpPr txBox="1">
            <a:spLocks noChangeArrowheads="1"/>
          </p:cNvSpPr>
          <p:nvPr/>
        </p:nvSpPr>
        <p:spPr bwMode="gray">
          <a:xfrm>
            <a:off x="1739900" y="2446338"/>
            <a:ext cx="677863" cy="1128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spcAft>
                <a:spcPct val="30000"/>
              </a:spcAft>
              <a:buClr>
                <a:schemeClr val="hlink"/>
              </a:buClr>
              <a:buFont typeface="Wingdings" pitchFamily="2" charset="2"/>
              <a:buChar char="n"/>
              <a:defRPr sz="2200">
                <a:solidFill>
                  <a:schemeClr val="tx1"/>
                </a:solidFill>
                <a:latin typeface="Arial" pitchFamily="34" charset="0"/>
              </a:defRPr>
            </a:lvl1pPr>
            <a:lvl2pPr marL="742950" indent="-285750">
              <a:spcBef>
                <a:spcPct val="20000"/>
              </a:spcBef>
              <a:spcAft>
                <a:spcPct val="30000"/>
              </a:spcAft>
              <a:buClr>
                <a:schemeClr val="bg2"/>
              </a:buClr>
              <a:buFont typeface="Wingdings" pitchFamily="2" charset="2"/>
              <a:buChar char="n"/>
              <a:defRPr sz="2200">
                <a:solidFill>
                  <a:schemeClr val="tx1"/>
                </a:solidFill>
                <a:latin typeface="Arial" pitchFamily="34" charset="0"/>
              </a:defRPr>
            </a:lvl2pPr>
            <a:lvl3pPr marL="1143000" indent="-228600">
              <a:spcBef>
                <a:spcPct val="20000"/>
              </a:spcBef>
              <a:spcAft>
                <a:spcPct val="30000"/>
              </a:spcAft>
              <a:buClr>
                <a:schemeClr val="bg2"/>
              </a:buClr>
              <a:buFont typeface="Wingdings" pitchFamily="2" charset="2"/>
              <a:buChar char="§"/>
              <a:defRPr sz="2200">
                <a:solidFill>
                  <a:schemeClr val="tx1"/>
                </a:solidFill>
                <a:latin typeface="Arial" pitchFamily="34" charset="0"/>
              </a:defRPr>
            </a:lvl3pPr>
            <a:lvl4pPr marL="1600200" indent="-228600">
              <a:spcBef>
                <a:spcPct val="20000"/>
              </a:spcBef>
              <a:spcAft>
                <a:spcPct val="30000"/>
              </a:spcAft>
              <a:buChar char="–"/>
              <a:defRPr sz="2200">
                <a:solidFill>
                  <a:schemeClr val="tx1"/>
                </a:solidFill>
                <a:latin typeface="Arial" pitchFamily="34" charset="0"/>
              </a:defRPr>
            </a:lvl4pPr>
            <a:lvl5pPr marL="2057400" indent="-228600">
              <a:spcBef>
                <a:spcPct val="20000"/>
              </a:spcBef>
              <a:spcAft>
                <a:spcPct val="30000"/>
              </a:spcAft>
              <a:buChar char="»"/>
              <a:defRPr sz="2200">
                <a:solidFill>
                  <a:schemeClr val="tx1"/>
                </a:solidFill>
                <a:latin typeface="Arial" pitchFamily="34" charset="0"/>
              </a:defRPr>
            </a:lvl5pPr>
            <a:lvl6pPr marL="2514600" indent="-228600" eaLnBrk="0" fontAlgn="base" hangingPunct="0">
              <a:spcBef>
                <a:spcPct val="20000"/>
              </a:spcBef>
              <a:spcAft>
                <a:spcPct val="30000"/>
              </a:spcAft>
              <a:buChar char="»"/>
              <a:defRPr sz="2200">
                <a:solidFill>
                  <a:schemeClr val="tx1"/>
                </a:solidFill>
                <a:latin typeface="Arial" pitchFamily="34" charset="0"/>
              </a:defRPr>
            </a:lvl6pPr>
            <a:lvl7pPr marL="2971800" indent="-228600" eaLnBrk="0" fontAlgn="base" hangingPunct="0">
              <a:spcBef>
                <a:spcPct val="20000"/>
              </a:spcBef>
              <a:spcAft>
                <a:spcPct val="30000"/>
              </a:spcAft>
              <a:buChar char="»"/>
              <a:defRPr sz="2200">
                <a:solidFill>
                  <a:schemeClr val="tx1"/>
                </a:solidFill>
                <a:latin typeface="Arial" pitchFamily="34" charset="0"/>
              </a:defRPr>
            </a:lvl7pPr>
            <a:lvl8pPr marL="3429000" indent="-228600" eaLnBrk="0" fontAlgn="base" hangingPunct="0">
              <a:spcBef>
                <a:spcPct val="20000"/>
              </a:spcBef>
              <a:spcAft>
                <a:spcPct val="30000"/>
              </a:spcAft>
              <a:buChar char="»"/>
              <a:defRPr sz="2200">
                <a:solidFill>
                  <a:schemeClr val="tx1"/>
                </a:solidFill>
                <a:latin typeface="Arial" pitchFamily="34" charset="0"/>
              </a:defRPr>
            </a:lvl8pPr>
            <a:lvl9pPr marL="3886200" indent="-228600" eaLnBrk="0" fontAlgn="base" hangingPunct="0">
              <a:spcBef>
                <a:spcPct val="20000"/>
              </a:spcBef>
              <a:spcAft>
                <a:spcPct val="30000"/>
              </a:spcAft>
              <a:buChar char="»"/>
              <a:defRPr sz="2200">
                <a:solidFill>
                  <a:schemeClr val="tx1"/>
                </a:solidFill>
                <a:latin typeface="Arial" pitchFamily="34" charset="0"/>
              </a:defRPr>
            </a:lvl9pPr>
          </a:lstStyle>
          <a:p>
            <a:pPr algn="ctr">
              <a:spcBef>
                <a:spcPct val="0"/>
              </a:spcBef>
              <a:spcAft>
                <a:spcPct val="0"/>
              </a:spcAft>
              <a:buClrTx/>
              <a:buFontTx/>
              <a:buNone/>
            </a:pPr>
            <a:r>
              <a:rPr lang="fr-FR" altLang="fr-FR" sz="6800" b="1">
                <a:latin typeface="Tahoma" pitchFamily="34" charset="0"/>
              </a:rPr>
              <a:t>L</a:t>
            </a:r>
          </a:p>
        </p:txBody>
      </p:sp>
      <p:sp>
        <p:nvSpPr>
          <p:cNvPr id="17" name="Text Box 120"/>
          <p:cNvSpPr txBox="1">
            <a:spLocks noChangeArrowheads="1"/>
          </p:cNvSpPr>
          <p:nvPr/>
        </p:nvSpPr>
        <p:spPr bwMode="gray">
          <a:xfrm>
            <a:off x="2349500" y="2605088"/>
            <a:ext cx="1612900" cy="930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spcAft>
                <a:spcPct val="30000"/>
              </a:spcAft>
              <a:buClr>
                <a:schemeClr val="hlink"/>
              </a:buClr>
              <a:buFont typeface="Wingdings" pitchFamily="2" charset="2"/>
              <a:buChar char="n"/>
              <a:defRPr sz="2200">
                <a:solidFill>
                  <a:schemeClr val="tx1"/>
                </a:solidFill>
                <a:latin typeface="Arial" pitchFamily="34" charset="0"/>
              </a:defRPr>
            </a:lvl1pPr>
            <a:lvl2pPr marL="742950" indent="-285750">
              <a:spcBef>
                <a:spcPct val="20000"/>
              </a:spcBef>
              <a:spcAft>
                <a:spcPct val="30000"/>
              </a:spcAft>
              <a:buClr>
                <a:schemeClr val="bg2"/>
              </a:buClr>
              <a:buFont typeface="Wingdings" pitchFamily="2" charset="2"/>
              <a:buChar char="n"/>
              <a:defRPr sz="2200">
                <a:solidFill>
                  <a:schemeClr val="tx1"/>
                </a:solidFill>
                <a:latin typeface="Arial" pitchFamily="34" charset="0"/>
              </a:defRPr>
            </a:lvl2pPr>
            <a:lvl3pPr marL="1143000" indent="-228600">
              <a:spcBef>
                <a:spcPct val="20000"/>
              </a:spcBef>
              <a:spcAft>
                <a:spcPct val="30000"/>
              </a:spcAft>
              <a:buClr>
                <a:schemeClr val="bg2"/>
              </a:buClr>
              <a:buFont typeface="Wingdings" pitchFamily="2" charset="2"/>
              <a:buChar char="§"/>
              <a:defRPr sz="2200">
                <a:solidFill>
                  <a:schemeClr val="tx1"/>
                </a:solidFill>
                <a:latin typeface="Arial" pitchFamily="34" charset="0"/>
              </a:defRPr>
            </a:lvl3pPr>
            <a:lvl4pPr marL="1600200" indent="-228600">
              <a:spcBef>
                <a:spcPct val="20000"/>
              </a:spcBef>
              <a:spcAft>
                <a:spcPct val="30000"/>
              </a:spcAft>
              <a:buChar char="–"/>
              <a:defRPr sz="2200">
                <a:solidFill>
                  <a:schemeClr val="tx1"/>
                </a:solidFill>
                <a:latin typeface="Arial" pitchFamily="34" charset="0"/>
              </a:defRPr>
            </a:lvl4pPr>
            <a:lvl5pPr marL="2057400" indent="-228600">
              <a:spcBef>
                <a:spcPct val="20000"/>
              </a:spcBef>
              <a:spcAft>
                <a:spcPct val="30000"/>
              </a:spcAft>
              <a:buChar char="»"/>
              <a:defRPr sz="2200">
                <a:solidFill>
                  <a:schemeClr val="tx1"/>
                </a:solidFill>
                <a:latin typeface="Arial" pitchFamily="34" charset="0"/>
              </a:defRPr>
            </a:lvl5pPr>
            <a:lvl6pPr marL="2514600" indent="-228600" eaLnBrk="0" fontAlgn="base" hangingPunct="0">
              <a:spcBef>
                <a:spcPct val="20000"/>
              </a:spcBef>
              <a:spcAft>
                <a:spcPct val="30000"/>
              </a:spcAft>
              <a:buChar char="»"/>
              <a:defRPr sz="2200">
                <a:solidFill>
                  <a:schemeClr val="tx1"/>
                </a:solidFill>
                <a:latin typeface="Arial" pitchFamily="34" charset="0"/>
              </a:defRPr>
            </a:lvl6pPr>
            <a:lvl7pPr marL="2971800" indent="-228600" eaLnBrk="0" fontAlgn="base" hangingPunct="0">
              <a:spcBef>
                <a:spcPct val="20000"/>
              </a:spcBef>
              <a:spcAft>
                <a:spcPct val="30000"/>
              </a:spcAft>
              <a:buChar char="»"/>
              <a:defRPr sz="2200">
                <a:solidFill>
                  <a:schemeClr val="tx1"/>
                </a:solidFill>
                <a:latin typeface="Arial" pitchFamily="34" charset="0"/>
              </a:defRPr>
            </a:lvl7pPr>
            <a:lvl8pPr marL="3429000" indent="-228600" eaLnBrk="0" fontAlgn="base" hangingPunct="0">
              <a:spcBef>
                <a:spcPct val="20000"/>
              </a:spcBef>
              <a:spcAft>
                <a:spcPct val="30000"/>
              </a:spcAft>
              <a:buChar char="»"/>
              <a:defRPr sz="2200">
                <a:solidFill>
                  <a:schemeClr val="tx1"/>
                </a:solidFill>
                <a:latin typeface="Arial" pitchFamily="34" charset="0"/>
              </a:defRPr>
            </a:lvl8pPr>
            <a:lvl9pPr marL="3886200" indent="-228600" eaLnBrk="0" fontAlgn="base" hangingPunct="0">
              <a:spcBef>
                <a:spcPct val="20000"/>
              </a:spcBef>
              <a:spcAft>
                <a:spcPct val="30000"/>
              </a:spcAft>
              <a:buChar char="»"/>
              <a:defRPr sz="2200">
                <a:solidFill>
                  <a:schemeClr val="tx1"/>
                </a:solidFill>
                <a:latin typeface="Arial" pitchFamily="34" charset="0"/>
              </a:defRPr>
            </a:lvl9pPr>
          </a:lstStyle>
          <a:p>
            <a:pPr>
              <a:spcBef>
                <a:spcPct val="0"/>
              </a:spcBef>
              <a:spcAft>
                <a:spcPct val="0"/>
              </a:spcAft>
              <a:buClrTx/>
              <a:buFontTx/>
              <a:buNone/>
            </a:pPr>
            <a:r>
              <a:rPr lang="fr-FR" altLang="fr-FR" sz="5500" b="1">
                <a:solidFill>
                  <a:schemeClr val="folHlink"/>
                </a:solidFill>
                <a:latin typeface="Tahoma" pitchFamily="34" charset="0"/>
              </a:rPr>
              <a:t>ocal</a:t>
            </a:r>
          </a:p>
        </p:txBody>
      </p:sp>
      <p:sp>
        <p:nvSpPr>
          <p:cNvPr id="18" name="Text Box 121"/>
          <p:cNvSpPr txBox="1">
            <a:spLocks noChangeArrowheads="1"/>
          </p:cNvSpPr>
          <p:nvPr/>
        </p:nvSpPr>
        <p:spPr bwMode="gray">
          <a:xfrm>
            <a:off x="1681163" y="3384550"/>
            <a:ext cx="774700" cy="1128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spcAft>
                <a:spcPct val="30000"/>
              </a:spcAft>
              <a:buClr>
                <a:schemeClr val="hlink"/>
              </a:buClr>
              <a:buFont typeface="Wingdings" pitchFamily="2" charset="2"/>
              <a:buChar char="n"/>
              <a:defRPr sz="2200">
                <a:solidFill>
                  <a:schemeClr val="tx1"/>
                </a:solidFill>
                <a:latin typeface="Arial" pitchFamily="34" charset="0"/>
              </a:defRPr>
            </a:lvl1pPr>
            <a:lvl2pPr marL="742950" indent="-285750">
              <a:spcBef>
                <a:spcPct val="20000"/>
              </a:spcBef>
              <a:spcAft>
                <a:spcPct val="30000"/>
              </a:spcAft>
              <a:buClr>
                <a:schemeClr val="bg2"/>
              </a:buClr>
              <a:buFont typeface="Wingdings" pitchFamily="2" charset="2"/>
              <a:buChar char="n"/>
              <a:defRPr sz="2200">
                <a:solidFill>
                  <a:schemeClr val="tx1"/>
                </a:solidFill>
                <a:latin typeface="Arial" pitchFamily="34" charset="0"/>
              </a:defRPr>
            </a:lvl2pPr>
            <a:lvl3pPr marL="1143000" indent="-228600">
              <a:spcBef>
                <a:spcPct val="20000"/>
              </a:spcBef>
              <a:spcAft>
                <a:spcPct val="30000"/>
              </a:spcAft>
              <a:buClr>
                <a:schemeClr val="bg2"/>
              </a:buClr>
              <a:buFont typeface="Wingdings" pitchFamily="2" charset="2"/>
              <a:buChar char="§"/>
              <a:defRPr sz="2200">
                <a:solidFill>
                  <a:schemeClr val="tx1"/>
                </a:solidFill>
                <a:latin typeface="Arial" pitchFamily="34" charset="0"/>
              </a:defRPr>
            </a:lvl3pPr>
            <a:lvl4pPr marL="1600200" indent="-228600">
              <a:spcBef>
                <a:spcPct val="20000"/>
              </a:spcBef>
              <a:spcAft>
                <a:spcPct val="30000"/>
              </a:spcAft>
              <a:buChar char="–"/>
              <a:defRPr sz="2200">
                <a:solidFill>
                  <a:schemeClr val="tx1"/>
                </a:solidFill>
                <a:latin typeface="Arial" pitchFamily="34" charset="0"/>
              </a:defRPr>
            </a:lvl4pPr>
            <a:lvl5pPr marL="2057400" indent="-228600">
              <a:spcBef>
                <a:spcPct val="20000"/>
              </a:spcBef>
              <a:spcAft>
                <a:spcPct val="30000"/>
              </a:spcAft>
              <a:buChar char="»"/>
              <a:defRPr sz="2200">
                <a:solidFill>
                  <a:schemeClr val="tx1"/>
                </a:solidFill>
                <a:latin typeface="Arial" pitchFamily="34" charset="0"/>
              </a:defRPr>
            </a:lvl5pPr>
            <a:lvl6pPr marL="2514600" indent="-228600" eaLnBrk="0" fontAlgn="base" hangingPunct="0">
              <a:spcBef>
                <a:spcPct val="20000"/>
              </a:spcBef>
              <a:spcAft>
                <a:spcPct val="30000"/>
              </a:spcAft>
              <a:buChar char="»"/>
              <a:defRPr sz="2200">
                <a:solidFill>
                  <a:schemeClr val="tx1"/>
                </a:solidFill>
                <a:latin typeface="Arial" pitchFamily="34" charset="0"/>
              </a:defRPr>
            </a:lvl6pPr>
            <a:lvl7pPr marL="2971800" indent="-228600" eaLnBrk="0" fontAlgn="base" hangingPunct="0">
              <a:spcBef>
                <a:spcPct val="20000"/>
              </a:spcBef>
              <a:spcAft>
                <a:spcPct val="30000"/>
              </a:spcAft>
              <a:buChar char="»"/>
              <a:defRPr sz="2200">
                <a:solidFill>
                  <a:schemeClr val="tx1"/>
                </a:solidFill>
                <a:latin typeface="Arial" pitchFamily="34" charset="0"/>
              </a:defRPr>
            </a:lvl7pPr>
            <a:lvl8pPr marL="3429000" indent="-228600" eaLnBrk="0" fontAlgn="base" hangingPunct="0">
              <a:spcBef>
                <a:spcPct val="20000"/>
              </a:spcBef>
              <a:spcAft>
                <a:spcPct val="30000"/>
              </a:spcAft>
              <a:buChar char="»"/>
              <a:defRPr sz="2200">
                <a:solidFill>
                  <a:schemeClr val="tx1"/>
                </a:solidFill>
                <a:latin typeface="Arial" pitchFamily="34" charset="0"/>
              </a:defRPr>
            </a:lvl8pPr>
            <a:lvl9pPr marL="3886200" indent="-228600" eaLnBrk="0" fontAlgn="base" hangingPunct="0">
              <a:spcBef>
                <a:spcPct val="20000"/>
              </a:spcBef>
              <a:spcAft>
                <a:spcPct val="30000"/>
              </a:spcAft>
              <a:buChar char="»"/>
              <a:defRPr sz="2200">
                <a:solidFill>
                  <a:schemeClr val="tx1"/>
                </a:solidFill>
                <a:latin typeface="Arial" pitchFamily="34" charset="0"/>
              </a:defRPr>
            </a:lvl9pPr>
          </a:lstStyle>
          <a:p>
            <a:pPr algn="ctr">
              <a:spcBef>
                <a:spcPct val="0"/>
              </a:spcBef>
              <a:spcAft>
                <a:spcPct val="0"/>
              </a:spcAft>
              <a:buClrTx/>
              <a:buFontTx/>
              <a:buNone/>
            </a:pPr>
            <a:r>
              <a:rPr lang="fr-FR" altLang="fr-FR" sz="6800" b="1">
                <a:latin typeface="Tahoma" pitchFamily="34" charset="0"/>
              </a:rPr>
              <a:t>A</a:t>
            </a:r>
          </a:p>
        </p:txBody>
      </p:sp>
      <p:sp>
        <p:nvSpPr>
          <p:cNvPr id="19" name="Text Box 122"/>
          <p:cNvSpPr txBox="1">
            <a:spLocks noChangeArrowheads="1"/>
          </p:cNvSpPr>
          <p:nvPr/>
        </p:nvSpPr>
        <p:spPr bwMode="gray">
          <a:xfrm>
            <a:off x="2333625" y="3533775"/>
            <a:ext cx="1319213" cy="930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spcAft>
                <a:spcPct val="30000"/>
              </a:spcAft>
              <a:buClr>
                <a:schemeClr val="hlink"/>
              </a:buClr>
              <a:buFont typeface="Wingdings" pitchFamily="2" charset="2"/>
              <a:buChar char="n"/>
              <a:defRPr sz="2200">
                <a:solidFill>
                  <a:schemeClr val="tx1"/>
                </a:solidFill>
                <a:latin typeface="Arial" pitchFamily="34" charset="0"/>
              </a:defRPr>
            </a:lvl1pPr>
            <a:lvl2pPr marL="742950" indent="-285750">
              <a:spcBef>
                <a:spcPct val="20000"/>
              </a:spcBef>
              <a:spcAft>
                <a:spcPct val="30000"/>
              </a:spcAft>
              <a:buClr>
                <a:schemeClr val="bg2"/>
              </a:buClr>
              <a:buFont typeface="Wingdings" pitchFamily="2" charset="2"/>
              <a:buChar char="n"/>
              <a:defRPr sz="2200">
                <a:solidFill>
                  <a:schemeClr val="tx1"/>
                </a:solidFill>
                <a:latin typeface="Arial" pitchFamily="34" charset="0"/>
              </a:defRPr>
            </a:lvl2pPr>
            <a:lvl3pPr marL="1143000" indent="-228600">
              <a:spcBef>
                <a:spcPct val="20000"/>
              </a:spcBef>
              <a:spcAft>
                <a:spcPct val="30000"/>
              </a:spcAft>
              <a:buClr>
                <a:schemeClr val="bg2"/>
              </a:buClr>
              <a:buFont typeface="Wingdings" pitchFamily="2" charset="2"/>
              <a:buChar char="§"/>
              <a:defRPr sz="2200">
                <a:solidFill>
                  <a:schemeClr val="tx1"/>
                </a:solidFill>
                <a:latin typeface="Arial" pitchFamily="34" charset="0"/>
              </a:defRPr>
            </a:lvl3pPr>
            <a:lvl4pPr marL="1600200" indent="-228600">
              <a:spcBef>
                <a:spcPct val="20000"/>
              </a:spcBef>
              <a:spcAft>
                <a:spcPct val="30000"/>
              </a:spcAft>
              <a:buChar char="–"/>
              <a:defRPr sz="2200">
                <a:solidFill>
                  <a:schemeClr val="tx1"/>
                </a:solidFill>
                <a:latin typeface="Arial" pitchFamily="34" charset="0"/>
              </a:defRPr>
            </a:lvl4pPr>
            <a:lvl5pPr marL="2057400" indent="-228600">
              <a:spcBef>
                <a:spcPct val="20000"/>
              </a:spcBef>
              <a:spcAft>
                <a:spcPct val="30000"/>
              </a:spcAft>
              <a:buChar char="»"/>
              <a:defRPr sz="2200">
                <a:solidFill>
                  <a:schemeClr val="tx1"/>
                </a:solidFill>
                <a:latin typeface="Arial" pitchFamily="34" charset="0"/>
              </a:defRPr>
            </a:lvl5pPr>
            <a:lvl6pPr marL="2514600" indent="-228600" eaLnBrk="0" fontAlgn="base" hangingPunct="0">
              <a:spcBef>
                <a:spcPct val="20000"/>
              </a:spcBef>
              <a:spcAft>
                <a:spcPct val="30000"/>
              </a:spcAft>
              <a:buChar char="»"/>
              <a:defRPr sz="2200">
                <a:solidFill>
                  <a:schemeClr val="tx1"/>
                </a:solidFill>
                <a:latin typeface="Arial" pitchFamily="34" charset="0"/>
              </a:defRPr>
            </a:lvl6pPr>
            <a:lvl7pPr marL="2971800" indent="-228600" eaLnBrk="0" fontAlgn="base" hangingPunct="0">
              <a:spcBef>
                <a:spcPct val="20000"/>
              </a:spcBef>
              <a:spcAft>
                <a:spcPct val="30000"/>
              </a:spcAft>
              <a:buChar char="»"/>
              <a:defRPr sz="2200">
                <a:solidFill>
                  <a:schemeClr val="tx1"/>
                </a:solidFill>
                <a:latin typeface="Arial" pitchFamily="34" charset="0"/>
              </a:defRPr>
            </a:lvl7pPr>
            <a:lvl8pPr marL="3429000" indent="-228600" eaLnBrk="0" fontAlgn="base" hangingPunct="0">
              <a:spcBef>
                <a:spcPct val="20000"/>
              </a:spcBef>
              <a:spcAft>
                <a:spcPct val="30000"/>
              </a:spcAft>
              <a:buChar char="»"/>
              <a:defRPr sz="2200">
                <a:solidFill>
                  <a:schemeClr val="tx1"/>
                </a:solidFill>
                <a:latin typeface="Arial" pitchFamily="34" charset="0"/>
              </a:defRPr>
            </a:lvl8pPr>
            <a:lvl9pPr marL="3886200" indent="-228600" eaLnBrk="0" fontAlgn="base" hangingPunct="0">
              <a:spcBef>
                <a:spcPct val="20000"/>
              </a:spcBef>
              <a:spcAft>
                <a:spcPct val="30000"/>
              </a:spcAft>
              <a:buChar char="»"/>
              <a:defRPr sz="2200">
                <a:solidFill>
                  <a:schemeClr val="tx1"/>
                </a:solidFill>
                <a:latin typeface="Arial" pitchFamily="34" charset="0"/>
              </a:defRPr>
            </a:lvl9pPr>
          </a:lstStyle>
          <a:p>
            <a:pPr>
              <a:spcBef>
                <a:spcPct val="0"/>
              </a:spcBef>
              <a:spcAft>
                <a:spcPct val="0"/>
              </a:spcAft>
              <a:buClrTx/>
              <a:buFontTx/>
              <a:buNone/>
            </a:pPr>
            <a:r>
              <a:rPr lang="fr-FR" altLang="fr-FR" sz="5500" b="1">
                <a:solidFill>
                  <a:schemeClr val="folHlink"/>
                </a:solidFill>
                <a:latin typeface="Tahoma" pitchFamily="34" charset="0"/>
              </a:rPr>
              <a:t>rea</a:t>
            </a:r>
          </a:p>
        </p:txBody>
      </p:sp>
      <p:sp>
        <p:nvSpPr>
          <p:cNvPr id="20" name="Text Box 123"/>
          <p:cNvSpPr txBox="1">
            <a:spLocks noChangeArrowheads="1"/>
          </p:cNvSpPr>
          <p:nvPr/>
        </p:nvSpPr>
        <p:spPr bwMode="gray">
          <a:xfrm>
            <a:off x="1674813" y="4387850"/>
            <a:ext cx="849312" cy="1128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spcAft>
                <a:spcPct val="30000"/>
              </a:spcAft>
              <a:buClr>
                <a:schemeClr val="hlink"/>
              </a:buClr>
              <a:buFont typeface="Wingdings" pitchFamily="2" charset="2"/>
              <a:buChar char="n"/>
              <a:defRPr sz="2200">
                <a:solidFill>
                  <a:schemeClr val="tx1"/>
                </a:solidFill>
                <a:latin typeface="Arial" pitchFamily="34" charset="0"/>
              </a:defRPr>
            </a:lvl1pPr>
            <a:lvl2pPr marL="742950" indent="-285750">
              <a:spcBef>
                <a:spcPct val="20000"/>
              </a:spcBef>
              <a:spcAft>
                <a:spcPct val="30000"/>
              </a:spcAft>
              <a:buClr>
                <a:schemeClr val="bg2"/>
              </a:buClr>
              <a:buFont typeface="Wingdings" pitchFamily="2" charset="2"/>
              <a:buChar char="n"/>
              <a:defRPr sz="2200">
                <a:solidFill>
                  <a:schemeClr val="tx1"/>
                </a:solidFill>
                <a:latin typeface="Arial" pitchFamily="34" charset="0"/>
              </a:defRPr>
            </a:lvl2pPr>
            <a:lvl3pPr marL="1143000" indent="-228600">
              <a:spcBef>
                <a:spcPct val="20000"/>
              </a:spcBef>
              <a:spcAft>
                <a:spcPct val="30000"/>
              </a:spcAft>
              <a:buClr>
                <a:schemeClr val="bg2"/>
              </a:buClr>
              <a:buFont typeface="Wingdings" pitchFamily="2" charset="2"/>
              <a:buChar char="§"/>
              <a:defRPr sz="2200">
                <a:solidFill>
                  <a:schemeClr val="tx1"/>
                </a:solidFill>
                <a:latin typeface="Arial" pitchFamily="34" charset="0"/>
              </a:defRPr>
            </a:lvl3pPr>
            <a:lvl4pPr marL="1600200" indent="-228600">
              <a:spcBef>
                <a:spcPct val="20000"/>
              </a:spcBef>
              <a:spcAft>
                <a:spcPct val="30000"/>
              </a:spcAft>
              <a:buChar char="–"/>
              <a:defRPr sz="2200">
                <a:solidFill>
                  <a:schemeClr val="tx1"/>
                </a:solidFill>
                <a:latin typeface="Arial" pitchFamily="34" charset="0"/>
              </a:defRPr>
            </a:lvl4pPr>
            <a:lvl5pPr marL="2057400" indent="-228600">
              <a:spcBef>
                <a:spcPct val="20000"/>
              </a:spcBef>
              <a:spcAft>
                <a:spcPct val="30000"/>
              </a:spcAft>
              <a:buChar char="»"/>
              <a:defRPr sz="2200">
                <a:solidFill>
                  <a:schemeClr val="tx1"/>
                </a:solidFill>
                <a:latin typeface="Arial" pitchFamily="34" charset="0"/>
              </a:defRPr>
            </a:lvl5pPr>
            <a:lvl6pPr marL="2514600" indent="-228600" eaLnBrk="0" fontAlgn="base" hangingPunct="0">
              <a:spcBef>
                <a:spcPct val="20000"/>
              </a:spcBef>
              <a:spcAft>
                <a:spcPct val="30000"/>
              </a:spcAft>
              <a:buChar char="»"/>
              <a:defRPr sz="2200">
                <a:solidFill>
                  <a:schemeClr val="tx1"/>
                </a:solidFill>
                <a:latin typeface="Arial" pitchFamily="34" charset="0"/>
              </a:defRPr>
            </a:lvl6pPr>
            <a:lvl7pPr marL="2971800" indent="-228600" eaLnBrk="0" fontAlgn="base" hangingPunct="0">
              <a:spcBef>
                <a:spcPct val="20000"/>
              </a:spcBef>
              <a:spcAft>
                <a:spcPct val="30000"/>
              </a:spcAft>
              <a:buChar char="»"/>
              <a:defRPr sz="2200">
                <a:solidFill>
                  <a:schemeClr val="tx1"/>
                </a:solidFill>
                <a:latin typeface="Arial" pitchFamily="34" charset="0"/>
              </a:defRPr>
            </a:lvl7pPr>
            <a:lvl8pPr marL="3429000" indent="-228600" eaLnBrk="0" fontAlgn="base" hangingPunct="0">
              <a:spcBef>
                <a:spcPct val="20000"/>
              </a:spcBef>
              <a:spcAft>
                <a:spcPct val="30000"/>
              </a:spcAft>
              <a:buChar char="»"/>
              <a:defRPr sz="2200">
                <a:solidFill>
                  <a:schemeClr val="tx1"/>
                </a:solidFill>
                <a:latin typeface="Arial" pitchFamily="34" charset="0"/>
              </a:defRPr>
            </a:lvl8pPr>
            <a:lvl9pPr marL="3886200" indent="-228600" eaLnBrk="0" fontAlgn="base" hangingPunct="0">
              <a:spcBef>
                <a:spcPct val="20000"/>
              </a:spcBef>
              <a:spcAft>
                <a:spcPct val="30000"/>
              </a:spcAft>
              <a:buChar char="»"/>
              <a:defRPr sz="2200">
                <a:solidFill>
                  <a:schemeClr val="tx1"/>
                </a:solidFill>
                <a:latin typeface="Arial" pitchFamily="34" charset="0"/>
              </a:defRPr>
            </a:lvl9pPr>
          </a:lstStyle>
          <a:p>
            <a:pPr algn="ctr">
              <a:spcBef>
                <a:spcPct val="0"/>
              </a:spcBef>
              <a:spcAft>
                <a:spcPct val="0"/>
              </a:spcAft>
              <a:buClrTx/>
              <a:buFontTx/>
              <a:buNone/>
            </a:pPr>
            <a:r>
              <a:rPr lang="fr-FR" altLang="fr-FR" sz="6800" b="1">
                <a:latin typeface="Tahoma" pitchFamily="34" charset="0"/>
              </a:rPr>
              <a:t>N</a:t>
            </a:r>
          </a:p>
        </p:txBody>
      </p:sp>
      <p:sp>
        <p:nvSpPr>
          <p:cNvPr id="21" name="Text Box 124"/>
          <p:cNvSpPr txBox="1">
            <a:spLocks noChangeArrowheads="1"/>
          </p:cNvSpPr>
          <p:nvPr/>
        </p:nvSpPr>
        <p:spPr bwMode="gray">
          <a:xfrm>
            <a:off x="2363788" y="4537075"/>
            <a:ext cx="2665412" cy="930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spcAft>
                <a:spcPct val="30000"/>
              </a:spcAft>
              <a:buClr>
                <a:schemeClr val="hlink"/>
              </a:buClr>
              <a:buFont typeface="Wingdings" pitchFamily="2" charset="2"/>
              <a:buChar char="n"/>
              <a:defRPr sz="2200">
                <a:solidFill>
                  <a:schemeClr val="tx1"/>
                </a:solidFill>
                <a:latin typeface="Arial" pitchFamily="34" charset="0"/>
              </a:defRPr>
            </a:lvl1pPr>
            <a:lvl2pPr marL="742950" indent="-285750">
              <a:spcBef>
                <a:spcPct val="20000"/>
              </a:spcBef>
              <a:spcAft>
                <a:spcPct val="30000"/>
              </a:spcAft>
              <a:buClr>
                <a:schemeClr val="bg2"/>
              </a:buClr>
              <a:buFont typeface="Wingdings" pitchFamily="2" charset="2"/>
              <a:buChar char="n"/>
              <a:defRPr sz="2200">
                <a:solidFill>
                  <a:schemeClr val="tx1"/>
                </a:solidFill>
                <a:latin typeface="Arial" pitchFamily="34" charset="0"/>
              </a:defRPr>
            </a:lvl2pPr>
            <a:lvl3pPr marL="1143000" indent="-228600">
              <a:spcBef>
                <a:spcPct val="20000"/>
              </a:spcBef>
              <a:spcAft>
                <a:spcPct val="30000"/>
              </a:spcAft>
              <a:buClr>
                <a:schemeClr val="bg2"/>
              </a:buClr>
              <a:buFont typeface="Wingdings" pitchFamily="2" charset="2"/>
              <a:buChar char="§"/>
              <a:defRPr sz="2200">
                <a:solidFill>
                  <a:schemeClr val="tx1"/>
                </a:solidFill>
                <a:latin typeface="Arial" pitchFamily="34" charset="0"/>
              </a:defRPr>
            </a:lvl3pPr>
            <a:lvl4pPr marL="1600200" indent="-228600">
              <a:spcBef>
                <a:spcPct val="20000"/>
              </a:spcBef>
              <a:spcAft>
                <a:spcPct val="30000"/>
              </a:spcAft>
              <a:buChar char="–"/>
              <a:defRPr sz="2200">
                <a:solidFill>
                  <a:schemeClr val="tx1"/>
                </a:solidFill>
                <a:latin typeface="Arial" pitchFamily="34" charset="0"/>
              </a:defRPr>
            </a:lvl4pPr>
            <a:lvl5pPr marL="2057400" indent="-228600">
              <a:spcBef>
                <a:spcPct val="20000"/>
              </a:spcBef>
              <a:spcAft>
                <a:spcPct val="30000"/>
              </a:spcAft>
              <a:buChar char="»"/>
              <a:defRPr sz="2200">
                <a:solidFill>
                  <a:schemeClr val="tx1"/>
                </a:solidFill>
                <a:latin typeface="Arial" pitchFamily="34" charset="0"/>
              </a:defRPr>
            </a:lvl5pPr>
            <a:lvl6pPr marL="2514600" indent="-228600" eaLnBrk="0" fontAlgn="base" hangingPunct="0">
              <a:spcBef>
                <a:spcPct val="20000"/>
              </a:spcBef>
              <a:spcAft>
                <a:spcPct val="30000"/>
              </a:spcAft>
              <a:buChar char="»"/>
              <a:defRPr sz="2200">
                <a:solidFill>
                  <a:schemeClr val="tx1"/>
                </a:solidFill>
                <a:latin typeface="Arial" pitchFamily="34" charset="0"/>
              </a:defRPr>
            </a:lvl6pPr>
            <a:lvl7pPr marL="2971800" indent="-228600" eaLnBrk="0" fontAlgn="base" hangingPunct="0">
              <a:spcBef>
                <a:spcPct val="20000"/>
              </a:spcBef>
              <a:spcAft>
                <a:spcPct val="30000"/>
              </a:spcAft>
              <a:buChar char="»"/>
              <a:defRPr sz="2200">
                <a:solidFill>
                  <a:schemeClr val="tx1"/>
                </a:solidFill>
                <a:latin typeface="Arial" pitchFamily="34" charset="0"/>
              </a:defRPr>
            </a:lvl7pPr>
            <a:lvl8pPr marL="3429000" indent="-228600" eaLnBrk="0" fontAlgn="base" hangingPunct="0">
              <a:spcBef>
                <a:spcPct val="20000"/>
              </a:spcBef>
              <a:spcAft>
                <a:spcPct val="30000"/>
              </a:spcAft>
              <a:buChar char="»"/>
              <a:defRPr sz="2200">
                <a:solidFill>
                  <a:schemeClr val="tx1"/>
                </a:solidFill>
                <a:latin typeface="Arial" pitchFamily="34" charset="0"/>
              </a:defRPr>
            </a:lvl8pPr>
            <a:lvl9pPr marL="3886200" indent="-228600" eaLnBrk="0" fontAlgn="base" hangingPunct="0">
              <a:spcBef>
                <a:spcPct val="20000"/>
              </a:spcBef>
              <a:spcAft>
                <a:spcPct val="30000"/>
              </a:spcAft>
              <a:buChar char="»"/>
              <a:defRPr sz="2200">
                <a:solidFill>
                  <a:schemeClr val="tx1"/>
                </a:solidFill>
                <a:latin typeface="Arial" pitchFamily="34" charset="0"/>
              </a:defRPr>
            </a:lvl9pPr>
          </a:lstStyle>
          <a:p>
            <a:pPr>
              <a:spcBef>
                <a:spcPct val="0"/>
              </a:spcBef>
              <a:spcAft>
                <a:spcPct val="0"/>
              </a:spcAft>
              <a:buClrTx/>
              <a:buFontTx/>
              <a:buNone/>
            </a:pPr>
            <a:r>
              <a:rPr lang="fr-FR" altLang="fr-FR" sz="5500" b="1">
                <a:solidFill>
                  <a:schemeClr val="folHlink"/>
                </a:solidFill>
                <a:latin typeface="Tahoma" pitchFamily="34" charset="0"/>
              </a:rPr>
              <a:t>etwork</a:t>
            </a:r>
          </a:p>
        </p:txBody>
      </p:sp>
      <p:sp>
        <p:nvSpPr>
          <p:cNvPr id="22" name="Rectangle 125"/>
          <p:cNvSpPr>
            <a:spLocks noChangeArrowheads="1"/>
          </p:cNvSpPr>
          <p:nvPr/>
        </p:nvSpPr>
        <p:spPr bwMode="auto">
          <a:xfrm>
            <a:off x="513443" y="877321"/>
            <a:ext cx="7729538"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spcAft>
                <a:spcPct val="30000"/>
              </a:spcAft>
              <a:buClr>
                <a:schemeClr val="hlink"/>
              </a:buClr>
              <a:buFont typeface="Wingdings" pitchFamily="2" charset="2"/>
              <a:buChar char="n"/>
              <a:defRPr sz="2200">
                <a:solidFill>
                  <a:schemeClr val="tx1"/>
                </a:solidFill>
                <a:latin typeface="Arial" pitchFamily="34" charset="0"/>
              </a:defRPr>
            </a:lvl1pPr>
            <a:lvl2pPr marL="742950" indent="-285750">
              <a:spcBef>
                <a:spcPct val="20000"/>
              </a:spcBef>
              <a:spcAft>
                <a:spcPct val="30000"/>
              </a:spcAft>
              <a:buClr>
                <a:schemeClr val="bg2"/>
              </a:buClr>
              <a:buFont typeface="Wingdings" pitchFamily="2" charset="2"/>
              <a:buChar char="n"/>
              <a:defRPr sz="2200">
                <a:solidFill>
                  <a:schemeClr val="tx1"/>
                </a:solidFill>
                <a:latin typeface="Arial" pitchFamily="34" charset="0"/>
              </a:defRPr>
            </a:lvl2pPr>
            <a:lvl3pPr marL="1143000" indent="-228600">
              <a:spcBef>
                <a:spcPct val="20000"/>
              </a:spcBef>
              <a:spcAft>
                <a:spcPct val="30000"/>
              </a:spcAft>
              <a:buClr>
                <a:schemeClr val="bg2"/>
              </a:buClr>
              <a:buFont typeface="Wingdings" pitchFamily="2" charset="2"/>
              <a:buChar char="§"/>
              <a:defRPr sz="2200">
                <a:solidFill>
                  <a:schemeClr val="tx1"/>
                </a:solidFill>
                <a:latin typeface="Arial" pitchFamily="34" charset="0"/>
              </a:defRPr>
            </a:lvl3pPr>
            <a:lvl4pPr marL="1600200" indent="-228600">
              <a:spcBef>
                <a:spcPct val="20000"/>
              </a:spcBef>
              <a:spcAft>
                <a:spcPct val="30000"/>
              </a:spcAft>
              <a:buChar char="–"/>
              <a:defRPr sz="2200">
                <a:solidFill>
                  <a:schemeClr val="tx1"/>
                </a:solidFill>
                <a:latin typeface="Arial" pitchFamily="34" charset="0"/>
              </a:defRPr>
            </a:lvl4pPr>
            <a:lvl5pPr marL="2057400" indent="-228600">
              <a:spcBef>
                <a:spcPct val="20000"/>
              </a:spcBef>
              <a:spcAft>
                <a:spcPct val="30000"/>
              </a:spcAft>
              <a:buChar char="»"/>
              <a:defRPr sz="2200">
                <a:solidFill>
                  <a:schemeClr val="tx1"/>
                </a:solidFill>
                <a:latin typeface="Arial" pitchFamily="34" charset="0"/>
              </a:defRPr>
            </a:lvl5pPr>
            <a:lvl6pPr marL="2514600" indent="-228600" eaLnBrk="0" fontAlgn="base" hangingPunct="0">
              <a:spcBef>
                <a:spcPct val="20000"/>
              </a:spcBef>
              <a:spcAft>
                <a:spcPct val="30000"/>
              </a:spcAft>
              <a:buChar char="»"/>
              <a:defRPr sz="2200">
                <a:solidFill>
                  <a:schemeClr val="tx1"/>
                </a:solidFill>
                <a:latin typeface="Arial" pitchFamily="34" charset="0"/>
              </a:defRPr>
            </a:lvl6pPr>
            <a:lvl7pPr marL="2971800" indent="-228600" eaLnBrk="0" fontAlgn="base" hangingPunct="0">
              <a:spcBef>
                <a:spcPct val="20000"/>
              </a:spcBef>
              <a:spcAft>
                <a:spcPct val="30000"/>
              </a:spcAft>
              <a:buChar char="»"/>
              <a:defRPr sz="2200">
                <a:solidFill>
                  <a:schemeClr val="tx1"/>
                </a:solidFill>
                <a:latin typeface="Arial" pitchFamily="34" charset="0"/>
              </a:defRPr>
            </a:lvl7pPr>
            <a:lvl8pPr marL="3429000" indent="-228600" eaLnBrk="0" fontAlgn="base" hangingPunct="0">
              <a:spcBef>
                <a:spcPct val="20000"/>
              </a:spcBef>
              <a:spcAft>
                <a:spcPct val="30000"/>
              </a:spcAft>
              <a:buChar char="»"/>
              <a:defRPr sz="2200">
                <a:solidFill>
                  <a:schemeClr val="tx1"/>
                </a:solidFill>
                <a:latin typeface="Arial" pitchFamily="34" charset="0"/>
              </a:defRPr>
            </a:lvl8pPr>
            <a:lvl9pPr marL="3886200" indent="-228600" eaLnBrk="0" fontAlgn="base" hangingPunct="0">
              <a:spcBef>
                <a:spcPct val="20000"/>
              </a:spcBef>
              <a:spcAft>
                <a:spcPct val="30000"/>
              </a:spcAft>
              <a:buChar char="»"/>
              <a:defRPr sz="2200">
                <a:solidFill>
                  <a:schemeClr val="tx1"/>
                </a:solidFill>
                <a:latin typeface="Arial" pitchFamily="34" charset="0"/>
              </a:defRPr>
            </a:lvl9pPr>
          </a:lstStyle>
          <a:p>
            <a:pPr eaLnBrk="1" hangingPunct="1">
              <a:spcBef>
                <a:spcPct val="0"/>
              </a:spcBef>
              <a:spcAft>
                <a:spcPct val="0"/>
              </a:spcAft>
              <a:buClrTx/>
              <a:buFontTx/>
              <a:buNone/>
            </a:pPr>
            <a:r>
              <a:rPr lang="fr-FR" altLang="fr-FR" sz="3200" b="1" dirty="0">
                <a:solidFill>
                  <a:srgbClr val="000000"/>
                </a:solidFill>
              </a:rPr>
              <a:t>Définitions</a:t>
            </a:r>
          </a:p>
        </p:txBody>
      </p:sp>
    </p:spTree>
    <p:extLst>
      <p:ext uri="{BB962C8B-B14F-4D97-AF65-F5344CB8AC3E}">
        <p14:creationId xmlns:p14="http://schemas.microsoft.com/office/powerpoint/2010/main" val="1071078564"/>
      </p:ext>
    </p:extLst>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decel="5000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decel="50000" fill="hold" grpId="0" nodeType="afterEffect">
                                  <p:stCondLst>
                                    <p:cond delay="0"/>
                                  </p:stCondLst>
                                  <p:childTnLst>
                                    <p:set>
                                      <p:cBhvr>
                                        <p:cTn id="11" dur="1" fill="hold">
                                          <p:stCondLst>
                                            <p:cond delay="0"/>
                                          </p:stCondLst>
                                        </p:cTn>
                                        <p:tgtEl>
                                          <p:spTgt spid="16"/>
                                        </p:tgtEl>
                                        <p:attrNameLst>
                                          <p:attrName>style.visibility</p:attrName>
                                        </p:attrNameLst>
                                      </p:cBhvr>
                                      <p:to>
                                        <p:strVal val="visible"/>
                                      </p:to>
                                    </p:set>
                                    <p:anim calcmode="lin" valueType="num">
                                      <p:cBhvr additive="base">
                                        <p:cTn id="12" dur="500" fill="hold"/>
                                        <p:tgtEl>
                                          <p:spTgt spid="16"/>
                                        </p:tgtEl>
                                        <p:attrNameLst>
                                          <p:attrName>ppt_x</p:attrName>
                                        </p:attrNameLst>
                                      </p:cBhvr>
                                      <p:tavLst>
                                        <p:tav tm="0">
                                          <p:val>
                                            <p:strVal val="#ppt_x"/>
                                          </p:val>
                                        </p:tav>
                                        <p:tav tm="100000">
                                          <p:val>
                                            <p:strVal val="#ppt_x"/>
                                          </p:val>
                                        </p:tav>
                                      </p:tavLst>
                                    </p:anim>
                                    <p:anim calcmode="lin" valueType="num">
                                      <p:cBhvr additive="base">
                                        <p:cTn id="13" dur="500" fill="hold"/>
                                        <p:tgtEl>
                                          <p:spTgt spid="16"/>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decel="50000" fill="hold" grpId="0" nodeType="afterEffect">
                                  <p:stCondLst>
                                    <p:cond delay="0"/>
                                  </p:stCondLst>
                                  <p:childTnLst>
                                    <p:set>
                                      <p:cBhvr>
                                        <p:cTn id="16" dur="1" fill="hold">
                                          <p:stCondLst>
                                            <p:cond delay="0"/>
                                          </p:stCondLst>
                                        </p:cTn>
                                        <p:tgtEl>
                                          <p:spTgt spid="18"/>
                                        </p:tgtEl>
                                        <p:attrNameLst>
                                          <p:attrName>style.visibility</p:attrName>
                                        </p:attrNameLst>
                                      </p:cBhvr>
                                      <p:to>
                                        <p:strVal val="visible"/>
                                      </p:to>
                                    </p:set>
                                    <p:anim calcmode="lin" valueType="num">
                                      <p:cBhvr additive="base">
                                        <p:cTn id="17" dur="500" fill="hold"/>
                                        <p:tgtEl>
                                          <p:spTgt spid="18"/>
                                        </p:tgtEl>
                                        <p:attrNameLst>
                                          <p:attrName>ppt_x</p:attrName>
                                        </p:attrNameLst>
                                      </p:cBhvr>
                                      <p:tavLst>
                                        <p:tav tm="0">
                                          <p:val>
                                            <p:strVal val="#ppt_x"/>
                                          </p:val>
                                        </p:tav>
                                        <p:tav tm="100000">
                                          <p:val>
                                            <p:strVal val="#ppt_x"/>
                                          </p:val>
                                        </p:tav>
                                      </p:tavLst>
                                    </p:anim>
                                    <p:anim calcmode="lin" valueType="num">
                                      <p:cBhvr additive="base">
                                        <p:cTn id="18" dur="500" fill="hold"/>
                                        <p:tgtEl>
                                          <p:spTgt spid="18"/>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decel="50000" fill="hold" grpId="0" nodeType="afterEffect">
                                  <p:stCondLst>
                                    <p:cond delay="0"/>
                                  </p:stCondLst>
                                  <p:childTnLst>
                                    <p:set>
                                      <p:cBhvr>
                                        <p:cTn id="21" dur="1" fill="hold">
                                          <p:stCondLst>
                                            <p:cond delay="0"/>
                                          </p:stCondLst>
                                        </p:cTn>
                                        <p:tgtEl>
                                          <p:spTgt spid="20"/>
                                        </p:tgtEl>
                                        <p:attrNameLst>
                                          <p:attrName>style.visibility</p:attrName>
                                        </p:attrNameLst>
                                      </p:cBhvr>
                                      <p:to>
                                        <p:strVal val="visible"/>
                                      </p:to>
                                    </p:set>
                                    <p:anim calcmode="lin" valueType="num">
                                      <p:cBhvr additive="base">
                                        <p:cTn id="22" dur="500" fill="hold"/>
                                        <p:tgtEl>
                                          <p:spTgt spid="20"/>
                                        </p:tgtEl>
                                        <p:attrNameLst>
                                          <p:attrName>ppt_x</p:attrName>
                                        </p:attrNameLst>
                                      </p:cBhvr>
                                      <p:tavLst>
                                        <p:tav tm="0">
                                          <p:val>
                                            <p:strVal val="#ppt_x"/>
                                          </p:val>
                                        </p:tav>
                                        <p:tav tm="100000">
                                          <p:val>
                                            <p:strVal val="#ppt_x"/>
                                          </p:val>
                                        </p:tav>
                                      </p:tavLst>
                                    </p:anim>
                                    <p:anim calcmode="lin" valueType="num">
                                      <p:cBhvr additive="base">
                                        <p:cTn id="23"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wipe(left)">
                                      <p:cBhvr>
                                        <p:cTn id="28" dur="500"/>
                                        <p:tgtEl>
                                          <p:spTgt spid="10"/>
                                        </p:tgtEl>
                                      </p:cBhvr>
                                    </p:animEffect>
                                  </p:childTnLst>
                                </p:cTn>
                              </p:par>
                            </p:childTnLst>
                          </p:cTn>
                        </p:par>
                        <p:par>
                          <p:cTn id="29" fill="hold">
                            <p:stCondLst>
                              <p:cond delay="500"/>
                            </p:stCondLst>
                            <p:childTnLst>
                              <p:par>
                                <p:cTn id="30" presetID="22" presetClass="entr" presetSubtype="8" fill="hold" grpId="0" nodeType="after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wipe(left)">
                                      <p:cBhvr>
                                        <p:cTn id="32" dur="500"/>
                                        <p:tgtEl>
                                          <p:spTgt spid="17"/>
                                        </p:tgtEl>
                                      </p:cBhvr>
                                    </p:animEffect>
                                  </p:childTnLst>
                                </p:cTn>
                              </p:par>
                            </p:childTnLst>
                          </p:cTn>
                        </p:par>
                        <p:par>
                          <p:cTn id="33" fill="hold">
                            <p:stCondLst>
                              <p:cond delay="1000"/>
                            </p:stCondLst>
                            <p:childTnLst>
                              <p:par>
                                <p:cTn id="34" presetID="22" presetClass="entr" presetSubtype="8" fill="hold" grpId="0" nodeType="after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wipe(left)">
                                      <p:cBhvr>
                                        <p:cTn id="36" dur="500"/>
                                        <p:tgtEl>
                                          <p:spTgt spid="19"/>
                                        </p:tgtEl>
                                      </p:cBhvr>
                                    </p:animEffect>
                                  </p:childTnLst>
                                </p:cTn>
                              </p:par>
                            </p:childTnLst>
                          </p:cTn>
                        </p:par>
                        <p:par>
                          <p:cTn id="37" fill="hold">
                            <p:stCondLst>
                              <p:cond delay="1500"/>
                            </p:stCondLst>
                            <p:childTnLst>
                              <p:par>
                                <p:cTn id="38" presetID="22" presetClass="entr" presetSubtype="8" fill="hold" grpId="0" nodeType="after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wipe(left)">
                                      <p:cBhvr>
                                        <p:cTn id="40"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utoUpdateAnimBg="0"/>
      <p:bldP spid="10" grpId="0" autoUpdateAnimBg="0"/>
      <p:bldP spid="16" grpId="0" autoUpdateAnimBg="0"/>
      <p:bldP spid="17" grpId="0" autoUpdateAnimBg="0"/>
      <p:bldP spid="18" grpId="0" autoUpdateAnimBg="0"/>
      <p:bldP spid="19" grpId="0" autoUpdateAnimBg="0"/>
      <p:bldP spid="20" grpId="0" autoUpdateAnimBg="0"/>
      <p:bldP spid="21"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p:cNvSpPr>
            <a:spLocks noGrp="1"/>
          </p:cNvSpPr>
          <p:nvPr>
            <p:ph type="title" idx="4294967295"/>
          </p:nvPr>
        </p:nvSpPr>
        <p:spPr>
          <a:xfrm>
            <a:off x="452622" y="2417324"/>
            <a:ext cx="10454449" cy="750627"/>
          </a:xfrm>
          <a:prstGeom prst="rect">
            <a:avLst/>
          </a:prstGeom>
        </p:spPr>
        <p:txBody>
          <a:bodyPr>
            <a:noAutofit/>
          </a:bodyPr>
          <a:lstStyle/>
          <a:p>
            <a:pPr algn="ctr"/>
            <a:r>
              <a:rPr lang="fr-FR" sz="4600" spc="-100" dirty="0">
                <a:solidFill>
                  <a:srgbClr val="1F497D"/>
                </a:solidFill>
                <a:latin typeface="Cambria"/>
              </a:rPr>
              <a:t>Annexes </a:t>
            </a:r>
          </a:p>
        </p:txBody>
      </p:sp>
      <p:sp>
        <p:nvSpPr>
          <p:cNvPr id="12" name="Rectangle 11"/>
          <p:cNvSpPr/>
          <p:nvPr/>
        </p:nvSpPr>
        <p:spPr>
          <a:xfrm>
            <a:off x="150125" y="700976"/>
            <a:ext cx="11354938" cy="6157024"/>
          </a:xfrm>
          <a:prstGeom prst="rect">
            <a:avLst/>
          </a:prstGeom>
          <a:noFill/>
          <a:ln w="28575"/>
          <a:effectLst>
            <a:glow rad="635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3725805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p:cNvSpPr>
            <a:spLocks noGrp="1"/>
          </p:cNvSpPr>
          <p:nvPr>
            <p:ph type="title" idx="4294967295"/>
          </p:nvPr>
        </p:nvSpPr>
        <p:spPr>
          <a:xfrm>
            <a:off x="261554" y="1794610"/>
            <a:ext cx="11243509" cy="1622413"/>
          </a:xfrm>
          <a:prstGeom prst="rect">
            <a:avLst/>
          </a:prstGeom>
        </p:spPr>
        <p:txBody>
          <a:bodyPr>
            <a:noAutofit/>
          </a:bodyPr>
          <a:lstStyle/>
          <a:p>
            <a:pPr algn="ctr"/>
            <a:r>
              <a:rPr lang="fr-FR" spc="-100" dirty="0">
                <a:solidFill>
                  <a:srgbClr val="1F497D"/>
                </a:solidFill>
                <a:latin typeface="Cambria"/>
              </a:rPr>
              <a:t>Communication inter-VLANs</a:t>
            </a:r>
            <a:br>
              <a:rPr lang="fr-FR" spc="-100" dirty="0">
                <a:solidFill>
                  <a:srgbClr val="1F497D"/>
                </a:solidFill>
                <a:latin typeface="Cambria"/>
              </a:rPr>
            </a:br>
            <a:r>
              <a:rPr lang="fr-FR" spc="-100" dirty="0">
                <a:solidFill>
                  <a:srgbClr val="1F497D"/>
                </a:solidFill>
                <a:latin typeface="Cambria"/>
              </a:rPr>
              <a:t>« Exemples »</a:t>
            </a:r>
          </a:p>
        </p:txBody>
      </p:sp>
      <p:sp>
        <p:nvSpPr>
          <p:cNvPr id="12" name="Rectangle 11"/>
          <p:cNvSpPr/>
          <p:nvPr/>
        </p:nvSpPr>
        <p:spPr>
          <a:xfrm>
            <a:off x="150125" y="700976"/>
            <a:ext cx="11354938" cy="6157024"/>
          </a:xfrm>
          <a:prstGeom prst="rect">
            <a:avLst/>
          </a:prstGeom>
          <a:noFill/>
          <a:ln w="28575"/>
          <a:effectLst>
            <a:glow rad="635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7102268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rme libre : forme 5">
            <a:extLst>
              <a:ext uri="{FF2B5EF4-FFF2-40B4-BE49-F238E27FC236}">
                <a16:creationId xmlns:a16="http://schemas.microsoft.com/office/drawing/2014/main" id="{4C9338B4-FD3D-D6B1-F76E-5AC686024FE9}"/>
              </a:ext>
            </a:extLst>
          </p:cNvPr>
          <p:cNvSpPr/>
          <p:nvPr/>
        </p:nvSpPr>
        <p:spPr>
          <a:xfrm>
            <a:off x="4750891" y="4627031"/>
            <a:ext cx="3760501" cy="1965582"/>
          </a:xfrm>
          <a:custGeom>
            <a:avLst/>
            <a:gdLst>
              <a:gd name="connsiteX0" fmla="*/ 989006 w 3760501"/>
              <a:gd name="connsiteY0" fmla="*/ 35504 h 1965582"/>
              <a:gd name="connsiteX1" fmla="*/ 889418 w 3760501"/>
              <a:gd name="connsiteY1" fmla="*/ 80771 h 1965582"/>
              <a:gd name="connsiteX2" fmla="*/ 264729 w 3760501"/>
              <a:gd name="connsiteY2" fmla="*/ 289001 h 1965582"/>
              <a:gd name="connsiteX3" fmla="*/ 11232 w 3760501"/>
              <a:gd name="connsiteY3" fmla="*/ 1176240 h 1965582"/>
              <a:gd name="connsiteX4" fmla="*/ 599707 w 3760501"/>
              <a:gd name="connsiteY4" fmla="*/ 1746609 h 1965582"/>
              <a:gd name="connsiteX5" fmla="*/ 1586535 w 3760501"/>
              <a:gd name="connsiteY5" fmla="*/ 1954838 h 1965582"/>
              <a:gd name="connsiteX6" fmla="*/ 2926448 w 3760501"/>
              <a:gd name="connsiteY6" fmla="*/ 1900518 h 1965582"/>
              <a:gd name="connsiteX7" fmla="*/ 3668832 w 3760501"/>
              <a:gd name="connsiteY7" fmla="*/ 1601753 h 1965582"/>
              <a:gd name="connsiteX8" fmla="*/ 3668832 w 3760501"/>
              <a:gd name="connsiteY8" fmla="*/ 1158133 h 1965582"/>
              <a:gd name="connsiteX9" fmla="*/ 2944555 w 3760501"/>
              <a:gd name="connsiteY9" fmla="*/ 1058545 h 1965582"/>
              <a:gd name="connsiteX10" fmla="*/ 2509988 w 3760501"/>
              <a:gd name="connsiteY10" fmla="*/ 705460 h 1965582"/>
              <a:gd name="connsiteX11" fmla="*/ 2193117 w 3760501"/>
              <a:gd name="connsiteY11" fmla="*/ 307108 h 1965582"/>
              <a:gd name="connsiteX12" fmla="*/ 1803818 w 3760501"/>
              <a:gd name="connsiteY12" fmla="*/ 17397 h 1965582"/>
              <a:gd name="connsiteX13" fmla="*/ 989006 w 3760501"/>
              <a:gd name="connsiteY13" fmla="*/ 35504 h 1965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760501" h="1965582">
                <a:moveTo>
                  <a:pt x="989006" y="35504"/>
                </a:moveTo>
                <a:cubicBezTo>
                  <a:pt x="836606" y="46066"/>
                  <a:pt x="1010131" y="38522"/>
                  <a:pt x="889418" y="80771"/>
                </a:cubicBezTo>
                <a:cubicBezTo>
                  <a:pt x="768705" y="123020"/>
                  <a:pt x="411093" y="106423"/>
                  <a:pt x="264729" y="289001"/>
                </a:cubicBezTo>
                <a:cubicBezTo>
                  <a:pt x="118365" y="471579"/>
                  <a:pt x="-44598" y="933305"/>
                  <a:pt x="11232" y="1176240"/>
                </a:cubicBezTo>
                <a:cubicBezTo>
                  <a:pt x="67062" y="1419175"/>
                  <a:pt x="337157" y="1616843"/>
                  <a:pt x="599707" y="1746609"/>
                </a:cubicBezTo>
                <a:cubicBezTo>
                  <a:pt x="862257" y="1876375"/>
                  <a:pt x="1198745" y="1929187"/>
                  <a:pt x="1586535" y="1954838"/>
                </a:cubicBezTo>
                <a:cubicBezTo>
                  <a:pt x="1974325" y="1980490"/>
                  <a:pt x="2579399" y="1959365"/>
                  <a:pt x="2926448" y="1900518"/>
                </a:cubicBezTo>
                <a:cubicBezTo>
                  <a:pt x="3273497" y="1841671"/>
                  <a:pt x="3545101" y="1725484"/>
                  <a:pt x="3668832" y="1601753"/>
                </a:cubicBezTo>
                <a:cubicBezTo>
                  <a:pt x="3792563" y="1478022"/>
                  <a:pt x="3789545" y="1248668"/>
                  <a:pt x="3668832" y="1158133"/>
                </a:cubicBezTo>
                <a:cubicBezTo>
                  <a:pt x="3548119" y="1067598"/>
                  <a:pt x="3137696" y="1133990"/>
                  <a:pt x="2944555" y="1058545"/>
                </a:cubicBezTo>
                <a:cubicBezTo>
                  <a:pt x="2751414" y="983100"/>
                  <a:pt x="2635228" y="830699"/>
                  <a:pt x="2509988" y="705460"/>
                </a:cubicBezTo>
                <a:cubicBezTo>
                  <a:pt x="2384748" y="580221"/>
                  <a:pt x="2310812" y="421785"/>
                  <a:pt x="2193117" y="307108"/>
                </a:cubicBezTo>
                <a:cubicBezTo>
                  <a:pt x="2075422" y="192431"/>
                  <a:pt x="1999976" y="61155"/>
                  <a:pt x="1803818" y="17397"/>
                </a:cubicBezTo>
                <a:cubicBezTo>
                  <a:pt x="1607660" y="-26361"/>
                  <a:pt x="1141406" y="24942"/>
                  <a:pt x="989006" y="35504"/>
                </a:cubicBezTo>
                <a:close/>
              </a:path>
            </a:pathLst>
          </a:cu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Forme libre : forme 2">
            <a:extLst>
              <a:ext uri="{FF2B5EF4-FFF2-40B4-BE49-F238E27FC236}">
                <a16:creationId xmlns:a16="http://schemas.microsoft.com/office/drawing/2014/main" id="{AF641D7B-7416-E00E-ECD2-CCE23491A720}"/>
              </a:ext>
            </a:extLst>
          </p:cNvPr>
          <p:cNvSpPr/>
          <p:nvPr/>
        </p:nvSpPr>
        <p:spPr>
          <a:xfrm>
            <a:off x="5849397" y="2796386"/>
            <a:ext cx="3053678" cy="2811783"/>
          </a:xfrm>
          <a:custGeom>
            <a:avLst/>
            <a:gdLst>
              <a:gd name="connsiteX0" fmla="*/ 1936583 w 3053678"/>
              <a:gd name="connsiteY0" fmla="*/ 145990 h 2811783"/>
              <a:gd name="connsiteX1" fmla="*/ 1692140 w 3053678"/>
              <a:gd name="connsiteY1" fmla="*/ 825000 h 2811783"/>
              <a:gd name="connsiteX2" fmla="*/ 1076504 w 3053678"/>
              <a:gd name="connsiteY2" fmla="*/ 1386315 h 2811783"/>
              <a:gd name="connsiteX3" fmla="*/ 153051 w 3053678"/>
              <a:gd name="connsiteY3" fmla="*/ 1585491 h 2811783"/>
              <a:gd name="connsiteX4" fmla="*/ 89676 w 3053678"/>
              <a:gd name="connsiteY4" fmla="*/ 1820881 h 2811783"/>
              <a:gd name="connsiteX5" fmla="*/ 1049344 w 3053678"/>
              <a:gd name="connsiteY5" fmla="*/ 1857095 h 2811783"/>
              <a:gd name="connsiteX6" fmla="*/ 1320948 w 3053678"/>
              <a:gd name="connsiteY6" fmla="*/ 2327875 h 2811783"/>
              <a:gd name="connsiteX7" fmla="*/ 1909423 w 3053678"/>
              <a:gd name="connsiteY7" fmla="*/ 2807709 h 2811783"/>
              <a:gd name="connsiteX8" fmla="*/ 2950571 w 3053678"/>
              <a:gd name="connsiteY8" fmla="*/ 2436517 h 2811783"/>
              <a:gd name="connsiteX9" fmla="*/ 2968678 w 3053678"/>
              <a:gd name="connsiteY9" fmla="*/ 643931 h 2811783"/>
              <a:gd name="connsiteX10" fmla="*/ 2534112 w 3053678"/>
              <a:gd name="connsiteY10" fmla="*/ 37349 h 2811783"/>
              <a:gd name="connsiteX11" fmla="*/ 1936583 w 3053678"/>
              <a:gd name="connsiteY11" fmla="*/ 145990 h 28117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53678" h="2811783">
                <a:moveTo>
                  <a:pt x="1936583" y="145990"/>
                </a:moveTo>
                <a:cubicBezTo>
                  <a:pt x="1796254" y="277265"/>
                  <a:pt x="1835487" y="618279"/>
                  <a:pt x="1692140" y="825000"/>
                </a:cubicBezTo>
                <a:cubicBezTo>
                  <a:pt x="1548793" y="1031721"/>
                  <a:pt x="1333019" y="1259567"/>
                  <a:pt x="1076504" y="1386315"/>
                </a:cubicBezTo>
                <a:cubicBezTo>
                  <a:pt x="819989" y="1513063"/>
                  <a:pt x="317522" y="1513063"/>
                  <a:pt x="153051" y="1585491"/>
                </a:cubicBezTo>
                <a:cubicBezTo>
                  <a:pt x="-11420" y="1657919"/>
                  <a:pt x="-59706" y="1775614"/>
                  <a:pt x="89676" y="1820881"/>
                </a:cubicBezTo>
                <a:cubicBezTo>
                  <a:pt x="239058" y="1866148"/>
                  <a:pt x="844132" y="1772596"/>
                  <a:pt x="1049344" y="1857095"/>
                </a:cubicBezTo>
                <a:cubicBezTo>
                  <a:pt x="1254556" y="1941594"/>
                  <a:pt x="1177602" y="2169439"/>
                  <a:pt x="1320948" y="2327875"/>
                </a:cubicBezTo>
                <a:cubicBezTo>
                  <a:pt x="1464294" y="2486311"/>
                  <a:pt x="1637819" y="2789602"/>
                  <a:pt x="1909423" y="2807709"/>
                </a:cubicBezTo>
                <a:cubicBezTo>
                  <a:pt x="2181027" y="2825816"/>
                  <a:pt x="2774029" y="2797147"/>
                  <a:pt x="2950571" y="2436517"/>
                </a:cubicBezTo>
                <a:cubicBezTo>
                  <a:pt x="3127113" y="2075887"/>
                  <a:pt x="3038088" y="1043792"/>
                  <a:pt x="2968678" y="643931"/>
                </a:cubicBezTo>
                <a:cubicBezTo>
                  <a:pt x="2899268" y="244070"/>
                  <a:pt x="2709146" y="118830"/>
                  <a:pt x="2534112" y="37349"/>
                </a:cubicBezTo>
                <a:cubicBezTo>
                  <a:pt x="2359078" y="-44132"/>
                  <a:pt x="2076912" y="14715"/>
                  <a:pt x="1936583" y="145990"/>
                </a:cubicBezTo>
                <a:close/>
              </a:path>
            </a:pathLst>
          </a:cu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accent6">
                  <a:lumMod val="20000"/>
                  <a:lumOff val="80000"/>
                </a:schemeClr>
              </a:solidFill>
            </a:endParaRPr>
          </a:p>
        </p:txBody>
      </p:sp>
      <p:sp>
        <p:nvSpPr>
          <p:cNvPr id="2" name="Forme libre : forme 1">
            <a:extLst>
              <a:ext uri="{FF2B5EF4-FFF2-40B4-BE49-F238E27FC236}">
                <a16:creationId xmlns:a16="http://schemas.microsoft.com/office/drawing/2014/main" id="{E5F88F1A-EA44-81C7-CCE6-9FAB98F680A9}"/>
              </a:ext>
            </a:extLst>
          </p:cNvPr>
          <p:cNvSpPr/>
          <p:nvPr/>
        </p:nvSpPr>
        <p:spPr>
          <a:xfrm>
            <a:off x="4131209" y="2174785"/>
            <a:ext cx="3461854" cy="1984474"/>
          </a:xfrm>
          <a:custGeom>
            <a:avLst/>
            <a:gdLst>
              <a:gd name="connsiteX0" fmla="*/ 2432553 w 3461854"/>
              <a:gd name="connsiteY0" fmla="*/ 97635 h 1984474"/>
              <a:gd name="connsiteX1" fmla="*/ 983999 w 3461854"/>
              <a:gd name="connsiteY1" fmla="*/ 351132 h 1984474"/>
              <a:gd name="connsiteX2" fmla="*/ 114866 w 3461854"/>
              <a:gd name="connsiteY2" fmla="*/ 1165944 h 1984474"/>
              <a:gd name="connsiteX3" fmla="*/ 160134 w 3461854"/>
              <a:gd name="connsiteY3" fmla="*/ 1754419 h 1984474"/>
              <a:gd name="connsiteX4" fmla="*/ 1490993 w 3461854"/>
              <a:gd name="connsiteY4" fmla="*/ 1971702 h 1984474"/>
              <a:gd name="connsiteX5" fmla="*/ 2812799 w 3461854"/>
              <a:gd name="connsiteY5" fmla="*/ 1854007 h 1984474"/>
              <a:gd name="connsiteX6" fmla="*/ 3437488 w 3461854"/>
              <a:gd name="connsiteY6" fmla="*/ 1002981 h 1984474"/>
              <a:gd name="connsiteX7" fmla="*/ 3247365 w 3461854"/>
              <a:gd name="connsiteY7" fmla="*/ 70474 h 1984474"/>
              <a:gd name="connsiteX8" fmla="*/ 2432553 w 3461854"/>
              <a:gd name="connsiteY8" fmla="*/ 97635 h 1984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61854" h="1984474">
                <a:moveTo>
                  <a:pt x="2432553" y="97635"/>
                </a:moveTo>
                <a:cubicBezTo>
                  <a:pt x="2055325" y="144411"/>
                  <a:pt x="1370280" y="173080"/>
                  <a:pt x="983999" y="351132"/>
                </a:cubicBezTo>
                <a:cubicBezTo>
                  <a:pt x="597718" y="529184"/>
                  <a:pt x="252177" y="932063"/>
                  <a:pt x="114866" y="1165944"/>
                </a:cubicBezTo>
                <a:cubicBezTo>
                  <a:pt x="-22445" y="1399825"/>
                  <a:pt x="-69221" y="1620126"/>
                  <a:pt x="160134" y="1754419"/>
                </a:cubicBezTo>
                <a:cubicBezTo>
                  <a:pt x="389488" y="1888712"/>
                  <a:pt x="1048882" y="1955104"/>
                  <a:pt x="1490993" y="1971702"/>
                </a:cubicBezTo>
                <a:cubicBezTo>
                  <a:pt x="1933104" y="1988300"/>
                  <a:pt x="2488383" y="2015461"/>
                  <a:pt x="2812799" y="1854007"/>
                </a:cubicBezTo>
                <a:cubicBezTo>
                  <a:pt x="3137215" y="1692554"/>
                  <a:pt x="3365060" y="1300237"/>
                  <a:pt x="3437488" y="1002981"/>
                </a:cubicBezTo>
                <a:cubicBezTo>
                  <a:pt x="3509916" y="705725"/>
                  <a:pt x="3413345" y="221365"/>
                  <a:pt x="3247365" y="70474"/>
                </a:cubicBezTo>
                <a:cubicBezTo>
                  <a:pt x="3081385" y="-80417"/>
                  <a:pt x="2809781" y="50859"/>
                  <a:pt x="2432553" y="97635"/>
                </a:cubicBezTo>
                <a:close/>
              </a:path>
            </a:pathLst>
          </a:cu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Slide Number Placeholder 3"/>
          <p:cNvSpPr txBox="1">
            <a:spLocks/>
          </p:cNvSpPr>
          <p:nvPr/>
        </p:nvSpPr>
        <p:spPr>
          <a:xfrm>
            <a:off x="11421233" y="6619875"/>
            <a:ext cx="746929" cy="2381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1pPr>
            <a:lvl2pPr marL="742950" indent="-28575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2pPr>
            <a:lvl3pPr marL="1143000" indent="-22860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3pPr>
            <a:lvl4pPr marL="1600200" indent="-22860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4pPr>
            <a:lvl5pPr marL="2057400" indent="-22860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5pPr>
            <a:lvl6pPr marL="25146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6pPr>
            <a:lvl7pPr marL="29718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7pPr>
            <a:lvl8pPr marL="34290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8pPr>
            <a:lvl9pPr marL="38862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9pPr>
          </a:lstStyle>
          <a:p>
            <a:pPr algn="r" eaLnBrk="1" hangingPunct="1"/>
            <a:fld id="{A6099D49-99EB-46B5-BBE2-692892430483}" type="slidenum">
              <a:rPr lang="en-US" altLang="fr-FR" sz="1200" smtClean="0">
                <a:solidFill>
                  <a:srgbClr val="000000"/>
                </a:solidFill>
              </a:rPr>
              <a:pPr algn="r" eaLnBrk="1" hangingPunct="1"/>
              <a:t>6</a:t>
            </a:fld>
            <a:endParaRPr lang="en-US" altLang="fr-FR" sz="1200" dirty="0">
              <a:solidFill>
                <a:srgbClr val="000000"/>
              </a:solidFill>
            </a:endParaRPr>
          </a:p>
        </p:txBody>
      </p:sp>
      <p:sp>
        <p:nvSpPr>
          <p:cNvPr id="4" name="Titre 3"/>
          <p:cNvSpPr>
            <a:spLocks noGrp="1"/>
          </p:cNvSpPr>
          <p:nvPr>
            <p:ph type="title"/>
          </p:nvPr>
        </p:nvSpPr>
        <p:spPr>
          <a:xfrm>
            <a:off x="394138" y="0"/>
            <a:ext cx="11027095" cy="685800"/>
          </a:xfrm>
        </p:spPr>
        <p:txBody>
          <a:bodyPr/>
          <a:lstStyle/>
          <a:p>
            <a:pPr>
              <a:lnSpc>
                <a:spcPct val="100000"/>
              </a:lnSpc>
            </a:pPr>
            <a:r>
              <a:rPr lang="fr-FR" sz="3200" spc="-100" dirty="0">
                <a:solidFill>
                  <a:srgbClr val="1F497D"/>
                </a:solidFill>
                <a:latin typeface="Cambria"/>
              </a:rPr>
              <a:t>Solutions pour la communication inter-VLANs</a:t>
            </a:r>
            <a:endParaRPr lang="fr-FR" sz="3200" spc="-100" dirty="0">
              <a:solidFill>
                <a:srgbClr val="1F497D"/>
              </a:solidFill>
              <a:latin typeface="Cambria"/>
              <a:ea typeface="+mj-ea"/>
              <a:cs typeface="+mj-cs"/>
            </a:endParaRPr>
          </a:p>
        </p:txBody>
      </p:sp>
      <p:sp>
        <p:nvSpPr>
          <p:cNvPr id="5" name="Rectangle 4"/>
          <p:cNvSpPr/>
          <p:nvPr/>
        </p:nvSpPr>
        <p:spPr>
          <a:xfrm>
            <a:off x="132202" y="1013548"/>
            <a:ext cx="11289031" cy="5725389"/>
          </a:xfrm>
          <a:prstGeom prst="rect">
            <a:avLst/>
          </a:prstGeom>
          <a:noFill/>
          <a:ln w="38100">
            <a:gradFill>
              <a:gsLst>
                <a:gs pos="0">
                  <a:srgbClr val="000082"/>
                </a:gs>
                <a:gs pos="30000">
                  <a:srgbClr val="66008F"/>
                </a:gs>
                <a:gs pos="64999">
                  <a:srgbClr val="BA0066"/>
                </a:gs>
                <a:gs pos="89999">
                  <a:srgbClr val="FF0000"/>
                </a:gs>
                <a:gs pos="100000">
                  <a:srgbClr val="FF8200"/>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4" name="Rectangle à coins arrondis 1">
            <a:extLst>
              <a:ext uri="{FF2B5EF4-FFF2-40B4-BE49-F238E27FC236}">
                <a16:creationId xmlns:a16="http://schemas.microsoft.com/office/drawing/2014/main" id="{308AD588-9C53-4A9C-BFCF-5A0F8664F0BB}"/>
              </a:ext>
            </a:extLst>
          </p:cNvPr>
          <p:cNvSpPr/>
          <p:nvPr/>
        </p:nvSpPr>
        <p:spPr>
          <a:xfrm>
            <a:off x="500032" y="794254"/>
            <a:ext cx="10391375" cy="526726"/>
          </a:xfrm>
          <a:prstGeom prst="round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path path="circle">
              <a:fillToRect t="100000" r="100000"/>
            </a:path>
            <a:tileRect l="-100000" b="-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2800" spc="-100" dirty="0">
                <a:solidFill>
                  <a:srgbClr val="1F497D"/>
                </a:solidFill>
                <a:latin typeface="Cambria"/>
              </a:rPr>
              <a:t>Exemples : </a:t>
            </a:r>
            <a:r>
              <a:rPr lang="fr-FR" altLang="fr-FR" sz="2800" spc="-100" dirty="0">
                <a:solidFill>
                  <a:srgbClr val="1F497D"/>
                </a:solidFill>
                <a:latin typeface="Cambria"/>
              </a:rPr>
              <a:t>Utilisation d’un routeur : principe </a:t>
            </a:r>
          </a:p>
        </p:txBody>
      </p:sp>
      <p:sp>
        <p:nvSpPr>
          <p:cNvPr id="12" name="Rectangle 3">
            <a:extLst>
              <a:ext uri="{FF2B5EF4-FFF2-40B4-BE49-F238E27FC236}">
                <a16:creationId xmlns:a16="http://schemas.microsoft.com/office/drawing/2014/main" id="{8A6DD946-2992-474D-8732-4A4EE1A1D016}"/>
              </a:ext>
            </a:extLst>
          </p:cNvPr>
          <p:cNvSpPr txBox="1">
            <a:spLocks noChangeArrowheads="1"/>
          </p:cNvSpPr>
          <p:nvPr/>
        </p:nvSpPr>
        <p:spPr>
          <a:xfrm>
            <a:off x="553857" y="1330337"/>
            <a:ext cx="10337549" cy="1108075"/>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fr-FR" altLang="fr-FR" dirty="0"/>
              <a:t>L’adresse IP de chaque interface devra correspondre au plan d’adressage des VLANs :</a:t>
            </a:r>
          </a:p>
        </p:txBody>
      </p:sp>
      <p:sp>
        <p:nvSpPr>
          <p:cNvPr id="13" name="Line 4">
            <a:extLst>
              <a:ext uri="{FF2B5EF4-FFF2-40B4-BE49-F238E27FC236}">
                <a16:creationId xmlns:a16="http://schemas.microsoft.com/office/drawing/2014/main" id="{BF9307F7-2820-449C-A778-2CA8C795B63B}"/>
              </a:ext>
            </a:extLst>
          </p:cNvPr>
          <p:cNvSpPr>
            <a:spLocks noChangeShapeType="1"/>
          </p:cNvSpPr>
          <p:nvPr/>
        </p:nvSpPr>
        <p:spPr bwMode="auto">
          <a:xfrm>
            <a:off x="7405508" y="4959362"/>
            <a:ext cx="339725" cy="1619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fr-FR"/>
          </a:p>
        </p:txBody>
      </p:sp>
      <p:sp>
        <p:nvSpPr>
          <p:cNvPr id="14" name="Line 5">
            <a:extLst>
              <a:ext uri="{FF2B5EF4-FFF2-40B4-BE49-F238E27FC236}">
                <a16:creationId xmlns:a16="http://schemas.microsoft.com/office/drawing/2014/main" id="{41525A8C-5EC3-4835-A217-DA9AC3926164}"/>
              </a:ext>
            </a:extLst>
          </p:cNvPr>
          <p:cNvSpPr>
            <a:spLocks noChangeShapeType="1"/>
          </p:cNvSpPr>
          <p:nvPr/>
        </p:nvSpPr>
        <p:spPr bwMode="auto">
          <a:xfrm>
            <a:off x="6602233" y="5273687"/>
            <a:ext cx="228600" cy="3810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fr-FR"/>
          </a:p>
        </p:txBody>
      </p:sp>
      <p:sp>
        <p:nvSpPr>
          <p:cNvPr id="15" name="Line 6">
            <a:extLst>
              <a:ext uri="{FF2B5EF4-FFF2-40B4-BE49-F238E27FC236}">
                <a16:creationId xmlns:a16="http://schemas.microsoft.com/office/drawing/2014/main" id="{BAD84691-82C2-4E42-B4B4-9765CA5781EF}"/>
              </a:ext>
            </a:extLst>
          </p:cNvPr>
          <p:cNvSpPr>
            <a:spLocks noChangeShapeType="1"/>
          </p:cNvSpPr>
          <p:nvPr/>
        </p:nvSpPr>
        <p:spPr bwMode="auto">
          <a:xfrm flipV="1">
            <a:off x="6221233" y="5197487"/>
            <a:ext cx="0" cy="6096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fr-FR"/>
          </a:p>
        </p:txBody>
      </p:sp>
      <p:sp>
        <p:nvSpPr>
          <p:cNvPr id="16" name="Rectangle 7">
            <a:extLst>
              <a:ext uri="{FF2B5EF4-FFF2-40B4-BE49-F238E27FC236}">
                <a16:creationId xmlns:a16="http://schemas.microsoft.com/office/drawing/2014/main" id="{66ECCBBA-F936-44DA-8436-80B1FC1D1819}"/>
              </a:ext>
            </a:extLst>
          </p:cNvPr>
          <p:cNvSpPr>
            <a:spLocks noChangeArrowheads="1"/>
          </p:cNvSpPr>
          <p:nvPr/>
        </p:nvSpPr>
        <p:spPr bwMode="auto">
          <a:xfrm>
            <a:off x="5764033" y="3444887"/>
            <a:ext cx="914400" cy="6096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fr-FR"/>
          </a:p>
        </p:txBody>
      </p:sp>
      <p:sp>
        <p:nvSpPr>
          <p:cNvPr id="17" name="Oval 8">
            <a:extLst>
              <a:ext uri="{FF2B5EF4-FFF2-40B4-BE49-F238E27FC236}">
                <a16:creationId xmlns:a16="http://schemas.microsoft.com/office/drawing/2014/main" id="{D2696A8C-1C17-42D3-8CD1-42CE7BEDA4F3}"/>
              </a:ext>
            </a:extLst>
          </p:cNvPr>
          <p:cNvSpPr>
            <a:spLocks noChangeArrowheads="1"/>
          </p:cNvSpPr>
          <p:nvPr/>
        </p:nvSpPr>
        <p:spPr bwMode="auto">
          <a:xfrm>
            <a:off x="5840233" y="3521087"/>
            <a:ext cx="152400" cy="1524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fr-FR"/>
          </a:p>
        </p:txBody>
      </p:sp>
      <p:sp>
        <p:nvSpPr>
          <p:cNvPr id="18" name="Oval 9">
            <a:extLst>
              <a:ext uri="{FF2B5EF4-FFF2-40B4-BE49-F238E27FC236}">
                <a16:creationId xmlns:a16="http://schemas.microsoft.com/office/drawing/2014/main" id="{08266B81-743A-4BBA-B5F7-3930C3E56AC5}"/>
              </a:ext>
            </a:extLst>
          </p:cNvPr>
          <p:cNvSpPr>
            <a:spLocks noChangeArrowheads="1"/>
          </p:cNvSpPr>
          <p:nvPr/>
        </p:nvSpPr>
        <p:spPr bwMode="auto">
          <a:xfrm>
            <a:off x="6145033" y="3521087"/>
            <a:ext cx="152400" cy="1524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fr-FR"/>
          </a:p>
        </p:txBody>
      </p:sp>
      <p:sp>
        <p:nvSpPr>
          <p:cNvPr id="19" name="Oval 10">
            <a:extLst>
              <a:ext uri="{FF2B5EF4-FFF2-40B4-BE49-F238E27FC236}">
                <a16:creationId xmlns:a16="http://schemas.microsoft.com/office/drawing/2014/main" id="{6E300D43-9B73-4260-8629-3EDA6F9AA595}"/>
              </a:ext>
            </a:extLst>
          </p:cNvPr>
          <p:cNvSpPr>
            <a:spLocks noChangeArrowheads="1"/>
          </p:cNvSpPr>
          <p:nvPr/>
        </p:nvSpPr>
        <p:spPr bwMode="auto">
          <a:xfrm>
            <a:off x="6449833" y="3521087"/>
            <a:ext cx="152400" cy="1524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fr-FR"/>
          </a:p>
        </p:txBody>
      </p:sp>
      <p:sp>
        <p:nvSpPr>
          <p:cNvPr id="20" name="Oval 11">
            <a:extLst>
              <a:ext uri="{FF2B5EF4-FFF2-40B4-BE49-F238E27FC236}">
                <a16:creationId xmlns:a16="http://schemas.microsoft.com/office/drawing/2014/main" id="{AEDFC43B-6E60-4225-8680-213AA063EF9B}"/>
              </a:ext>
            </a:extLst>
          </p:cNvPr>
          <p:cNvSpPr>
            <a:spLocks noChangeArrowheads="1"/>
          </p:cNvSpPr>
          <p:nvPr/>
        </p:nvSpPr>
        <p:spPr bwMode="auto">
          <a:xfrm>
            <a:off x="5840233" y="3825887"/>
            <a:ext cx="152400" cy="1524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fr-FR"/>
          </a:p>
        </p:txBody>
      </p:sp>
      <p:sp>
        <p:nvSpPr>
          <p:cNvPr id="21" name="Oval 12">
            <a:extLst>
              <a:ext uri="{FF2B5EF4-FFF2-40B4-BE49-F238E27FC236}">
                <a16:creationId xmlns:a16="http://schemas.microsoft.com/office/drawing/2014/main" id="{9F37D4BA-1B7E-4CCC-A124-8A718C70BD76}"/>
              </a:ext>
            </a:extLst>
          </p:cNvPr>
          <p:cNvSpPr>
            <a:spLocks noChangeArrowheads="1"/>
          </p:cNvSpPr>
          <p:nvPr/>
        </p:nvSpPr>
        <p:spPr bwMode="auto">
          <a:xfrm>
            <a:off x="6145033" y="3825887"/>
            <a:ext cx="152400" cy="1524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fr-FR"/>
          </a:p>
        </p:txBody>
      </p:sp>
      <p:sp>
        <p:nvSpPr>
          <p:cNvPr id="22" name="Line 13">
            <a:extLst>
              <a:ext uri="{FF2B5EF4-FFF2-40B4-BE49-F238E27FC236}">
                <a16:creationId xmlns:a16="http://schemas.microsoft.com/office/drawing/2014/main" id="{50BDCAE0-145C-40B7-AC5B-0AB840B935C2}"/>
              </a:ext>
            </a:extLst>
          </p:cNvPr>
          <p:cNvSpPr>
            <a:spLocks noChangeShapeType="1"/>
          </p:cNvSpPr>
          <p:nvPr/>
        </p:nvSpPr>
        <p:spPr bwMode="auto">
          <a:xfrm>
            <a:off x="5687833" y="3216287"/>
            <a:ext cx="228600" cy="3810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fr-FR"/>
          </a:p>
        </p:txBody>
      </p:sp>
      <p:sp>
        <p:nvSpPr>
          <p:cNvPr id="23" name="Line 14">
            <a:extLst>
              <a:ext uri="{FF2B5EF4-FFF2-40B4-BE49-F238E27FC236}">
                <a16:creationId xmlns:a16="http://schemas.microsoft.com/office/drawing/2014/main" id="{4FA6B655-8A5A-45CB-838A-5E47C22C85FA}"/>
              </a:ext>
            </a:extLst>
          </p:cNvPr>
          <p:cNvSpPr>
            <a:spLocks noChangeShapeType="1"/>
          </p:cNvSpPr>
          <p:nvPr/>
        </p:nvSpPr>
        <p:spPr bwMode="auto">
          <a:xfrm flipV="1">
            <a:off x="6526033" y="3292487"/>
            <a:ext cx="304800" cy="3048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fr-FR"/>
          </a:p>
        </p:txBody>
      </p:sp>
      <p:sp>
        <p:nvSpPr>
          <p:cNvPr id="24" name="Line 15">
            <a:extLst>
              <a:ext uri="{FF2B5EF4-FFF2-40B4-BE49-F238E27FC236}">
                <a16:creationId xmlns:a16="http://schemas.microsoft.com/office/drawing/2014/main" id="{C2A4D7F8-04A1-4275-8524-D88247A3F3F5}"/>
              </a:ext>
            </a:extLst>
          </p:cNvPr>
          <p:cNvSpPr>
            <a:spLocks noChangeShapeType="1"/>
          </p:cNvSpPr>
          <p:nvPr/>
        </p:nvSpPr>
        <p:spPr bwMode="auto">
          <a:xfrm flipV="1">
            <a:off x="6221233" y="2987687"/>
            <a:ext cx="0" cy="6096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fr-FR"/>
          </a:p>
        </p:txBody>
      </p:sp>
      <p:sp>
        <p:nvSpPr>
          <p:cNvPr id="25" name="Rectangle 16">
            <a:extLst>
              <a:ext uri="{FF2B5EF4-FFF2-40B4-BE49-F238E27FC236}">
                <a16:creationId xmlns:a16="http://schemas.microsoft.com/office/drawing/2014/main" id="{6A81CA4C-414F-40C8-A42D-F2F2AE48937E}"/>
              </a:ext>
            </a:extLst>
          </p:cNvPr>
          <p:cNvSpPr>
            <a:spLocks noChangeArrowheads="1"/>
          </p:cNvSpPr>
          <p:nvPr/>
        </p:nvSpPr>
        <p:spPr bwMode="auto">
          <a:xfrm>
            <a:off x="5764033" y="4740287"/>
            <a:ext cx="914400" cy="609600"/>
          </a:xfrm>
          <a:prstGeom prst="rect">
            <a:avLst/>
          </a:prstGeom>
          <a:noFill/>
          <a:ln w="38100">
            <a:solidFill>
              <a:srgbClr val="339966"/>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fr-FR"/>
          </a:p>
        </p:txBody>
      </p:sp>
      <p:sp>
        <p:nvSpPr>
          <p:cNvPr id="26" name="Oval 17">
            <a:extLst>
              <a:ext uri="{FF2B5EF4-FFF2-40B4-BE49-F238E27FC236}">
                <a16:creationId xmlns:a16="http://schemas.microsoft.com/office/drawing/2014/main" id="{44AC0056-57B6-4D6B-BB1A-D3AA2A6B2BFF}"/>
              </a:ext>
            </a:extLst>
          </p:cNvPr>
          <p:cNvSpPr>
            <a:spLocks noChangeArrowheads="1"/>
          </p:cNvSpPr>
          <p:nvPr/>
        </p:nvSpPr>
        <p:spPr bwMode="auto">
          <a:xfrm>
            <a:off x="5840233" y="4816487"/>
            <a:ext cx="152400" cy="1524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fr-FR"/>
          </a:p>
        </p:txBody>
      </p:sp>
      <p:sp>
        <p:nvSpPr>
          <p:cNvPr id="27" name="Oval 18">
            <a:extLst>
              <a:ext uri="{FF2B5EF4-FFF2-40B4-BE49-F238E27FC236}">
                <a16:creationId xmlns:a16="http://schemas.microsoft.com/office/drawing/2014/main" id="{119D8E11-9D04-48F2-B576-2017EA2EE81D}"/>
              </a:ext>
            </a:extLst>
          </p:cNvPr>
          <p:cNvSpPr>
            <a:spLocks noChangeArrowheads="1"/>
          </p:cNvSpPr>
          <p:nvPr/>
        </p:nvSpPr>
        <p:spPr bwMode="auto">
          <a:xfrm>
            <a:off x="6145033" y="4816487"/>
            <a:ext cx="152400" cy="1524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fr-FR"/>
          </a:p>
        </p:txBody>
      </p:sp>
      <p:sp>
        <p:nvSpPr>
          <p:cNvPr id="28" name="Oval 19">
            <a:extLst>
              <a:ext uri="{FF2B5EF4-FFF2-40B4-BE49-F238E27FC236}">
                <a16:creationId xmlns:a16="http://schemas.microsoft.com/office/drawing/2014/main" id="{7ECE354C-A255-40FF-A8A4-B2CBF57666DC}"/>
              </a:ext>
            </a:extLst>
          </p:cNvPr>
          <p:cNvSpPr>
            <a:spLocks noChangeArrowheads="1"/>
          </p:cNvSpPr>
          <p:nvPr/>
        </p:nvSpPr>
        <p:spPr bwMode="auto">
          <a:xfrm>
            <a:off x="6449833" y="4816487"/>
            <a:ext cx="152400" cy="1524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fr-FR"/>
          </a:p>
        </p:txBody>
      </p:sp>
      <p:sp>
        <p:nvSpPr>
          <p:cNvPr id="29" name="Oval 20">
            <a:extLst>
              <a:ext uri="{FF2B5EF4-FFF2-40B4-BE49-F238E27FC236}">
                <a16:creationId xmlns:a16="http://schemas.microsoft.com/office/drawing/2014/main" id="{884502B2-B660-412F-87A1-C5B2BBF42FBD}"/>
              </a:ext>
            </a:extLst>
          </p:cNvPr>
          <p:cNvSpPr>
            <a:spLocks noChangeArrowheads="1"/>
          </p:cNvSpPr>
          <p:nvPr/>
        </p:nvSpPr>
        <p:spPr bwMode="auto">
          <a:xfrm>
            <a:off x="5840233" y="5121287"/>
            <a:ext cx="152400" cy="1524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fr-FR"/>
          </a:p>
        </p:txBody>
      </p:sp>
      <p:sp>
        <p:nvSpPr>
          <p:cNvPr id="30" name="Oval 21">
            <a:extLst>
              <a:ext uri="{FF2B5EF4-FFF2-40B4-BE49-F238E27FC236}">
                <a16:creationId xmlns:a16="http://schemas.microsoft.com/office/drawing/2014/main" id="{BF29646B-6EA2-4B6B-BF34-AFA264F2135C}"/>
              </a:ext>
            </a:extLst>
          </p:cNvPr>
          <p:cNvSpPr>
            <a:spLocks noChangeArrowheads="1"/>
          </p:cNvSpPr>
          <p:nvPr/>
        </p:nvSpPr>
        <p:spPr bwMode="auto">
          <a:xfrm>
            <a:off x="6145033" y="5121287"/>
            <a:ext cx="152400" cy="1524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fr-FR"/>
          </a:p>
        </p:txBody>
      </p:sp>
      <p:sp>
        <p:nvSpPr>
          <p:cNvPr id="31" name="Oval 22">
            <a:extLst>
              <a:ext uri="{FF2B5EF4-FFF2-40B4-BE49-F238E27FC236}">
                <a16:creationId xmlns:a16="http://schemas.microsoft.com/office/drawing/2014/main" id="{DF7E25B6-1625-46BF-AF14-E80F2FFD8BA2}"/>
              </a:ext>
            </a:extLst>
          </p:cNvPr>
          <p:cNvSpPr>
            <a:spLocks noChangeArrowheads="1"/>
          </p:cNvSpPr>
          <p:nvPr/>
        </p:nvSpPr>
        <p:spPr bwMode="auto">
          <a:xfrm>
            <a:off x="6449833" y="5121287"/>
            <a:ext cx="152400" cy="1524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fr-FR"/>
          </a:p>
        </p:txBody>
      </p:sp>
      <p:sp>
        <p:nvSpPr>
          <p:cNvPr id="32" name="Line 23">
            <a:extLst>
              <a:ext uri="{FF2B5EF4-FFF2-40B4-BE49-F238E27FC236}">
                <a16:creationId xmlns:a16="http://schemas.microsoft.com/office/drawing/2014/main" id="{E1357103-71A1-459F-9A73-128CE12594E7}"/>
              </a:ext>
            </a:extLst>
          </p:cNvPr>
          <p:cNvSpPr>
            <a:spLocks noChangeShapeType="1"/>
          </p:cNvSpPr>
          <p:nvPr/>
        </p:nvSpPr>
        <p:spPr bwMode="auto">
          <a:xfrm flipV="1">
            <a:off x="5611633" y="5197487"/>
            <a:ext cx="304800" cy="3048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fr-FR"/>
          </a:p>
        </p:txBody>
      </p:sp>
      <p:sp>
        <p:nvSpPr>
          <p:cNvPr id="33" name="Rectangle 24">
            <a:extLst>
              <a:ext uri="{FF2B5EF4-FFF2-40B4-BE49-F238E27FC236}">
                <a16:creationId xmlns:a16="http://schemas.microsoft.com/office/drawing/2014/main" id="{611E05ED-2FD5-4350-9DC5-56E40F38BC71}"/>
              </a:ext>
            </a:extLst>
          </p:cNvPr>
          <p:cNvSpPr>
            <a:spLocks noChangeArrowheads="1"/>
          </p:cNvSpPr>
          <p:nvPr/>
        </p:nvSpPr>
        <p:spPr bwMode="auto">
          <a:xfrm rot="5386239">
            <a:off x="6791146" y="4394212"/>
            <a:ext cx="1143000" cy="304800"/>
          </a:xfrm>
          <a:prstGeom prst="rect">
            <a:avLst/>
          </a:prstGeom>
          <a:noFill/>
          <a:ln w="381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fr-FR"/>
          </a:p>
        </p:txBody>
      </p:sp>
      <p:sp>
        <p:nvSpPr>
          <p:cNvPr id="34" name="Oval 25">
            <a:extLst>
              <a:ext uri="{FF2B5EF4-FFF2-40B4-BE49-F238E27FC236}">
                <a16:creationId xmlns:a16="http://schemas.microsoft.com/office/drawing/2014/main" id="{A955E06B-D82D-467B-9A84-9706FDBCF246}"/>
              </a:ext>
            </a:extLst>
          </p:cNvPr>
          <p:cNvSpPr>
            <a:spLocks noChangeArrowheads="1"/>
          </p:cNvSpPr>
          <p:nvPr/>
        </p:nvSpPr>
        <p:spPr bwMode="auto">
          <a:xfrm rot="5386239">
            <a:off x="7286446" y="4052900"/>
            <a:ext cx="152400" cy="1524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fr-FR"/>
          </a:p>
        </p:txBody>
      </p:sp>
      <p:sp>
        <p:nvSpPr>
          <p:cNvPr id="35" name="Oval 26">
            <a:extLst>
              <a:ext uri="{FF2B5EF4-FFF2-40B4-BE49-F238E27FC236}">
                <a16:creationId xmlns:a16="http://schemas.microsoft.com/office/drawing/2014/main" id="{CFBA563E-A9F6-479E-9861-CCC6238F5FCB}"/>
              </a:ext>
            </a:extLst>
          </p:cNvPr>
          <p:cNvSpPr>
            <a:spLocks noChangeArrowheads="1"/>
          </p:cNvSpPr>
          <p:nvPr/>
        </p:nvSpPr>
        <p:spPr bwMode="auto">
          <a:xfrm rot="5386239">
            <a:off x="7286446" y="4357700"/>
            <a:ext cx="152400" cy="1524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fr-FR"/>
          </a:p>
        </p:txBody>
      </p:sp>
      <p:sp>
        <p:nvSpPr>
          <p:cNvPr id="36" name="Oval 27">
            <a:extLst>
              <a:ext uri="{FF2B5EF4-FFF2-40B4-BE49-F238E27FC236}">
                <a16:creationId xmlns:a16="http://schemas.microsoft.com/office/drawing/2014/main" id="{88C64C3D-A03D-4EDB-A4F6-43DB6A67182A}"/>
              </a:ext>
            </a:extLst>
          </p:cNvPr>
          <p:cNvSpPr>
            <a:spLocks noChangeArrowheads="1"/>
          </p:cNvSpPr>
          <p:nvPr/>
        </p:nvSpPr>
        <p:spPr bwMode="auto">
          <a:xfrm rot="5386239">
            <a:off x="7288033" y="4587887"/>
            <a:ext cx="152400" cy="1524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fr-FR"/>
          </a:p>
        </p:txBody>
      </p:sp>
      <p:sp>
        <p:nvSpPr>
          <p:cNvPr id="37" name="Oval 28">
            <a:extLst>
              <a:ext uri="{FF2B5EF4-FFF2-40B4-BE49-F238E27FC236}">
                <a16:creationId xmlns:a16="http://schemas.microsoft.com/office/drawing/2014/main" id="{E2AC6625-D4E5-44CB-B7C1-730D3B20A3B5}"/>
              </a:ext>
            </a:extLst>
          </p:cNvPr>
          <p:cNvSpPr>
            <a:spLocks noChangeArrowheads="1"/>
          </p:cNvSpPr>
          <p:nvPr/>
        </p:nvSpPr>
        <p:spPr bwMode="auto">
          <a:xfrm rot="5386239">
            <a:off x="7288033" y="4892687"/>
            <a:ext cx="152400" cy="1524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fr-FR"/>
          </a:p>
        </p:txBody>
      </p:sp>
      <p:sp>
        <p:nvSpPr>
          <p:cNvPr id="38" name="Line 29">
            <a:extLst>
              <a:ext uri="{FF2B5EF4-FFF2-40B4-BE49-F238E27FC236}">
                <a16:creationId xmlns:a16="http://schemas.microsoft.com/office/drawing/2014/main" id="{DDC9F6C0-B7FC-4BA6-B362-4824E6522AB0}"/>
              </a:ext>
            </a:extLst>
          </p:cNvPr>
          <p:cNvSpPr>
            <a:spLocks noChangeShapeType="1"/>
          </p:cNvSpPr>
          <p:nvPr/>
        </p:nvSpPr>
        <p:spPr bwMode="auto">
          <a:xfrm flipV="1">
            <a:off x="7405508" y="4435487"/>
            <a:ext cx="415925" cy="23653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fr-FR"/>
          </a:p>
        </p:txBody>
      </p:sp>
      <p:sp>
        <p:nvSpPr>
          <p:cNvPr id="39" name="Line 30">
            <a:extLst>
              <a:ext uri="{FF2B5EF4-FFF2-40B4-BE49-F238E27FC236}">
                <a16:creationId xmlns:a16="http://schemas.microsoft.com/office/drawing/2014/main" id="{0902BD43-6DAA-4C48-A9AF-6F137B63BE3C}"/>
              </a:ext>
            </a:extLst>
          </p:cNvPr>
          <p:cNvSpPr>
            <a:spLocks noChangeShapeType="1"/>
          </p:cNvSpPr>
          <p:nvPr/>
        </p:nvSpPr>
        <p:spPr bwMode="auto">
          <a:xfrm flipV="1">
            <a:off x="7364233" y="3749687"/>
            <a:ext cx="381000" cy="3810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fr-FR"/>
          </a:p>
        </p:txBody>
      </p:sp>
      <p:grpSp>
        <p:nvGrpSpPr>
          <p:cNvPr id="40" name="Group 31">
            <a:extLst>
              <a:ext uri="{FF2B5EF4-FFF2-40B4-BE49-F238E27FC236}">
                <a16:creationId xmlns:a16="http://schemas.microsoft.com/office/drawing/2014/main" id="{173B9D7D-4091-4448-951F-E44D3EFE7593}"/>
              </a:ext>
            </a:extLst>
          </p:cNvPr>
          <p:cNvGrpSpPr>
            <a:grpSpLocks noChangeAspect="1"/>
          </p:cNvGrpSpPr>
          <p:nvPr/>
        </p:nvGrpSpPr>
        <p:grpSpPr bwMode="auto">
          <a:xfrm>
            <a:off x="5100458" y="2654312"/>
            <a:ext cx="693738" cy="627063"/>
            <a:chOff x="431" y="391"/>
            <a:chExt cx="573" cy="518"/>
          </a:xfrm>
        </p:grpSpPr>
        <p:sp>
          <p:nvSpPr>
            <p:cNvPr id="41" name="AutoShape 32">
              <a:extLst>
                <a:ext uri="{FF2B5EF4-FFF2-40B4-BE49-F238E27FC236}">
                  <a16:creationId xmlns:a16="http://schemas.microsoft.com/office/drawing/2014/main" id="{B41772BD-DBB9-4CFE-8B50-29064AF96E98}"/>
                </a:ext>
              </a:extLst>
            </p:cNvPr>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42" name="Rectangle 33">
              <a:extLst>
                <a:ext uri="{FF2B5EF4-FFF2-40B4-BE49-F238E27FC236}">
                  <a16:creationId xmlns:a16="http://schemas.microsoft.com/office/drawing/2014/main" id="{054B8F71-ED37-4ECE-B18C-51600EEA7BA6}"/>
                </a:ext>
              </a:extLst>
            </p:cNvPr>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43" name="Rectangle 34">
              <a:extLst>
                <a:ext uri="{FF2B5EF4-FFF2-40B4-BE49-F238E27FC236}">
                  <a16:creationId xmlns:a16="http://schemas.microsoft.com/office/drawing/2014/main" id="{288EC045-82D6-41E6-99CF-A5741A1F1FDF}"/>
                </a:ext>
              </a:extLst>
            </p:cNvPr>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44" name="Freeform 35">
              <a:extLst>
                <a:ext uri="{FF2B5EF4-FFF2-40B4-BE49-F238E27FC236}">
                  <a16:creationId xmlns:a16="http://schemas.microsoft.com/office/drawing/2014/main" id="{BDD8A3DD-0547-4667-A106-69E0CAF64405}"/>
                </a:ext>
              </a:extLst>
            </p:cNvPr>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5" name="Freeform 36">
              <a:extLst>
                <a:ext uri="{FF2B5EF4-FFF2-40B4-BE49-F238E27FC236}">
                  <a16:creationId xmlns:a16="http://schemas.microsoft.com/office/drawing/2014/main" id="{89DCF365-492A-4A8D-82B2-327BC647A36D}"/>
                </a:ext>
              </a:extLst>
            </p:cNvPr>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46" name="Line 37">
              <a:extLst>
                <a:ext uri="{FF2B5EF4-FFF2-40B4-BE49-F238E27FC236}">
                  <a16:creationId xmlns:a16="http://schemas.microsoft.com/office/drawing/2014/main" id="{49432A4A-121C-4AC2-AD12-E99951DF8C9E}"/>
                </a:ext>
              </a:extLst>
            </p:cNvPr>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47" name="Freeform 38">
              <a:extLst>
                <a:ext uri="{FF2B5EF4-FFF2-40B4-BE49-F238E27FC236}">
                  <a16:creationId xmlns:a16="http://schemas.microsoft.com/office/drawing/2014/main" id="{2128F13A-9566-439C-9C45-CFC55BAE273B}"/>
                </a:ext>
              </a:extLst>
            </p:cNvPr>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8" name="Freeform 39">
              <a:extLst>
                <a:ext uri="{FF2B5EF4-FFF2-40B4-BE49-F238E27FC236}">
                  <a16:creationId xmlns:a16="http://schemas.microsoft.com/office/drawing/2014/main" id="{58070028-4ECE-4CFA-B9F2-AA01926ACF7B}"/>
                </a:ext>
              </a:extLst>
            </p:cNvPr>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49" name="Freeform 40">
              <a:extLst>
                <a:ext uri="{FF2B5EF4-FFF2-40B4-BE49-F238E27FC236}">
                  <a16:creationId xmlns:a16="http://schemas.microsoft.com/office/drawing/2014/main" id="{97682F1E-9E61-44DF-940F-BD96BEA30116}"/>
                </a:ext>
              </a:extLst>
            </p:cNvPr>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0" name="Freeform 41">
              <a:extLst>
                <a:ext uri="{FF2B5EF4-FFF2-40B4-BE49-F238E27FC236}">
                  <a16:creationId xmlns:a16="http://schemas.microsoft.com/office/drawing/2014/main" id="{CE234F35-DD68-4728-A227-AA4641AB72D7}"/>
                </a:ext>
              </a:extLst>
            </p:cNvPr>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51" name="Freeform 42">
              <a:extLst>
                <a:ext uri="{FF2B5EF4-FFF2-40B4-BE49-F238E27FC236}">
                  <a16:creationId xmlns:a16="http://schemas.microsoft.com/office/drawing/2014/main" id="{D853E504-4583-4943-9DA2-8E1DF2BFE365}"/>
                </a:ext>
              </a:extLst>
            </p:cNvPr>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2" name="Freeform 43">
              <a:extLst>
                <a:ext uri="{FF2B5EF4-FFF2-40B4-BE49-F238E27FC236}">
                  <a16:creationId xmlns:a16="http://schemas.microsoft.com/office/drawing/2014/main" id="{4CFBF6FC-8716-4FFC-BE5C-902CD3F9F79D}"/>
                </a:ext>
              </a:extLst>
            </p:cNvPr>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53" name="Rectangle 44">
              <a:extLst>
                <a:ext uri="{FF2B5EF4-FFF2-40B4-BE49-F238E27FC236}">
                  <a16:creationId xmlns:a16="http://schemas.microsoft.com/office/drawing/2014/main" id="{7E451DD2-517C-4AD2-841C-FEA41D961AD8}"/>
                </a:ext>
              </a:extLst>
            </p:cNvPr>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54" name="Rectangle 45">
              <a:extLst>
                <a:ext uri="{FF2B5EF4-FFF2-40B4-BE49-F238E27FC236}">
                  <a16:creationId xmlns:a16="http://schemas.microsoft.com/office/drawing/2014/main" id="{94A70EA0-F822-4FC0-A88D-5E578418958E}"/>
                </a:ext>
              </a:extLst>
            </p:cNvPr>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55" name="Freeform 46">
              <a:extLst>
                <a:ext uri="{FF2B5EF4-FFF2-40B4-BE49-F238E27FC236}">
                  <a16:creationId xmlns:a16="http://schemas.microsoft.com/office/drawing/2014/main" id="{D0E6DFA5-37DC-4BA1-8B0A-7CBED707675D}"/>
                </a:ext>
              </a:extLst>
            </p:cNvPr>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6" name="Rectangle 47">
              <a:extLst>
                <a:ext uri="{FF2B5EF4-FFF2-40B4-BE49-F238E27FC236}">
                  <a16:creationId xmlns:a16="http://schemas.microsoft.com/office/drawing/2014/main" id="{EBBB3650-3BFD-4762-A8F6-E91C00F56606}"/>
                </a:ext>
              </a:extLst>
            </p:cNvPr>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57" name="Rectangle 48">
              <a:extLst>
                <a:ext uri="{FF2B5EF4-FFF2-40B4-BE49-F238E27FC236}">
                  <a16:creationId xmlns:a16="http://schemas.microsoft.com/office/drawing/2014/main" id="{FA82BA9B-D375-4C01-8F9D-C299A81B853B}"/>
                </a:ext>
              </a:extLst>
            </p:cNvPr>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58" name="Group 49">
            <a:extLst>
              <a:ext uri="{FF2B5EF4-FFF2-40B4-BE49-F238E27FC236}">
                <a16:creationId xmlns:a16="http://schemas.microsoft.com/office/drawing/2014/main" id="{D2AFD754-CE25-4521-9F34-FF34B9255420}"/>
              </a:ext>
            </a:extLst>
          </p:cNvPr>
          <p:cNvGrpSpPr>
            <a:grpSpLocks noChangeAspect="1"/>
          </p:cNvGrpSpPr>
          <p:nvPr/>
        </p:nvGrpSpPr>
        <p:grpSpPr bwMode="auto">
          <a:xfrm>
            <a:off x="5892621" y="2438412"/>
            <a:ext cx="693737" cy="627063"/>
            <a:chOff x="431" y="391"/>
            <a:chExt cx="573" cy="518"/>
          </a:xfrm>
        </p:grpSpPr>
        <p:sp>
          <p:nvSpPr>
            <p:cNvPr id="59" name="AutoShape 50">
              <a:extLst>
                <a:ext uri="{FF2B5EF4-FFF2-40B4-BE49-F238E27FC236}">
                  <a16:creationId xmlns:a16="http://schemas.microsoft.com/office/drawing/2014/main" id="{551B3443-D2C8-4A28-A1A7-F747EF6B9E52}"/>
                </a:ext>
              </a:extLst>
            </p:cNvPr>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60" name="Rectangle 51">
              <a:extLst>
                <a:ext uri="{FF2B5EF4-FFF2-40B4-BE49-F238E27FC236}">
                  <a16:creationId xmlns:a16="http://schemas.microsoft.com/office/drawing/2014/main" id="{D7A26D0C-C28A-4A14-B098-3058DAC30B24}"/>
                </a:ext>
              </a:extLst>
            </p:cNvPr>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61" name="Rectangle 52">
              <a:extLst>
                <a:ext uri="{FF2B5EF4-FFF2-40B4-BE49-F238E27FC236}">
                  <a16:creationId xmlns:a16="http://schemas.microsoft.com/office/drawing/2014/main" id="{9BF674D9-12B6-48AD-89FF-E4FA3178019A}"/>
                </a:ext>
              </a:extLst>
            </p:cNvPr>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62" name="Freeform 53">
              <a:extLst>
                <a:ext uri="{FF2B5EF4-FFF2-40B4-BE49-F238E27FC236}">
                  <a16:creationId xmlns:a16="http://schemas.microsoft.com/office/drawing/2014/main" id="{A286704F-DD38-480A-BF7E-9D373FCDF877}"/>
                </a:ext>
              </a:extLst>
            </p:cNvPr>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3" name="Freeform 54">
              <a:extLst>
                <a:ext uri="{FF2B5EF4-FFF2-40B4-BE49-F238E27FC236}">
                  <a16:creationId xmlns:a16="http://schemas.microsoft.com/office/drawing/2014/main" id="{29D62479-FFF5-4718-B92C-D93360D7D929}"/>
                </a:ext>
              </a:extLst>
            </p:cNvPr>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64" name="Line 55">
              <a:extLst>
                <a:ext uri="{FF2B5EF4-FFF2-40B4-BE49-F238E27FC236}">
                  <a16:creationId xmlns:a16="http://schemas.microsoft.com/office/drawing/2014/main" id="{25F6A900-57F2-442B-87D4-4EA6A4241CEB}"/>
                </a:ext>
              </a:extLst>
            </p:cNvPr>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65" name="Freeform 56">
              <a:extLst>
                <a:ext uri="{FF2B5EF4-FFF2-40B4-BE49-F238E27FC236}">
                  <a16:creationId xmlns:a16="http://schemas.microsoft.com/office/drawing/2014/main" id="{347DF8DB-66E2-4F82-B41B-3A128235B16F}"/>
                </a:ext>
              </a:extLst>
            </p:cNvPr>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6" name="Freeform 57">
              <a:extLst>
                <a:ext uri="{FF2B5EF4-FFF2-40B4-BE49-F238E27FC236}">
                  <a16:creationId xmlns:a16="http://schemas.microsoft.com/office/drawing/2014/main" id="{EB4D8E94-5512-4227-BE11-AFCD4F43C5C3}"/>
                </a:ext>
              </a:extLst>
            </p:cNvPr>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67" name="Freeform 58">
              <a:extLst>
                <a:ext uri="{FF2B5EF4-FFF2-40B4-BE49-F238E27FC236}">
                  <a16:creationId xmlns:a16="http://schemas.microsoft.com/office/drawing/2014/main" id="{FDB7B749-F020-4E67-BDF3-463C6D61443A}"/>
                </a:ext>
              </a:extLst>
            </p:cNvPr>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8" name="Freeform 59">
              <a:extLst>
                <a:ext uri="{FF2B5EF4-FFF2-40B4-BE49-F238E27FC236}">
                  <a16:creationId xmlns:a16="http://schemas.microsoft.com/office/drawing/2014/main" id="{FC76E9BD-7046-4575-A6AA-1F51EC62231A}"/>
                </a:ext>
              </a:extLst>
            </p:cNvPr>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69" name="Freeform 60">
              <a:extLst>
                <a:ext uri="{FF2B5EF4-FFF2-40B4-BE49-F238E27FC236}">
                  <a16:creationId xmlns:a16="http://schemas.microsoft.com/office/drawing/2014/main" id="{FD8465A1-B6E4-4AB8-85FD-880CEEC81551}"/>
                </a:ext>
              </a:extLst>
            </p:cNvPr>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70" name="Freeform 61">
              <a:extLst>
                <a:ext uri="{FF2B5EF4-FFF2-40B4-BE49-F238E27FC236}">
                  <a16:creationId xmlns:a16="http://schemas.microsoft.com/office/drawing/2014/main" id="{66E1F053-0F92-4081-9831-AC681465EAF3}"/>
                </a:ext>
              </a:extLst>
            </p:cNvPr>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71" name="Rectangle 62">
              <a:extLst>
                <a:ext uri="{FF2B5EF4-FFF2-40B4-BE49-F238E27FC236}">
                  <a16:creationId xmlns:a16="http://schemas.microsoft.com/office/drawing/2014/main" id="{077FCB11-0897-4A53-9F5D-F6551BE915A4}"/>
                </a:ext>
              </a:extLst>
            </p:cNvPr>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72" name="Rectangle 63">
              <a:extLst>
                <a:ext uri="{FF2B5EF4-FFF2-40B4-BE49-F238E27FC236}">
                  <a16:creationId xmlns:a16="http://schemas.microsoft.com/office/drawing/2014/main" id="{95D553F8-125D-4E80-B37C-E5EF3F5B567A}"/>
                </a:ext>
              </a:extLst>
            </p:cNvPr>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73" name="Freeform 64">
              <a:extLst>
                <a:ext uri="{FF2B5EF4-FFF2-40B4-BE49-F238E27FC236}">
                  <a16:creationId xmlns:a16="http://schemas.microsoft.com/office/drawing/2014/main" id="{383BB571-0FDF-4A53-8FAB-3F3DC7C34B0F}"/>
                </a:ext>
              </a:extLst>
            </p:cNvPr>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74" name="Rectangle 65">
              <a:extLst>
                <a:ext uri="{FF2B5EF4-FFF2-40B4-BE49-F238E27FC236}">
                  <a16:creationId xmlns:a16="http://schemas.microsoft.com/office/drawing/2014/main" id="{94032987-DBBA-4184-8E72-D722015BF681}"/>
                </a:ext>
              </a:extLst>
            </p:cNvPr>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75" name="Rectangle 66">
              <a:extLst>
                <a:ext uri="{FF2B5EF4-FFF2-40B4-BE49-F238E27FC236}">
                  <a16:creationId xmlns:a16="http://schemas.microsoft.com/office/drawing/2014/main" id="{AAB348A0-6BDB-4C58-8EF6-03525881FC67}"/>
                </a:ext>
              </a:extLst>
            </p:cNvPr>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76" name="Group 67">
            <a:extLst>
              <a:ext uri="{FF2B5EF4-FFF2-40B4-BE49-F238E27FC236}">
                <a16:creationId xmlns:a16="http://schemas.microsoft.com/office/drawing/2014/main" id="{2B4E0D9F-4873-4BF0-A6BE-38E9CED21715}"/>
              </a:ext>
            </a:extLst>
          </p:cNvPr>
          <p:cNvGrpSpPr>
            <a:grpSpLocks noChangeAspect="1"/>
          </p:cNvGrpSpPr>
          <p:nvPr/>
        </p:nvGrpSpPr>
        <p:grpSpPr bwMode="auto">
          <a:xfrm>
            <a:off x="6684783" y="2654312"/>
            <a:ext cx="693738" cy="627063"/>
            <a:chOff x="431" y="391"/>
            <a:chExt cx="573" cy="518"/>
          </a:xfrm>
        </p:grpSpPr>
        <p:sp>
          <p:nvSpPr>
            <p:cNvPr id="77" name="AutoShape 68">
              <a:extLst>
                <a:ext uri="{FF2B5EF4-FFF2-40B4-BE49-F238E27FC236}">
                  <a16:creationId xmlns:a16="http://schemas.microsoft.com/office/drawing/2014/main" id="{734B4853-C818-4F4F-9ECF-C3409AEAACE1}"/>
                </a:ext>
              </a:extLst>
            </p:cNvPr>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78" name="Rectangle 69">
              <a:extLst>
                <a:ext uri="{FF2B5EF4-FFF2-40B4-BE49-F238E27FC236}">
                  <a16:creationId xmlns:a16="http://schemas.microsoft.com/office/drawing/2014/main" id="{1F81400A-78E3-47FA-82A1-EAE67BA41302}"/>
                </a:ext>
              </a:extLst>
            </p:cNvPr>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79" name="Rectangle 70">
              <a:extLst>
                <a:ext uri="{FF2B5EF4-FFF2-40B4-BE49-F238E27FC236}">
                  <a16:creationId xmlns:a16="http://schemas.microsoft.com/office/drawing/2014/main" id="{3F8BA3DA-F525-4887-A812-B199A56BF047}"/>
                </a:ext>
              </a:extLst>
            </p:cNvPr>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80" name="Freeform 71">
              <a:extLst>
                <a:ext uri="{FF2B5EF4-FFF2-40B4-BE49-F238E27FC236}">
                  <a16:creationId xmlns:a16="http://schemas.microsoft.com/office/drawing/2014/main" id="{FDD07161-CD99-4DD1-AA29-09C4BDF558F5}"/>
                </a:ext>
              </a:extLst>
            </p:cNvPr>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81" name="Freeform 72">
              <a:extLst>
                <a:ext uri="{FF2B5EF4-FFF2-40B4-BE49-F238E27FC236}">
                  <a16:creationId xmlns:a16="http://schemas.microsoft.com/office/drawing/2014/main" id="{B4E5DA4A-DB60-4472-8DD0-3736B50661B7}"/>
                </a:ext>
              </a:extLst>
            </p:cNvPr>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82" name="Line 73">
              <a:extLst>
                <a:ext uri="{FF2B5EF4-FFF2-40B4-BE49-F238E27FC236}">
                  <a16:creationId xmlns:a16="http://schemas.microsoft.com/office/drawing/2014/main" id="{F84E9B30-0547-477C-A168-8C0C65F9C31A}"/>
                </a:ext>
              </a:extLst>
            </p:cNvPr>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83" name="Freeform 74">
              <a:extLst>
                <a:ext uri="{FF2B5EF4-FFF2-40B4-BE49-F238E27FC236}">
                  <a16:creationId xmlns:a16="http://schemas.microsoft.com/office/drawing/2014/main" id="{DB6E2070-2591-454E-ADE1-4E9EC529476B}"/>
                </a:ext>
              </a:extLst>
            </p:cNvPr>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84" name="Freeform 75">
              <a:extLst>
                <a:ext uri="{FF2B5EF4-FFF2-40B4-BE49-F238E27FC236}">
                  <a16:creationId xmlns:a16="http://schemas.microsoft.com/office/drawing/2014/main" id="{FB9F9C9D-C0DC-4E1B-A37F-DB23708D9D57}"/>
                </a:ext>
              </a:extLst>
            </p:cNvPr>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85" name="Freeform 76">
              <a:extLst>
                <a:ext uri="{FF2B5EF4-FFF2-40B4-BE49-F238E27FC236}">
                  <a16:creationId xmlns:a16="http://schemas.microsoft.com/office/drawing/2014/main" id="{74D1490A-91F6-4028-9596-60EDE29F67E6}"/>
                </a:ext>
              </a:extLst>
            </p:cNvPr>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86" name="Freeform 77">
              <a:extLst>
                <a:ext uri="{FF2B5EF4-FFF2-40B4-BE49-F238E27FC236}">
                  <a16:creationId xmlns:a16="http://schemas.microsoft.com/office/drawing/2014/main" id="{8F775EB5-5411-4C47-BA66-A9D246AD9B7C}"/>
                </a:ext>
              </a:extLst>
            </p:cNvPr>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87" name="Freeform 78">
              <a:extLst>
                <a:ext uri="{FF2B5EF4-FFF2-40B4-BE49-F238E27FC236}">
                  <a16:creationId xmlns:a16="http://schemas.microsoft.com/office/drawing/2014/main" id="{44A70D6A-5B61-4F8C-B3A6-5ABCC72F9A7C}"/>
                </a:ext>
              </a:extLst>
            </p:cNvPr>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88" name="Freeform 79">
              <a:extLst>
                <a:ext uri="{FF2B5EF4-FFF2-40B4-BE49-F238E27FC236}">
                  <a16:creationId xmlns:a16="http://schemas.microsoft.com/office/drawing/2014/main" id="{15B0AF33-3508-404B-A815-1441086255BD}"/>
                </a:ext>
              </a:extLst>
            </p:cNvPr>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89" name="Rectangle 80">
              <a:extLst>
                <a:ext uri="{FF2B5EF4-FFF2-40B4-BE49-F238E27FC236}">
                  <a16:creationId xmlns:a16="http://schemas.microsoft.com/office/drawing/2014/main" id="{17A83B81-FF18-46BC-8F65-E72ED544479B}"/>
                </a:ext>
              </a:extLst>
            </p:cNvPr>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90" name="Rectangle 81">
              <a:extLst>
                <a:ext uri="{FF2B5EF4-FFF2-40B4-BE49-F238E27FC236}">
                  <a16:creationId xmlns:a16="http://schemas.microsoft.com/office/drawing/2014/main" id="{616773BB-F484-4594-9FF2-6176F9EB0E71}"/>
                </a:ext>
              </a:extLst>
            </p:cNvPr>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91" name="Freeform 82">
              <a:extLst>
                <a:ext uri="{FF2B5EF4-FFF2-40B4-BE49-F238E27FC236}">
                  <a16:creationId xmlns:a16="http://schemas.microsoft.com/office/drawing/2014/main" id="{DBCEC5B3-0146-4010-8709-078A11CFB344}"/>
                </a:ext>
              </a:extLst>
            </p:cNvPr>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92" name="Rectangle 83">
              <a:extLst>
                <a:ext uri="{FF2B5EF4-FFF2-40B4-BE49-F238E27FC236}">
                  <a16:creationId xmlns:a16="http://schemas.microsoft.com/office/drawing/2014/main" id="{E0F91645-60B4-4F71-8F6C-12B3CBB178B0}"/>
                </a:ext>
              </a:extLst>
            </p:cNvPr>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93" name="Rectangle 84">
              <a:extLst>
                <a:ext uri="{FF2B5EF4-FFF2-40B4-BE49-F238E27FC236}">
                  <a16:creationId xmlns:a16="http://schemas.microsoft.com/office/drawing/2014/main" id="{82120434-AAE0-4A10-8586-957F27AF2AB8}"/>
                </a:ext>
              </a:extLst>
            </p:cNvPr>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94" name="Group 85">
            <a:extLst>
              <a:ext uri="{FF2B5EF4-FFF2-40B4-BE49-F238E27FC236}">
                <a16:creationId xmlns:a16="http://schemas.microsoft.com/office/drawing/2014/main" id="{F2455B64-9F0B-4977-AAD7-865558C1414B}"/>
              </a:ext>
            </a:extLst>
          </p:cNvPr>
          <p:cNvGrpSpPr>
            <a:grpSpLocks noChangeAspect="1"/>
          </p:cNvGrpSpPr>
          <p:nvPr/>
        </p:nvGrpSpPr>
        <p:grpSpPr bwMode="auto">
          <a:xfrm>
            <a:off x="7692846" y="3159137"/>
            <a:ext cx="693737" cy="627063"/>
            <a:chOff x="431" y="391"/>
            <a:chExt cx="573" cy="518"/>
          </a:xfrm>
        </p:grpSpPr>
        <p:sp>
          <p:nvSpPr>
            <p:cNvPr id="95" name="AutoShape 86">
              <a:extLst>
                <a:ext uri="{FF2B5EF4-FFF2-40B4-BE49-F238E27FC236}">
                  <a16:creationId xmlns:a16="http://schemas.microsoft.com/office/drawing/2014/main" id="{539D1FBD-FC46-41C0-BED4-1627FEF84CB5}"/>
                </a:ext>
              </a:extLst>
            </p:cNvPr>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96" name="Rectangle 87">
              <a:extLst>
                <a:ext uri="{FF2B5EF4-FFF2-40B4-BE49-F238E27FC236}">
                  <a16:creationId xmlns:a16="http://schemas.microsoft.com/office/drawing/2014/main" id="{30411A94-6A98-46C4-AE44-79D7AD0AFD3C}"/>
                </a:ext>
              </a:extLst>
            </p:cNvPr>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97" name="Rectangle 88">
              <a:extLst>
                <a:ext uri="{FF2B5EF4-FFF2-40B4-BE49-F238E27FC236}">
                  <a16:creationId xmlns:a16="http://schemas.microsoft.com/office/drawing/2014/main" id="{440B1B74-4269-4286-B646-511C8DDD53FA}"/>
                </a:ext>
              </a:extLst>
            </p:cNvPr>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98" name="Freeform 89">
              <a:extLst>
                <a:ext uri="{FF2B5EF4-FFF2-40B4-BE49-F238E27FC236}">
                  <a16:creationId xmlns:a16="http://schemas.microsoft.com/office/drawing/2014/main" id="{84FAE31F-F7E5-4432-B6C1-E49501CF27CB}"/>
                </a:ext>
              </a:extLst>
            </p:cNvPr>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99" name="Freeform 90">
              <a:extLst>
                <a:ext uri="{FF2B5EF4-FFF2-40B4-BE49-F238E27FC236}">
                  <a16:creationId xmlns:a16="http://schemas.microsoft.com/office/drawing/2014/main" id="{D4764C17-4E35-4224-A77D-1ED347A21B56}"/>
                </a:ext>
              </a:extLst>
            </p:cNvPr>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100" name="Line 91">
              <a:extLst>
                <a:ext uri="{FF2B5EF4-FFF2-40B4-BE49-F238E27FC236}">
                  <a16:creationId xmlns:a16="http://schemas.microsoft.com/office/drawing/2014/main" id="{604A8D6B-1124-4928-B047-C8A34EF6116E}"/>
                </a:ext>
              </a:extLst>
            </p:cNvPr>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01" name="Freeform 92">
              <a:extLst>
                <a:ext uri="{FF2B5EF4-FFF2-40B4-BE49-F238E27FC236}">
                  <a16:creationId xmlns:a16="http://schemas.microsoft.com/office/drawing/2014/main" id="{000DB2E3-2831-4637-9874-691CADA0DC76}"/>
                </a:ext>
              </a:extLst>
            </p:cNvPr>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02" name="Freeform 93">
              <a:extLst>
                <a:ext uri="{FF2B5EF4-FFF2-40B4-BE49-F238E27FC236}">
                  <a16:creationId xmlns:a16="http://schemas.microsoft.com/office/drawing/2014/main" id="{DBEE8D67-3D33-45D2-BAEB-F02B9B9617B4}"/>
                </a:ext>
              </a:extLst>
            </p:cNvPr>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103" name="Freeform 94">
              <a:extLst>
                <a:ext uri="{FF2B5EF4-FFF2-40B4-BE49-F238E27FC236}">
                  <a16:creationId xmlns:a16="http://schemas.microsoft.com/office/drawing/2014/main" id="{9B4C600B-B129-4A9C-A9BC-9FFA8E8BBC67}"/>
                </a:ext>
              </a:extLst>
            </p:cNvPr>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04" name="Freeform 95">
              <a:extLst>
                <a:ext uri="{FF2B5EF4-FFF2-40B4-BE49-F238E27FC236}">
                  <a16:creationId xmlns:a16="http://schemas.microsoft.com/office/drawing/2014/main" id="{322EF660-5DD8-40F3-868C-03ABF794CBF8}"/>
                </a:ext>
              </a:extLst>
            </p:cNvPr>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105" name="Freeform 96">
              <a:extLst>
                <a:ext uri="{FF2B5EF4-FFF2-40B4-BE49-F238E27FC236}">
                  <a16:creationId xmlns:a16="http://schemas.microsoft.com/office/drawing/2014/main" id="{FBC2EF1C-2204-4FBE-B503-304EA1B150D2}"/>
                </a:ext>
              </a:extLst>
            </p:cNvPr>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06" name="Freeform 97">
              <a:extLst>
                <a:ext uri="{FF2B5EF4-FFF2-40B4-BE49-F238E27FC236}">
                  <a16:creationId xmlns:a16="http://schemas.microsoft.com/office/drawing/2014/main" id="{1B32A437-7A5B-4356-B354-DFEB1E756202}"/>
                </a:ext>
              </a:extLst>
            </p:cNvPr>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107" name="Rectangle 98">
              <a:extLst>
                <a:ext uri="{FF2B5EF4-FFF2-40B4-BE49-F238E27FC236}">
                  <a16:creationId xmlns:a16="http://schemas.microsoft.com/office/drawing/2014/main" id="{D4350526-EE90-47D9-A9F4-AE1C46291FB9}"/>
                </a:ext>
              </a:extLst>
            </p:cNvPr>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08" name="Rectangle 99">
              <a:extLst>
                <a:ext uri="{FF2B5EF4-FFF2-40B4-BE49-F238E27FC236}">
                  <a16:creationId xmlns:a16="http://schemas.microsoft.com/office/drawing/2014/main" id="{E371235D-9F58-45C6-84BC-C043F613E4B2}"/>
                </a:ext>
              </a:extLst>
            </p:cNvPr>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109" name="Freeform 100">
              <a:extLst>
                <a:ext uri="{FF2B5EF4-FFF2-40B4-BE49-F238E27FC236}">
                  <a16:creationId xmlns:a16="http://schemas.microsoft.com/office/drawing/2014/main" id="{EC589833-2460-4931-9FB2-DF28A464649F}"/>
                </a:ext>
              </a:extLst>
            </p:cNvPr>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10" name="Rectangle 101">
              <a:extLst>
                <a:ext uri="{FF2B5EF4-FFF2-40B4-BE49-F238E27FC236}">
                  <a16:creationId xmlns:a16="http://schemas.microsoft.com/office/drawing/2014/main" id="{A438804A-A060-4E29-B5B7-B3DC0391349B}"/>
                </a:ext>
              </a:extLst>
            </p:cNvPr>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111" name="Rectangle 102">
              <a:extLst>
                <a:ext uri="{FF2B5EF4-FFF2-40B4-BE49-F238E27FC236}">
                  <a16:creationId xmlns:a16="http://schemas.microsoft.com/office/drawing/2014/main" id="{F956CF56-C00E-47A3-B360-30047BACFBC6}"/>
                </a:ext>
              </a:extLst>
            </p:cNvPr>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112" name="Group 103">
            <a:extLst>
              <a:ext uri="{FF2B5EF4-FFF2-40B4-BE49-F238E27FC236}">
                <a16:creationId xmlns:a16="http://schemas.microsoft.com/office/drawing/2014/main" id="{BCCE2DC1-8EBE-446B-B932-CE50D77CE5B1}"/>
              </a:ext>
            </a:extLst>
          </p:cNvPr>
          <p:cNvGrpSpPr>
            <a:grpSpLocks noChangeAspect="1"/>
          </p:cNvGrpSpPr>
          <p:nvPr/>
        </p:nvGrpSpPr>
        <p:grpSpPr bwMode="auto">
          <a:xfrm>
            <a:off x="7837308" y="4022737"/>
            <a:ext cx="693738" cy="627063"/>
            <a:chOff x="431" y="391"/>
            <a:chExt cx="573" cy="518"/>
          </a:xfrm>
        </p:grpSpPr>
        <p:sp>
          <p:nvSpPr>
            <p:cNvPr id="113" name="AutoShape 104">
              <a:extLst>
                <a:ext uri="{FF2B5EF4-FFF2-40B4-BE49-F238E27FC236}">
                  <a16:creationId xmlns:a16="http://schemas.microsoft.com/office/drawing/2014/main" id="{E659F612-91FB-4EFB-833F-298590C0C148}"/>
                </a:ext>
              </a:extLst>
            </p:cNvPr>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14" name="Rectangle 105">
              <a:extLst>
                <a:ext uri="{FF2B5EF4-FFF2-40B4-BE49-F238E27FC236}">
                  <a16:creationId xmlns:a16="http://schemas.microsoft.com/office/drawing/2014/main" id="{F1ADADE1-A142-40BC-B39D-EA2E9B539BD8}"/>
                </a:ext>
              </a:extLst>
            </p:cNvPr>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15" name="Rectangle 106">
              <a:extLst>
                <a:ext uri="{FF2B5EF4-FFF2-40B4-BE49-F238E27FC236}">
                  <a16:creationId xmlns:a16="http://schemas.microsoft.com/office/drawing/2014/main" id="{F134FD9F-C258-4D4F-8E2B-437949B51972}"/>
                </a:ext>
              </a:extLst>
            </p:cNvPr>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116" name="Freeform 107">
              <a:extLst>
                <a:ext uri="{FF2B5EF4-FFF2-40B4-BE49-F238E27FC236}">
                  <a16:creationId xmlns:a16="http://schemas.microsoft.com/office/drawing/2014/main" id="{3D966DDA-9AD8-4F70-B5BA-039461037826}"/>
                </a:ext>
              </a:extLst>
            </p:cNvPr>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17" name="Freeform 108">
              <a:extLst>
                <a:ext uri="{FF2B5EF4-FFF2-40B4-BE49-F238E27FC236}">
                  <a16:creationId xmlns:a16="http://schemas.microsoft.com/office/drawing/2014/main" id="{5E6FA2CD-1F11-461E-AE41-BE92A87A8AE9}"/>
                </a:ext>
              </a:extLst>
            </p:cNvPr>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118" name="Line 109">
              <a:extLst>
                <a:ext uri="{FF2B5EF4-FFF2-40B4-BE49-F238E27FC236}">
                  <a16:creationId xmlns:a16="http://schemas.microsoft.com/office/drawing/2014/main" id="{B095F99A-A453-4B91-9E30-4929DECA15B8}"/>
                </a:ext>
              </a:extLst>
            </p:cNvPr>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19" name="Freeform 110">
              <a:extLst>
                <a:ext uri="{FF2B5EF4-FFF2-40B4-BE49-F238E27FC236}">
                  <a16:creationId xmlns:a16="http://schemas.microsoft.com/office/drawing/2014/main" id="{554346D8-6E26-41A7-B6A1-084B5B84197B}"/>
                </a:ext>
              </a:extLst>
            </p:cNvPr>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20" name="Freeform 111">
              <a:extLst>
                <a:ext uri="{FF2B5EF4-FFF2-40B4-BE49-F238E27FC236}">
                  <a16:creationId xmlns:a16="http://schemas.microsoft.com/office/drawing/2014/main" id="{784A5ED5-22AA-49A3-B26E-11014700D1D7}"/>
                </a:ext>
              </a:extLst>
            </p:cNvPr>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121" name="Freeform 112">
              <a:extLst>
                <a:ext uri="{FF2B5EF4-FFF2-40B4-BE49-F238E27FC236}">
                  <a16:creationId xmlns:a16="http://schemas.microsoft.com/office/drawing/2014/main" id="{66401D73-33C4-4D00-8F75-D1F0AFF4EBE6}"/>
                </a:ext>
              </a:extLst>
            </p:cNvPr>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22" name="Freeform 113">
              <a:extLst>
                <a:ext uri="{FF2B5EF4-FFF2-40B4-BE49-F238E27FC236}">
                  <a16:creationId xmlns:a16="http://schemas.microsoft.com/office/drawing/2014/main" id="{6A737C26-6BBD-4060-924F-3DCA2CA096F9}"/>
                </a:ext>
              </a:extLst>
            </p:cNvPr>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123" name="Freeform 114">
              <a:extLst>
                <a:ext uri="{FF2B5EF4-FFF2-40B4-BE49-F238E27FC236}">
                  <a16:creationId xmlns:a16="http://schemas.microsoft.com/office/drawing/2014/main" id="{7A0A8A57-F465-47DF-9E03-7003E07B6AF2}"/>
                </a:ext>
              </a:extLst>
            </p:cNvPr>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24" name="Freeform 115">
              <a:extLst>
                <a:ext uri="{FF2B5EF4-FFF2-40B4-BE49-F238E27FC236}">
                  <a16:creationId xmlns:a16="http://schemas.microsoft.com/office/drawing/2014/main" id="{3B6D9A63-056A-4971-809B-A3099737D8F4}"/>
                </a:ext>
              </a:extLst>
            </p:cNvPr>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125" name="Rectangle 116">
              <a:extLst>
                <a:ext uri="{FF2B5EF4-FFF2-40B4-BE49-F238E27FC236}">
                  <a16:creationId xmlns:a16="http://schemas.microsoft.com/office/drawing/2014/main" id="{9A518F6D-C418-4FCA-BA4A-CD13D971B7C5}"/>
                </a:ext>
              </a:extLst>
            </p:cNvPr>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26" name="Rectangle 117">
              <a:extLst>
                <a:ext uri="{FF2B5EF4-FFF2-40B4-BE49-F238E27FC236}">
                  <a16:creationId xmlns:a16="http://schemas.microsoft.com/office/drawing/2014/main" id="{4E9302CC-A26D-42F0-B80F-2498ED36F812}"/>
                </a:ext>
              </a:extLst>
            </p:cNvPr>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127" name="Freeform 118">
              <a:extLst>
                <a:ext uri="{FF2B5EF4-FFF2-40B4-BE49-F238E27FC236}">
                  <a16:creationId xmlns:a16="http://schemas.microsoft.com/office/drawing/2014/main" id="{1A060970-FFCA-41DC-8565-3E64144A9C02}"/>
                </a:ext>
              </a:extLst>
            </p:cNvPr>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28" name="Rectangle 119">
              <a:extLst>
                <a:ext uri="{FF2B5EF4-FFF2-40B4-BE49-F238E27FC236}">
                  <a16:creationId xmlns:a16="http://schemas.microsoft.com/office/drawing/2014/main" id="{29A19389-CC13-4C2A-A9EA-807DB4C974DC}"/>
                </a:ext>
              </a:extLst>
            </p:cNvPr>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129" name="Rectangle 120">
              <a:extLst>
                <a:ext uri="{FF2B5EF4-FFF2-40B4-BE49-F238E27FC236}">
                  <a16:creationId xmlns:a16="http://schemas.microsoft.com/office/drawing/2014/main" id="{61836FA7-F8C9-4BDC-BC97-E50B627D0688}"/>
                </a:ext>
              </a:extLst>
            </p:cNvPr>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130" name="Group 121">
            <a:extLst>
              <a:ext uri="{FF2B5EF4-FFF2-40B4-BE49-F238E27FC236}">
                <a16:creationId xmlns:a16="http://schemas.microsoft.com/office/drawing/2014/main" id="{C63D8D44-8645-43F7-8630-C2D90033EAD2}"/>
              </a:ext>
            </a:extLst>
          </p:cNvPr>
          <p:cNvGrpSpPr>
            <a:grpSpLocks noChangeAspect="1"/>
          </p:cNvGrpSpPr>
          <p:nvPr/>
        </p:nvGrpSpPr>
        <p:grpSpPr bwMode="auto">
          <a:xfrm>
            <a:off x="7621408" y="4887925"/>
            <a:ext cx="693738" cy="627062"/>
            <a:chOff x="431" y="391"/>
            <a:chExt cx="573" cy="518"/>
          </a:xfrm>
        </p:grpSpPr>
        <p:sp>
          <p:nvSpPr>
            <p:cNvPr id="131" name="AutoShape 122">
              <a:extLst>
                <a:ext uri="{FF2B5EF4-FFF2-40B4-BE49-F238E27FC236}">
                  <a16:creationId xmlns:a16="http://schemas.microsoft.com/office/drawing/2014/main" id="{C533DA6E-B138-4C93-BD6B-74B35BF632FE}"/>
                </a:ext>
              </a:extLst>
            </p:cNvPr>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32" name="Rectangle 123">
              <a:extLst>
                <a:ext uri="{FF2B5EF4-FFF2-40B4-BE49-F238E27FC236}">
                  <a16:creationId xmlns:a16="http://schemas.microsoft.com/office/drawing/2014/main" id="{D78DE996-9513-46D9-8043-FA8E84E091D1}"/>
                </a:ext>
              </a:extLst>
            </p:cNvPr>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33" name="Rectangle 124">
              <a:extLst>
                <a:ext uri="{FF2B5EF4-FFF2-40B4-BE49-F238E27FC236}">
                  <a16:creationId xmlns:a16="http://schemas.microsoft.com/office/drawing/2014/main" id="{11965CF8-C953-47EC-90EF-2E6DFADD4778}"/>
                </a:ext>
              </a:extLst>
            </p:cNvPr>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134" name="Freeform 125">
              <a:extLst>
                <a:ext uri="{FF2B5EF4-FFF2-40B4-BE49-F238E27FC236}">
                  <a16:creationId xmlns:a16="http://schemas.microsoft.com/office/drawing/2014/main" id="{D2735B6F-C74E-4CB9-9B9F-C651BDF01013}"/>
                </a:ext>
              </a:extLst>
            </p:cNvPr>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35" name="Freeform 126">
              <a:extLst>
                <a:ext uri="{FF2B5EF4-FFF2-40B4-BE49-F238E27FC236}">
                  <a16:creationId xmlns:a16="http://schemas.microsoft.com/office/drawing/2014/main" id="{C5EF731D-3F04-46C4-9FEA-9A7287FFADA4}"/>
                </a:ext>
              </a:extLst>
            </p:cNvPr>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136" name="Line 127">
              <a:extLst>
                <a:ext uri="{FF2B5EF4-FFF2-40B4-BE49-F238E27FC236}">
                  <a16:creationId xmlns:a16="http://schemas.microsoft.com/office/drawing/2014/main" id="{1B1751E0-2AD3-4723-8479-31FB53AD5524}"/>
                </a:ext>
              </a:extLst>
            </p:cNvPr>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37" name="Freeform 128">
              <a:extLst>
                <a:ext uri="{FF2B5EF4-FFF2-40B4-BE49-F238E27FC236}">
                  <a16:creationId xmlns:a16="http://schemas.microsoft.com/office/drawing/2014/main" id="{1BD8A5E4-975F-451B-AA55-2472D883D3D3}"/>
                </a:ext>
              </a:extLst>
            </p:cNvPr>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38" name="Freeform 129">
              <a:extLst>
                <a:ext uri="{FF2B5EF4-FFF2-40B4-BE49-F238E27FC236}">
                  <a16:creationId xmlns:a16="http://schemas.microsoft.com/office/drawing/2014/main" id="{761FA628-8F00-46DC-BCE6-F2018FFAE453}"/>
                </a:ext>
              </a:extLst>
            </p:cNvPr>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139" name="Freeform 130">
              <a:extLst>
                <a:ext uri="{FF2B5EF4-FFF2-40B4-BE49-F238E27FC236}">
                  <a16:creationId xmlns:a16="http://schemas.microsoft.com/office/drawing/2014/main" id="{0EB0D7A4-CD7B-4828-B266-FBC47ABCA784}"/>
                </a:ext>
              </a:extLst>
            </p:cNvPr>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40" name="Freeform 131">
              <a:extLst>
                <a:ext uri="{FF2B5EF4-FFF2-40B4-BE49-F238E27FC236}">
                  <a16:creationId xmlns:a16="http://schemas.microsoft.com/office/drawing/2014/main" id="{CE03BEAA-2F9D-44F7-8DE5-2DCD30B66CAF}"/>
                </a:ext>
              </a:extLst>
            </p:cNvPr>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141" name="Freeform 132">
              <a:extLst>
                <a:ext uri="{FF2B5EF4-FFF2-40B4-BE49-F238E27FC236}">
                  <a16:creationId xmlns:a16="http://schemas.microsoft.com/office/drawing/2014/main" id="{02187AC9-1197-47E7-AE8E-C371EE57676C}"/>
                </a:ext>
              </a:extLst>
            </p:cNvPr>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42" name="Freeform 133">
              <a:extLst>
                <a:ext uri="{FF2B5EF4-FFF2-40B4-BE49-F238E27FC236}">
                  <a16:creationId xmlns:a16="http://schemas.microsoft.com/office/drawing/2014/main" id="{D04DEF63-5750-4D24-8CE8-BB84F681A5A8}"/>
                </a:ext>
              </a:extLst>
            </p:cNvPr>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143" name="Rectangle 134">
              <a:extLst>
                <a:ext uri="{FF2B5EF4-FFF2-40B4-BE49-F238E27FC236}">
                  <a16:creationId xmlns:a16="http://schemas.microsoft.com/office/drawing/2014/main" id="{404645D1-5D18-4D89-981D-9FD6CE429BC5}"/>
                </a:ext>
              </a:extLst>
            </p:cNvPr>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47" name="Rectangle 135">
              <a:extLst>
                <a:ext uri="{FF2B5EF4-FFF2-40B4-BE49-F238E27FC236}">
                  <a16:creationId xmlns:a16="http://schemas.microsoft.com/office/drawing/2014/main" id="{BBF14715-280E-43A9-BA15-A5F956F0016E}"/>
                </a:ext>
              </a:extLst>
            </p:cNvPr>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148" name="Freeform 136">
              <a:extLst>
                <a:ext uri="{FF2B5EF4-FFF2-40B4-BE49-F238E27FC236}">
                  <a16:creationId xmlns:a16="http://schemas.microsoft.com/office/drawing/2014/main" id="{E4370F5F-81F1-426A-B577-FCAD907CC5BA}"/>
                </a:ext>
              </a:extLst>
            </p:cNvPr>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49" name="Rectangle 137">
              <a:extLst>
                <a:ext uri="{FF2B5EF4-FFF2-40B4-BE49-F238E27FC236}">
                  <a16:creationId xmlns:a16="http://schemas.microsoft.com/office/drawing/2014/main" id="{635D4788-3740-4F3E-AC4D-6E63FE30E0B5}"/>
                </a:ext>
              </a:extLst>
            </p:cNvPr>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150" name="Rectangle 138">
              <a:extLst>
                <a:ext uri="{FF2B5EF4-FFF2-40B4-BE49-F238E27FC236}">
                  <a16:creationId xmlns:a16="http://schemas.microsoft.com/office/drawing/2014/main" id="{0894DBC7-B549-46EB-8574-53C5E5631D46}"/>
                </a:ext>
              </a:extLst>
            </p:cNvPr>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151" name="Group 139">
            <a:extLst>
              <a:ext uri="{FF2B5EF4-FFF2-40B4-BE49-F238E27FC236}">
                <a16:creationId xmlns:a16="http://schemas.microsoft.com/office/drawing/2014/main" id="{FD1901F5-B6F7-4104-A9C2-5B06F61F1A55}"/>
              </a:ext>
            </a:extLst>
          </p:cNvPr>
          <p:cNvGrpSpPr>
            <a:grpSpLocks noChangeAspect="1"/>
          </p:cNvGrpSpPr>
          <p:nvPr/>
        </p:nvGrpSpPr>
        <p:grpSpPr bwMode="auto">
          <a:xfrm>
            <a:off x="6756221" y="5391162"/>
            <a:ext cx="693737" cy="627063"/>
            <a:chOff x="431" y="391"/>
            <a:chExt cx="573" cy="518"/>
          </a:xfrm>
        </p:grpSpPr>
        <p:sp>
          <p:nvSpPr>
            <p:cNvPr id="152" name="AutoShape 140">
              <a:extLst>
                <a:ext uri="{FF2B5EF4-FFF2-40B4-BE49-F238E27FC236}">
                  <a16:creationId xmlns:a16="http://schemas.microsoft.com/office/drawing/2014/main" id="{349BDB8E-9F68-439B-9C79-8C413502B6F4}"/>
                </a:ext>
              </a:extLst>
            </p:cNvPr>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53" name="Rectangle 141">
              <a:extLst>
                <a:ext uri="{FF2B5EF4-FFF2-40B4-BE49-F238E27FC236}">
                  <a16:creationId xmlns:a16="http://schemas.microsoft.com/office/drawing/2014/main" id="{78400AEB-2054-4D8C-9FD5-0B8E4DEE9F4C}"/>
                </a:ext>
              </a:extLst>
            </p:cNvPr>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54" name="Rectangle 142">
              <a:extLst>
                <a:ext uri="{FF2B5EF4-FFF2-40B4-BE49-F238E27FC236}">
                  <a16:creationId xmlns:a16="http://schemas.microsoft.com/office/drawing/2014/main" id="{AD403B94-23F4-4217-8933-33BB02569AED}"/>
                </a:ext>
              </a:extLst>
            </p:cNvPr>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155" name="Freeform 143">
              <a:extLst>
                <a:ext uri="{FF2B5EF4-FFF2-40B4-BE49-F238E27FC236}">
                  <a16:creationId xmlns:a16="http://schemas.microsoft.com/office/drawing/2014/main" id="{9E6E1E31-0F90-4AA0-B527-A3CC72DFA5A0}"/>
                </a:ext>
              </a:extLst>
            </p:cNvPr>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56" name="Freeform 144">
              <a:extLst>
                <a:ext uri="{FF2B5EF4-FFF2-40B4-BE49-F238E27FC236}">
                  <a16:creationId xmlns:a16="http://schemas.microsoft.com/office/drawing/2014/main" id="{E7220D6B-FBCC-4749-BD2C-1E2D9F07B5A6}"/>
                </a:ext>
              </a:extLst>
            </p:cNvPr>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157" name="Line 145">
              <a:extLst>
                <a:ext uri="{FF2B5EF4-FFF2-40B4-BE49-F238E27FC236}">
                  <a16:creationId xmlns:a16="http://schemas.microsoft.com/office/drawing/2014/main" id="{C81D9082-21B6-4D31-AB9B-A4BB90435D79}"/>
                </a:ext>
              </a:extLst>
            </p:cNvPr>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58" name="Freeform 146">
              <a:extLst>
                <a:ext uri="{FF2B5EF4-FFF2-40B4-BE49-F238E27FC236}">
                  <a16:creationId xmlns:a16="http://schemas.microsoft.com/office/drawing/2014/main" id="{613FED83-5B97-4C9D-991B-ABA76A23F051}"/>
                </a:ext>
              </a:extLst>
            </p:cNvPr>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59" name="Freeform 147">
              <a:extLst>
                <a:ext uri="{FF2B5EF4-FFF2-40B4-BE49-F238E27FC236}">
                  <a16:creationId xmlns:a16="http://schemas.microsoft.com/office/drawing/2014/main" id="{28D9594B-BEBD-4E8B-9680-3CFA6B435E78}"/>
                </a:ext>
              </a:extLst>
            </p:cNvPr>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160" name="Freeform 148">
              <a:extLst>
                <a:ext uri="{FF2B5EF4-FFF2-40B4-BE49-F238E27FC236}">
                  <a16:creationId xmlns:a16="http://schemas.microsoft.com/office/drawing/2014/main" id="{3692013F-4A30-4B88-ACA0-13B2CE04D60A}"/>
                </a:ext>
              </a:extLst>
            </p:cNvPr>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61" name="Freeform 149">
              <a:extLst>
                <a:ext uri="{FF2B5EF4-FFF2-40B4-BE49-F238E27FC236}">
                  <a16:creationId xmlns:a16="http://schemas.microsoft.com/office/drawing/2014/main" id="{32384FB3-6DCA-4E4F-BC71-E73BDA1A3935}"/>
                </a:ext>
              </a:extLst>
            </p:cNvPr>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162" name="Freeform 150">
              <a:extLst>
                <a:ext uri="{FF2B5EF4-FFF2-40B4-BE49-F238E27FC236}">
                  <a16:creationId xmlns:a16="http://schemas.microsoft.com/office/drawing/2014/main" id="{FE2EA55F-E79C-44F4-8849-7E5B02E18770}"/>
                </a:ext>
              </a:extLst>
            </p:cNvPr>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63" name="Freeform 151">
              <a:extLst>
                <a:ext uri="{FF2B5EF4-FFF2-40B4-BE49-F238E27FC236}">
                  <a16:creationId xmlns:a16="http://schemas.microsoft.com/office/drawing/2014/main" id="{C491A0E8-9C73-4348-BE31-F2CC436EB6BE}"/>
                </a:ext>
              </a:extLst>
            </p:cNvPr>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164" name="Rectangle 152">
              <a:extLst>
                <a:ext uri="{FF2B5EF4-FFF2-40B4-BE49-F238E27FC236}">
                  <a16:creationId xmlns:a16="http://schemas.microsoft.com/office/drawing/2014/main" id="{E4059497-0665-4D4E-8649-DF5E66CEF2DD}"/>
                </a:ext>
              </a:extLst>
            </p:cNvPr>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65" name="Rectangle 153">
              <a:extLst>
                <a:ext uri="{FF2B5EF4-FFF2-40B4-BE49-F238E27FC236}">
                  <a16:creationId xmlns:a16="http://schemas.microsoft.com/office/drawing/2014/main" id="{C4D64CEC-B74D-48AC-ABF4-34E27A501861}"/>
                </a:ext>
              </a:extLst>
            </p:cNvPr>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166" name="Freeform 154">
              <a:extLst>
                <a:ext uri="{FF2B5EF4-FFF2-40B4-BE49-F238E27FC236}">
                  <a16:creationId xmlns:a16="http://schemas.microsoft.com/office/drawing/2014/main" id="{531AFB18-E4C9-48E0-AC86-16A1B6690315}"/>
                </a:ext>
              </a:extLst>
            </p:cNvPr>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67" name="Rectangle 155">
              <a:extLst>
                <a:ext uri="{FF2B5EF4-FFF2-40B4-BE49-F238E27FC236}">
                  <a16:creationId xmlns:a16="http://schemas.microsoft.com/office/drawing/2014/main" id="{88E241DB-CC83-4766-A640-122087205AF1}"/>
                </a:ext>
              </a:extLst>
            </p:cNvPr>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168" name="Rectangle 156">
              <a:extLst>
                <a:ext uri="{FF2B5EF4-FFF2-40B4-BE49-F238E27FC236}">
                  <a16:creationId xmlns:a16="http://schemas.microsoft.com/office/drawing/2014/main" id="{8290E34D-EBDD-42DE-BA79-EA2FF2D3E198}"/>
                </a:ext>
              </a:extLst>
            </p:cNvPr>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169" name="Group 157">
            <a:extLst>
              <a:ext uri="{FF2B5EF4-FFF2-40B4-BE49-F238E27FC236}">
                <a16:creationId xmlns:a16="http://schemas.microsoft.com/office/drawing/2014/main" id="{8347DC89-FFFF-4817-B0B3-57EE2587A279}"/>
              </a:ext>
            </a:extLst>
          </p:cNvPr>
          <p:cNvGrpSpPr>
            <a:grpSpLocks noChangeAspect="1"/>
          </p:cNvGrpSpPr>
          <p:nvPr/>
        </p:nvGrpSpPr>
        <p:grpSpPr bwMode="auto">
          <a:xfrm>
            <a:off x="5821183" y="5751525"/>
            <a:ext cx="693738" cy="627062"/>
            <a:chOff x="431" y="391"/>
            <a:chExt cx="573" cy="518"/>
          </a:xfrm>
        </p:grpSpPr>
        <p:sp>
          <p:nvSpPr>
            <p:cNvPr id="170" name="AutoShape 158">
              <a:extLst>
                <a:ext uri="{FF2B5EF4-FFF2-40B4-BE49-F238E27FC236}">
                  <a16:creationId xmlns:a16="http://schemas.microsoft.com/office/drawing/2014/main" id="{9113A86D-C9A0-4E55-AB4F-6DD7FCFA22EC}"/>
                </a:ext>
              </a:extLst>
            </p:cNvPr>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71" name="Rectangle 159">
              <a:extLst>
                <a:ext uri="{FF2B5EF4-FFF2-40B4-BE49-F238E27FC236}">
                  <a16:creationId xmlns:a16="http://schemas.microsoft.com/office/drawing/2014/main" id="{C54A3F29-1028-4787-B527-2AE021D2EBC2}"/>
                </a:ext>
              </a:extLst>
            </p:cNvPr>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72" name="Rectangle 160">
              <a:extLst>
                <a:ext uri="{FF2B5EF4-FFF2-40B4-BE49-F238E27FC236}">
                  <a16:creationId xmlns:a16="http://schemas.microsoft.com/office/drawing/2014/main" id="{F2688FF3-1B26-4321-B820-13C07EA587EA}"/>
                </a:ext>
              </a:extLst>
            </p:cNvPr>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173" name="Freeform 161">
              <a:extLst>
                <a:ext uri="{FF2B5EF4-FFF2-40B4-BE49-F238E27FC236}">
                  <a16:creationId xmlns:a16="http://schemas.microsoft.com/office/drawing/2014/main" id="{16B2A78A-4407-42D1-BE90-CE02DBC81DEF}"/>
                </a:ext>
              </a:extLst>
            </p:cNvPr>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74" name="Freeform 162">
              <a:extLst>
                <a:ext uri="{FF2B5EF4-FFF2-40B4-BE49-F238E27FC236}">
                  <a16:creationId xmlns:a16="http://schemas.microsoft.com/office/drawing/2014/main" id="{934DEACC-4F2C-4A12-A25D-D9C1AD7A38C4}"/>
                </a:ext>
              </a:extLst>
            </p:cNvPr>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175" name="Line 163">
              <a:extLst>
                <a:ext uri="{FF2B5EF4-FFF2-40B4-BE49-F238E27FC236}">
                  <a16:creationId xmlns:a16="http://schemas.microsoft.com/office/drawing/2014/main" id="{AB13F880-E99B-4172-8E6C-CA2C2A8EEABB}"/>
                </a:ext>
              </a:extLst>
            </p:cNvPr>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76" name="Freeform 164">
              <a:extLst>
                <a:ext uri="{FF2B5EF4-FFF2-40B4-BE49-F238E27FC236}">
                  <a16:creationId xmlns:a16="http://schemas.microsoft.com/office/drawing/2014/main" id="{63CC856E-4843-4DAB-A3B7-F0AB76A4B104}"/>
                </a:ext>
              </a:extLst>
            </p:cNvPr>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77" name="Freeform 165">
              <a:extLst>
                <a:ext uri="{FF2B5EF4-FFF2-40B4-BE49-F238E27FC236}">
                  <a16:creationId xmlns:a16="http://schemas.microsoft.com/office/drawing/2014/main" id="{A5A52738-3854-4336-B135-0CC82FE55EC1}"/>
                </a:ext>
              </a:extLst>
            </p:cNvPr>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178" name="Freeform 166">
              <a:extLst>
                <a:ext uri="{FF2B5EF4-FFF2-40B4-BE49-F238E27FC236}">
                  <a16:creationId xmlns:a16="http://schemas.microsoft.com/office/drawing/2014/main" id="{27C4A488-13B3-4BE3-BF15-F389AA5E66EE}"/>
                </a:ext>
              </a:extLst>
            </p:cNvPr>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79" name="Freeform 167">
              <a:extLst>
                <a:ext uri="{FF2B5EF4-FFF2-40B4-BE49-F238E27FC236}">
                  <a16:creationId xmlns:a16="http://schemas.microsoft.com/office/drawing/2014/main" id="{3D03A99F-25C1-4366-947B-B3DAA988568F}"/>
                </a:ext>
              </a:extLst>
            </p:cNvPr>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180" name="Freeform 168">
              <a:extLst>
                <a:ext uri="{FF2B5EF4-FFF2-40B4-BE49-F238E27FC236}">
                  <a16:creationId xmlns:a16="http://schemas.microsoft.com/office/drawing/2014/main" id="{4347042C-F929-4E7F-A624-6CB382BEFB85}"/>
                </a:ext>
              </a:extLst>
            </p:cNvPr>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81" name="Freeform 169">
              <a:extLst>
                <a:ext uri="{FF2B5EF4-FFF2-40B4-BE49-F238E27FC236}">
                  <a16:creationId xmlns:a16="http://schemas.microsoft.com/office/drawing/2014/main" id="{100C5C80-0F5A-49DC-A9E3-E9B5B5FC338D}"/>
                </a:ext>
              </a:extLst>
            </p:cNvPr>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182" name="Rectangle 170">
              <a:extLst>
                <a:ext uri="{FF2B5EF4-FFF2-40B4-BE49-F238E27FC236}">
                  <a16:creationId xmlns:a16="http://schemas.microsoft.com/office/drawing/2014/main" id="{186AF4A0-7098-43B3-9B92-F1B39FCFF6F3}"/>
                </a:ext>
              </a:extLst>
            </p:cNvPr>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83" name="Rectangle 171">
              <a:extLst>
                <a:ext uri="{FF2B5EF4-FFF2-40B4-BE49-F238E27FC236}">
                  <a16:creationId xmlns:a16="http://schemas.microsoft.com/office/drawing/2014/main" id="{EEF04750-8B03-4D0A-914E-F9EA455504AC}"/>
                </a:ext>
              </a:extLst>
            </p:cNvPr>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184" name="Freeform 172">
              <a:extLst>
                <a:ext uri="{FF2B5EF4-FFF2-40B4-BE49-F238E27FC236}">
                  <a16:creationId xmlns:a16="http://schemas.microsoft.com/office/drawing/2014/main" id="{C0DE8E12-81E0-4661-A8AC-A976DC228146}"/>
                </a:ext>
              </a:extLst>
            </p:cNvPr>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85" name="Rectangle 173">
              <a:extLst>
                <a:ext uri="{FF2B5EF4-FFF2-40B4-BE49-F238E27FC236}">
                  <a16:creationId xmlns:a16="http://schemas.microsoft.com/office/drawing/2014/main" id="{B1778469-5DBF-49AF-B8F8-DA96313DB316}"/>
                </a:ext>
              </a:extLst>
            </p:cNvPr>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186" name="Rectangle 174">
              <a:extLst>
                <a:ext uri="{FF2B5EF4-FFF2-40B4-BE49-F238E27FC236}">
                  <a16:creationId xmlns:a16="http://schemas.microsoft.com/office/drawing/2014/main" id="{895F52C0-2E52-4C79-8192-BAE0A5596DBC}"/>
                </a:ext>
              </a:extLst>
            </p:cNvPr>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187" name="Group 175">
            <a:extLst>
              <a:ext uri="{FF2B5EF4-FFF2-40B4-BE49-F238E27FC236}">
                <a16:creationId xmlns:a16="http://schemas.microsoft.com/office/drawing/2014/main" id="{481144E4-8624-4622-AB6D-48D853785A0B}"/>
              </a:ext>
            </a:extLst>
          </p:cNvPr>
          <p:cNvGrpSpPr>
            <a:grpSpLocks noChangeAspect="1"/>
          </p:cNvGrpSpPr>
          <p:nvPr/>
        </p:nvGrpSpPr>
        <p:grpSpPr bwMode="auto">
          <a:xfrm>
            <a:off x="4955996" y="5391162"/>
            <a:ext cx="693737" cy="627063"/>
            <a:chOff x="431" y="391"/>
            <a:chExt cx="573" cy="518"/>
          </a:xfrm>
        </p:grpSpPr>
        <p:sp>
          <p:nvSpPr>
            <p:cNvPr id="188" name="AutoShape 176">
              <a:extLst>
                <a:ext uri="{FF2B5EF4-FFF2-40B4-BE49-F238E27FC236}">
                  <a16:creationId xmlns:a16="http://schemas.microsoft.com/office/drawing/2014/main" id="{B30F5714-7DEE-44E9-A802-495AA56EF65C}"/>
                </a:ext>
              </a:extLst>
            </p:cNvPr>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89" name="Rectangle 177">
              <a:extLst>
                <a:ext uri="{FF2B5EF4-FFF2-40B4-BE49-F238E27FC236}">
                  <a16:creationId xmlns:a16="http://schemas.microsoft.com/office/drawing/2014/main" id="{70B16EEA-CD75-4200-BE7E-F997E1A0C994}"/>
                </a:ext>
              </a:extLst>
            </p:cNvPr>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90" name="Rectangle 178">
              <a:extLst>
                <a:ext uri="{FF2B5EF4-FFF2-40B4-BE49-F238E27FC236}">
                  <a16:creationId xmlns:a16="http://schemas.microsoft.com/office/drawing/2014/main" id="{A5651783-256D-4564-B15B-24BBF8D95C21}"/>
                </a:ext>
              </a:extLst>
            </p:cNvPr>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191" name="Freeform 179">
              <a:extLst>
                <a:ext uri="{FF2B5EF4-FFF2-40B4-BE49-F238E27FC236}">
                  <a16:creationId xmlns:a16="http://schemas.microsoft.com/office/drawing/2014/main" id="{66701BFA-9B69-47C8-8DD5-3C857304A4CC}"/>
                </a:ext>
              </a:extLst>
            </p:cNvPr>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92" name="Freeform 180">
              <a:extLst>
                <a:ext uri="{FF2B5EF4-FFF2-40B4-BE49-F238E27FC236}">
                  <a16:creationId xmlns:a16="http://schemas.microsoft.com/office/drawing/2014/main" id="{CFD87A15-9E96-45E0-8558-63C6B478F60D}"/>
                </a:ext>
              </a:extLst>
            </p:cNvPr>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193" name="Line 181">
              <a:extLst>
                <a:ext uri="{FF2B5EF4-FFF2-40B4-BE49-F238E27FC236}">
                  <a16:creationId xmlns:a16="http://schemas.microsoft.com/office/drawing/2014/main" id="{FAC22DF7-2E39-4253-A5A7-EB009FA76CB2}"/>
                </a:ext>
              </a:extLst>
            </p:cNvPr>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94" name="Freeform 182">
              <a:extLst>
                <a:ext uri="{FF2B5EF4-FFF2-40B4-BE49-F238E27FC236}">
                  <a16:creationId xmlns:a16="http://schemas.microsoft.com/office/drawing/2014/main" id="{9EFB23C0-06AE-4B4B-BDA8-7CB7635E390D}"/>
                </a:ext>
              </a:extLst>
            </p:cNvPr>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95" name="Freeform 183">
              <a:extLst>
                <a:ext uri="{FF2B5EF4-FFF2-40B4-BE49-F238E27FC236}">
                  <a16:creationId xmlns:a16="http://schemas.microsoft.com/office/drawing/2014/main" id="{FFD234E7-3813-4587-B012-63808624B084}"/>
                </a:ext>
              </a:extLst>
            </p:cNvPr>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196" name="Freeform 184">
              <a:extLst>
                <a:ext uri="{FF2B5EF4-FFF2-40B4-BE49-F238E27FC236}">
                  <a16:creationId xmlns:a16="http://schemas.microsoft.com/office/drawing/2014/main" id="{785B3579-CBD4-4254-83C3-9177118C6973}"/>
                </a:ext>
              </a:extLst>
            </p:cNvPr>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97" name="Freeform 185">
              <a:extLst>
                <a:ext uri="{FF2B5EF4-FFF2-40B4-BE49-F238E27FC236}">
                  <a16:creationId xmlns:a16="http://schemas.microsoft.com/office/drawing/2014/main" id="{18D5E584-658B-448A-A1C5-04F2BB67FA14}"/>
                </a:ext>
              </a:extLst>
            </p:cNvPr>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198" name="Freeform 186">
              <a:extLst>
                <a:ext uri="{FF2B5EF4-FFF2-40B4-BE49-F238E27FC236}">
                  <a16:creationId xmlns:a16="http://schemas.microsoft.com/office/drawing/2014/main" id="{01B95D57-6E9F-43DE-9FCC-A37AFC61814D}"/>
                </a:ext>
              </a:extLst>
            </p:cNvPr>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99" name="Freeform 187">
              <a:extLst>
                <a:ext uri="{FF2B5EF4-FFF2-40B4-BE49-F238E27FC236}">
                  <a16:creationId xmlns:a16="http://schemas.microsoft.com/office/drawing/2014/main" id="{8FCD63DA-0065-4695-AD8A-AF231B6A1B52}"/>
                </a:ext>
              </a:extLst>
            </p:cNvPr>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200" name="Rectangle 188">
              <a:extLst>
                <a:ext uri="{FF2B5EF4-FFF2-40B4-BE49-F238E27FC236}">
                  <a16:creationId xmlns:a16="http://schemas.microsoft.com/office/drawing/2014/main" id="{18C83C2F-B9D4-4ADD-B2F0-5A2D626270F7}"/>
                </a:ext>
              </a:extLst>
            </p:cNvPr>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201" name="Rectangle 189">
              <a:extLst>
                <a:ext uri="{FF2B5EF4-FFF2-40B4-BE49-F238E27FC236}">
                  <a16:creationId xmlns:a16="http://schemas.microsoft.com/office/drawing/2014/main" id="{97553CC0-D8B4-4B67-AB04-1B9BEC5919A1}"/>
                </a:ext>
              </a:extLst>
            </p:cNvPr>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202" name="Freeform 190">
              <a:extLst>
                <a:ext uri="{FF2B5EF4-FFF2-40B4-BE49-F238E27FC236}">
                  <a16:creationId xmlns:a16="http://schemas.microsoft.com/office/drawing/2014/main" id="{80663A55-30ED-4B7F-A793-E76FB134E47E}"/>
                </a:ext>
              </a:extLst>
            </p:cNvPr>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03" name="Rectangle 191">
              <a:extLst>
                <a:ext uri="{FF2B5EF4-FFF2-40B4-BE49-F238E27FC236}">
                  <a16:creationId xmlns:a16="http://schemas.microsoft.com/office/drawing/2014/main" id="{BE18CFD2-1B8A-40A2-829C-3F9137C3B0B8}"/>
                </a:ext>
              </a:extLst>
            </p:cNvPr>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204" name="Rectangle 192">
              <a:extLst>
                <a:ext uri="{FF2B5EF4-FFF2-40B4-BE49-F238E27FC236}">
                  <a16:creationId xmlns:a16="http://schemas.microsoft.com/office/drawing/2014/main" id="{77F35F7F-4B12-4940-852E-9C2C5C420745}"/>
                </a:ext>
              </a:extLst>
            </p:cNvPr>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205" name="Group 193">
            <a:extLst>
              <a:ext uri="{FF2B5EF4-FFF2-40B4-BE49-F238E27FC236}">
                <a16:creationId xmlns:a16="http://schemas.microsoft.com/office/drawing/2014/main" id="{38639712-ACA5-4007-940A-C74750529896}"/>
              </a:ext>
            </a:extLst>
          </p:cNvPr>
          <p:cNvGrpSpPr>
            <a:grpSpLocks noChangeAspect="1"/>
          </p:cNvGrpSpPr>
          <p:nvPr/>
        </p:nvGrpSpPr>
        <p:grpSpPr bwMode="auto">
          <a:xfrm>
            <a:off x="2220733" y="3879862"/>
            <a:ext cx="1441450" cy="733425"/>
            <a:chOff x="2517" y="1616"/>
            <a:chExt cx="908" cy="462"/>
          </a:xfrm>
        </p:grpSpPr>
        <p:sp>
          <p:nvSpPr>
            <p:cNvPr id="206" name="AutoShape 194">
              <a:extLst>
                <a:ext uri="{FF2B5EF4-FFF2-40B4-BE49-F238E27FC236}">
                  <a16:creationId xmlns:a16="http://schemas.microsoft.com/office/drawing/2014/main" id="{FDD3549A-BCE0-4457-9D6D-6EB17D43D67F}"/>
                </a:ext>
              </a:extLst>
            </p:cNvPr>
            <p:cNvSpPr>
              <a:spLocks noChangeAspect="1" noChangeArrowheads="1" noTextEdit="1"/>
            </p:cNvSpPr>
            <p:nvPr/>
          </p:nvSpPr>
          <p:spPr bwMode="auto">
            <a:xfrm>
              <a:off x="2517" y="1619"/>
              <a:ext cx="908" cy="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207" name="Oval 195">
              <a:extLst>
                <a:ext uri="{FF2B5EF4-FFF2-40B4-BE49-F238E27FC236}">
                  <a16:creationId xmlns:a16="http://schemas.microsoft.com/office/drawing/2014/main" id="{7EBEA426-03F2-4234-AB04-35C83BF7B403}"/>
                </a:ext>
              </a:extLst>
            </p:cNvPr>
            <p:cNvSpPr>
              <a:spLocks noChangeAspect="1" noChangeArrowheads="1"/>
            </p:cNvSpPr>
            <p:nvPr/>
          </p:nvSpPr>
          <p:spPr bwMode="auto">
            <a:xfrm>
              <a:off x="2519" y="1811"/>
              <a:ext cx="904" cy="265"/>
            </a:xfrm>
            <a:prstGeom prst="ellipse">
              <a:avLst/>
            </a:prstGeom>
            <a:gradFill rotWithShape="1">
              <a:gsLst>
                <a:gs pos="0">
                  <a:srgbClr val="66FFCC"/>
                </a:gs>
                <a:gs pos="100000">
                  <a:srgbClr val="66FFCC">
                    <a:gamma/>
                    <a:shade val="46275"/>
                    <a:invGamma/>
                  </a:srgbClr>
                </a:gs>
              </a:gsLst>
              <a:lin ang="0" scaled="1"/>
            </a:gradFill>
            <a:ln w="12700">
              <a:solidFill>
                <a:srgbClr val="009999"/>
              </a:solidFill>
              <a:round/>
              <a:headEnd/>
              <a:tailEnd/>
            </a:ln>
          </p:spPr>
          <p:txBody>
            <a:bodyPr/>
            <a:lstStyle/>
            <a:p>
              <a:endParaRPr lang="fr-FR"/>
            </a:p>
          </p:txBody>
        </p:sp>
        <p:sp>
          <p:nvSpPr>
            <p:cNvPr id="208" name="Rectangle 196">
              <a:extLst>
                <a:ext uri="{FF2B5EF4-FFF2-40B4-BE49-F238E27FC236}">
                  <a16:creationId xmlns:a16="http://schemas.microsoft.com/office/drawing/2014/main" id="{4BA0394F-9B21-4AB8-A42E-5AE86F270A82}"/>
                </a:ext>
              </a:extLst>
            </p:cNvPr>
            <p:cNvSpPr>
              <a:spLocks noChangeAspect="1" noChangeArrowheads="1"/>
            </p:cNvSpPr>
            <p:nvPr/>
          </p:nvSpPr>
          <p:spPr bwMode="auto">
            <a:xfrm>
              <a:off x="2517" y="1756"/>
              <a:ext cx="903" cy="18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209" name="Rectangle 197">
              <a:extLst>
                <a:ext uri="{FF2B5EF4-FFF2-40B4-BE49-F238E27FC236}">
                  <a16:creationId xmlns:a16="http://schemas.microsoft.com/office/drawing/2014/main" id="{1A37F40E-4004-4E07-B8C7-9BE2AE7E7D72}"/>
                </a:ext>
              </a:extLst>
            </p:cNvPr>
            <p:cNvSpPr>
              <a:spLocks noChangeAspect="1" noChangeArrowheads="1"/>
            </p:cNvSpPr>
            <p:nvPr/>
          </p:nvSpPr>
          <p:spPr bwMode="auto">
            <a:xfrm>
              <a:off x="2518" y="1756"/>
              <a:ext cx="903" cy="189"/>
            </a:xfrm>
            <a:prstGeom prst="rect">
              <a:avLst/>
            </a:prstGeom>
            <a:gradFill rotWithShape="1">
              <a:gsLst>
                <a:gs pos="0">
                  <a:srgbClr val="66FFCC"/>
                </a:gs>
                <a:gs pos="100000">
                  <a:srgbClr val="66FFCC">
                    <a:gamma/>
                    <a:shade val="46275"/>
                    <a:invGamma/>
                  </a:srgbClr>
                </a:gs>
              </a:gsLst>
              <a:lin ang="0" scaled="1"/>
            </a:gradFill>
            <a:ln>
              <a:noFill/>
            </a:ln>
            <a:extLst>
              <a:ext uri="{91240B29-F687-4F45-9708-019B960494DF}">
                <a14:hiddenLine xmlns:a14="http://schemas.microsoft.com/office/drawing/2010/main" w="9525">
                  <a:solidFill>
                    <a:srgbClr val="33CCCC"/>
                  </a:solidFill>
                  <a:miter lim="800000"/>
                  <a:headEnd/>
                  <a:tailEnd/>
                </a14:hiddenLine>
              </a:ext>
            </a:extLst>
          </p:spPr>
          <p:txBody>
            <a:bodyPr/>
            <a:lstStyle/>
            <a:p>
              <a:endParaRPr lang="fr-FR"/>
            </a:p>
          </p:txBody>
        </p:sp>
        <p:sp>
          <p:nvSpPr>
            <p:cNvPr id="210" name="Oval 198">
              <a:extLst>
                <a:ext uri="{FF2B5EF4-FFF2-40B4-BE49-F238E27FC236}">
                  <a16:creationId xmlns:a16="http://schemas.microsoft.com/office/drawing/2014/main" id="{8CB09B2C-7BF3-49D8-8F50-1EC0ECDBAEE6}"/>
                </a:ext>
              </a:extLst>
            </p:cNvPr>
            <p:cNvSpPr>
              <a:spLocks noChangeAspect="1" noChangeArrowheads="1"/>
            </p:cNvSpPr>
            <p:nvPr/>
          </p:nvSpPr>
          <p:spPr bwMode="auto">
            <a:xfrm>
              <a:off x="2519" y="1616"/>
              <a:ext cx="904" cy="265"/>
            </a:xfrm>
            <a:prstGeom prst="ellipse">
              <a:avLst/>
            </a:prstGeom>
            <a:solidFill>
              <a:srgbClr val="66FFCC"/>
            </a:solidFill>
            <a:ln w="12700">
              <a:solidFill>
                <a:srgbClr val="009999"/>
              </a:solidFill>
              <a:round/>
              <a:headEnd/>
              <a:tailEnd/>
            </a:ln>
          </p:spPr>
          <p:txBody>
            <a:bodyPr/>
            <a:lstStyle/>
            <a:p>
              <a:endParaRPr lang="fr-FR"/>
            </a:p>
          </p:txBody>
        </p:sp>
        <p:grpSp>
          <p:nvGrpSpPr>
            <p:cNvPr id="211" name="Group 199">
              <a:extLst>
                <a:ext uri="{FF2B5EF4-FFF2-40B4-BE49-F238E27FC236}">
                  <a16:creationId xmlns:a16="http://schemas.microsoft.com/office/drawing/2014/main" id="{7388AC92-D8AF-4537-9526-C0243BD56B9E}"/>
                </a:ext>
              </a:extLst>
            </p:cNvPr>
            <p:cNvGrpSpPr>
              <a:grpSpLocks noChangeAspect="1"/>
            </p:cNvGrpSpPr>
            <p:nvPr/>
          </p:nvGrpSpPr>
          <p:grpSpPr bwMode="auto">
            <a:xfrm>
              <a:off x="2655" y="1652"/>
              <a:ext cx="621" cy="199"/>
              <a:chOff x="914" y="2243"/>
              <a:chExt cx="2392" cy="766"/>
            </a:xfrm>
          </p:grpSpPr>
          <p:sp>
            <p:nvSpPr>
              <p:cNvPr id="218" name="Freeform 200">
                <a:extLst>
                  <a:ext uri="{FF2B5EF4-FFF2-40B4-BE49-F238E27FC236}">
                    <a16:creationId xmlns:a16="http://schemas.microsoft.com/office/drawing/2014/main" id="{3123C4E6-3CDC-4C22-9F22-94685FAE39A2}"/>
                  </a:ext>
                </a:extLst>
              </p:cNvPr>
              <p:cNvSpPr>
                <a:spLocks noChangeAspect="1"/>
              </p:cNvSpPr>
              <p:nvPr/>
            </p:nvSpPr>
            <p:spPr bwMode="auto">
              <a:xfrm>
                <a:off x="2163" y="2261"/>
                <a:ext cx="1143" cy="328"/>
              </a:xfrm>
              <a:custGeom>
                <a:avLst/>
                <a:gdLst>
                  <a:gd name="T0" fmla="*/ 0 w 1143"/>
                  <a:gd name="T1" fmla="*/ 255 h 328"/>
                  <a:gd name="T2" fmla="*/ 254 w 1143"/>
                  <a:gd name="T3" fmla="*/ 328 h 328"/>
                  <a:gd name="T4" fmla="*/ 868 w 1143"/>
                  <a:gd name="T5" fmla="*/ 109 h 328"/>
                  <a:gd name="T6" fmla="*/ 1143 w 1143"/>
                  <a:gd name="T7" fmla="*/ 182 h 328"/>
                  <a:gd name="T8" fmla="*/ 995 w 1143"/>
                  <a:gd name="T9" fmla="*/ 0 h 328"/>
                  <a:gd name="T10" fmla="*/ 275 w 1143"/>
                  <a:gd name="T11" fmla="*/ 0 h 328"/>
                  <a:gd name="T12" fmla="*/ 572 w 1143"/>
                  <a:gd name="T13" fmla="*/ 55 h 328"/>
                  <a:gd name="T14" fmla="*/ 0 w 1143"/>
                  <a:gd name="T15" fmla="*/ 255 h 3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28">
                    <a:moveTo>
                      <a:pt x="0" y="255"/>
                    </a:moveTo>
                    <a:lnTo>
                      <a:pt x="254" y="328"/>
                    </a:lnTo>
                    <a:lnTo>
                      <a:pt x="868" y="109"/>
                    </a:lnTo>
                    <a:lnTo>
                      <a:pt x="1143" y="182"/>
                    </a:lnTo>
                    <a:lnTo>
                      <a:pt x="995" y="0"/>
                    </a:lnTo>
                    <a:lnTo>
                      <a:pt x="275" y="0"/>
                    </a:lnTo>
                    <a:lnTo>
                      <a:pt x="572" y="55"/>
                    </a:lnTo>
                    <a:lnTo>
                      <a:pt x="0" y="255"/>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19" name="Freeform 201">
                <a:extLst>
                  <a:ext uri="{FF2B5EF4-FFF2-40B4-BE49-F238E27FC236}">
                    <a16:creationId xmlns:a16="http://schemas.microsoft.com/office/drawing/2014/main" id="{BF89170B-5E0E-4106-B664-13C317C60ED0}"/>
                  </a:ext>
                </a:extLst>
              </p:cNvPr>
              <p:cNvSpPr>
                <a:spLocks noChangeAspect="1"/>
              </p:cNvSpPr>
              <p:nvPr/>
            </p:nvSpPr>
            <p:spPr bwMode="auto">
              <a:xfrm>
                <a:off x="2163" y="2261"/>
                <a:ext cx="1143" cy="328"/>
              </a:xfrm>
              <a:custGeom>
                <a:avLst/>
                <a:gdLst>
                  <a:gd name="T0" fmla="*/ 0 w 1143"/>
                  <a:gd name="T1" fmla="*/ 255 h 328"/>
                  <a:gd name="T2" fmla="*/ 254 w 1143"/>
                  <a:gd name="T3" fmla="*/ 328 h 328"/>
                  <a:gd name="T4" fmla="*/ 868 w 1143"/>
                  <a:gd name="T5" fmla="*/ 109 h 328"/>
                  <a:gd name="T6" fmla="*/ 1143 w 1143"/>
                  <a:gd name="T7" fmla="*/ 182 h 328"/>
                  <a:gd name="T8" fmla="*/ 995 w 1143"/>
                  <a:gd name="T9" fmla="*/ 0 h 328"/>
                  <a:gd name="T10" fmla="*/ 275 w 1143"/>
                  <a:gd name="T11" fmla="*/ 0 h 328"/>
                  <a:gd name="T12" fmla="*/ 572 w 1143"/>
                  <a:gd name="T13" fmla="*/ 55 h 328"/>
                  <a:gd name="T14" fmla="*/ 0 w 1143"/>
                  <a:gd name="T15" fmla="*/ 255 h 3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28">
                    <a:moveTo>
                      <a:pt x="0" y="255"/>
                    </a:moveTo>
                    <a:lnTo>
                      <a:pt x="254" y="328"/>
                    </a:lnTo>
                    <a:lnTo>
                      <a:pt x="868" y="109"/>
                    </a:lnTo>
                    <a:lnTo>
                      <a:pt x="1143" y="182"/>
                    </a:lnTo>
                    <a:lnTo>
                      <a:pt x="995" y="0"/>
                    </a:lnTo>
                    <a:lnTo>
                      <a:pt x="275" y="0"/>
                    </a:lnTo>
                    <a:lnTo>
                      <a:pt x="572" y="55"/>
                    </a:lnTo>
                    <a:lnTo>
                      <a:pt x="0" y="255"/>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20" name="Freeform 202">
                <a:extLst>
                  <a:ext uri="{FF2B5EF4-FFF2-40B4-BE49-F238E27FC236}">
                    <a16:creationId xmlns:a16="http://schemas.microsoft.com/office/drawing/2014/main" id="{1D27F6AB-2523-49E0-800A-000F7035BD7A}"/>
                  </a:ext>
                </a:extLst>
              </p:cNvPr>
              <p:cNvSpPr>
                <a:spLocks noChangeAspect="1"/>
              </p:cNvSpPr>
              <p:nvPr/>
            </p:nvSpPr>
            <p:spPr bwMode="auto">
              <a:xfrm>
                <a:off x="914" y="2644"/>
                <a:ext cx="1143" cy="346"/>
              </a:xfrm>
              <a:custGeom>
                <a:avLst/>
                <a:gdLst>
                  <a:gd name="T0" fmla="*/ 1143 w 1143"/>
                  <a:gd name="T1" fmla="*/ 73 h 346"/>
                  <a:gd name="T2" fmla="*/ 889 w 1143"/>
                  <a:gd name="T3" fmla="*/ 0 h 346"/>
                  <a:gd name="T4" fmla="*/ 297 w 1143"/>
                  <a:gd name="T5" fmla="*/ 219 h 346"/>
                  <a:gd name="T6" fmla="*/ 0 w 1143"/>
                  <a:gd name="T7" fmla="*/ 146 h 346"/>
                  <a:gd name="T8" fmla="*/ 148 w 1143"/>
                  <a:gd name="T9" fmla="*/ 346 h 346"/>
                  <a:gd name="T10" fmla="*/ 889 w 1143"/>
                  <a:gd name="T11" fmla="*/ 346 h 346"/>
                  <a:gd name="T12" fmla="*/ 572 w 1143"/>
                  <a:gd name="T13" fmla="*/ 273 h 346"/>
                  <a:gd name="T14" fmla="*/ 1143 w 1143"/>
                  <a:gd name="T15" fmla="*/ 73 h 34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46">
                    <a:moveTo>
                      <a:pt x="1143" y="73"/>
                    </a:moveTo>
                    <a:lnTo>
                      <a:pt x="889" y="0"/>
                    </a:lnTo>
                    <a:lnTo>
                      <a:pt x="297" y="219"/>
                    </a:lnTo>
                    <a:lnTo>
                      <a:pt x="0" y="146"/>
                    </a:lnTo>
                    <a:lnTo>
                      <a:pt x="148" y="346"/>
                    </a:lnTo>
                    <a:lnTo>
                      <a:pt x="889" y="346"/>
                    </a:lnTo>
                    <a:lnTo>
                      <a:pt x="572" y="273"/>
                    </a:lnTo>
                    <a:lnTo>
                      <a:pt x="1143" y="73"/>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21" name="Freeform 203">
                <a:extLst>
                  <a:ext uri="{FF2B5EF4-FFF2-40B4-BE49-F238E27FC236}">
                    <a16:creationId xmlns:a16="http://schemas.microsoft.com/office/drawing/2014/main" id="{4EAAA068-172F-4DE2-8969-58E6A8C94C93}"/>
                  </a:ext>
                </a:extLst>
              </p:cNvPr>
              <p:cNvSpPr>
                <a:spLocks noChangeAspect="1"/>
              </p:cNvSpPr>
              <p:nvPr/>
            </p:nvSpPr>
            <p:spPr bwMode="auto">
              <a:xfrm>
                <a:off x="914" y="2644"/>
                <a:ext cx="1143" cy="346"/>
              </a:xfrm>
              <a:custGeom>
                <a:avLst/>
                <a:gdLst>
                  <a:gd name="T0" fmla="*/ 1143 w 1143"/>
                  <a:gd name="T1" fmla="*/ 73 h 346"/>
                  <a:gd name="T2" fmla="*/ 889 w 1143"/>
                  <a:gd name="T3" fmla="*/ 0 h 346"/>
                  <a:gd name="T4" fmla="*/ 297 w 1143"/>
                  <a:gd name="T5" fmla="*/ 219 h 346"/>
                  <a:gd name="T6" fmla="*/ 0 w 1143"/>
                  <a:gd name="T7" fmla="*/ 146 h 346"/>
                  <a:gd name="T8" fmla="*/ 148 w 1143"/>
                  <a:gd name="T9" fmla="*/ 346 h 346"/>
                  <a:gd name="T10" fmla="*/ 889 w 1143"/>
                  <a:gd name="T11" fmla="*/ 346 h 346"/>
                  <a:gd name="T12" fmla="*/ 572 w 1143"/>
                  <a:gd name="T13" fmla="*/ 273 h 346"/>
                  <a:gd name="T14" fmla="*/ 1143 w 1143"/>
                  <a:gd name="T15" fmla="*/ 73 h 34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46">
                    <a:moveTo>
                      <a:pt x="1143" y="73"/>
                    </a:moveTo>
                    <a:lnTo>
                      <a:pt x="889" y="0"/>
                    </a:lnTo>
                    <a:lnTo>
                      <a:pt x="297" y="219"/>
                    </a:lnTo>
                    <a:lnTo>
                      <a:pt x="0" y="146"/>
                    </a:lnTo>
                    <a:lnTo>
                      <a:pt x="148" y="346"/>
                    </a:lnTo>
                    <a:lnTo>
                      <a:pt x="889" y="346"/>
                    </a:lnTo>
                    <a:lnTo>
                      <a:pt x="572" y="273"/>
                    </a:lnTo>
                    <a:lnTo>
                      <a:pt x="1143" y="73"/>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22" name="Freeform 204">
                <a:extLst>
                  <a:ext uri="{FF2B5EF4-FFF2-40B4-BE49-F238E27FC236}">
                    <a16:creationId xmlns:a16="http://schemas.microsoft.com/office/drawing/2014/main" id="{19650FF1-D300-466B-AAEA-4DA043E3BFCD}"/>
                  </a:ext>
                </a:extLst>
              </p:cNvPr>
              <p:cNvSpPr>
                <a:spLocks noChangeAspect="1"/>
              </p:cNvSpPr>
              <p:nvPr/>
            </p:nvSpPr>
            <p:spPr bwMode="auto">
              <a:xfrm>
                <a:off x="978" y="2243"/>
                <a:ext cx="1143" cy="328"/>
              </a:xfrm>
              <a:custGeom>
                <a:avLst/>
                <a:gdLst>
                  <a:gd name="T0" fmla="*/ 0 w 1143"/>
                  <a:gd name="T1" fmla="*/ 73 h 328"/>
                  <a:gd name="T2" fmla="*/ 254 w 1143"/>
                  <a:gd name="T3" fmla="*/ 0 h 328"/>
                  <a:gd name="T4" fmla="*/ 868 w 1143"/>
                  <a:gd name="T5" fmla="*/ 200 h 328"/>
                  <a:gd name="T6" fmla="*/ 1143 w 1143"/>
                  <a:gd name="T7" fmla="*/ 146 h 328"/>
                  <a:gd name="T8" fmla="*/ 995 w 1143"/>
                  <a:gd name="T9" fmla="*/ 328 h 328"/>
                  <a:gd name="T10" fmla="*/ 275 w 1143"/>
                  <a:gd name="T11" fmla="*/ 328 h 328"/>
                  <a:gd name="T12" fmla="*/ 571 w 1143"/>
                  <a:gd name="T13" fmla="*/ 273 h 328"/>
                  <a:gd name="T14" fmla="*/ 0 w 1143"/>
                  <a:gd name="T15" fmla="*/ 73 h 3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28">
                    <a:moveTo>
                      <a:pt x="0" y="73"/>
                    </a:moveTo>
                    <a:lnTo>
                      <a:pt x="254" y="0"/>
                    </a:lnTo>
                    <a:lnTo>
                      <a:pt x="868" y="200"/>
                    </a:lnTo>
                    <a:lnTo>
                      <a:pt x="1143" y="146"/>
                    </a:lnTo>
                    <a:lnTo>
                      <a:pt x="995" y="328"/>
                    </a:lnTo>
                    <a:lnTo>
                      <a:pt x="275" y="328"/>
                    </a:lnTo>
                    <a:lnTo>
                      <a:pt x="571" y="273"/>
                    </a:lnTo>
                    <a:lnTo>
                      <a:pt x="0" y="73"/>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23" name="Freeform 205">
                <a:extLst>
                  <a:ext uri="{FF2B5EF4-FFF2-40B4-BE49-F238E27FC236}">
                    <a16:creationId xmlns:a16="http://schemas.microsoft.com/office/drawing/2014/main" id="{D92843BB-80F0-46C8-86F8-5F14CD83F605}"/>
                  </a:ext>
                </a:extLst>
              </p:cNvPr>
              <p:cNvSpPr>
                <a:spLocks noChangeAspect="1"/>
              </p:cNvSpPr>
              <p:nvPr/>
            </p:nvSpPr>
            <p:spPr bwMode="auto">
              <a:xfrm>
                <a:off x="978" y="2243"/>
                <a:ext cx="1143" cy="328"/>
              </a:xfrm>
              <a:custGeom>
                <a:avLst/>
                <a:gdLst>
                  <a:gd name="T0" fmla="*/ 0 w 1143"/>
                  <a:gd name="T1" fmla="*/ 73 h 328"/>
                  <a:gd name="T2" fmla="*/ 254 w 1143"/>
                  <a:gd name="T3" fmla="*/ 0 h 328"/>
                  <a:gd name="T4" fmla="*/ 868 w 1143"/>
                  <a:gd name="T5" fmla="*/ 200 h 328"/>
                  <a:gd name="T6" fmla="*/ 1143 w 1143"/>
                  <a:gd name="T7" fmla="*/ 146 h 328"/>
                  <a:gd name="T8" fmla="*/ 995 w 1143"/>
                  <a:gd name="T9" fmla="*/ 328 h 328"/>
                  <a:gd name="T10" fmla="*/ 275 w 1143"/>
                  <a:gd name="T11" fmla="*/ 328 h 328"/>
                  <a:gd name="T12" fmla="*/ 571 w 1143"/>
                  <a:gd name="T13" fmla="*/ 273 h 328"/>
                  <a:gd name="T14" fmla="*/ 0 w 1143"/>
                  <a:gd name="T15" fmla="*/ 73 h 3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28">
                    <a:moveTo>
                      <a:pt x="0" y="73"/>
                    </a:moveTo>
                    <a:lnTo>
                      <a:pt x="254" y="0"/>
                    </a:lnTo>
                    <a:lnTo>
                      <a:pt x="868" y="200"/>
                    </a:lnTo>
                    <a:lnTo>
                      <a:pt x="1143" y="146"/>
                    </a:lnTo>
                    <a:lnTo>
                      <a:pt x="995" y="328"/>
                    </a:lnTo>
                    <a:lnTo>
                      <a:pt x="275" y="328"/>
                    </a:lnTo>
                    <a:lnTo>
                      <a:pt x="571" y="273"/>
                    </a:lnTo>
                    <a:lnTo>
                      <a:pt x="0" y="73"/>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24" name="Freeform 206">
                <a:extLst>
                  <a:ext uri="{FF2B5EF4-FFF2-40B4-BE49-F238E27FC236}">
                    <a16:creationId xmlns:a16="http://schemas.microsoft.com/office/drawing/2014/main" id="{CA395F4C-4136-41C0-B063-3EDE3E2106E5}"/>
                  </a:ext>
                </a:extLst>
              </p:cNvPr>
              <p:cNvSpPr>
                <a:spLocks noChangeAspect="1"/>
              </p:cNvSpPr>
              <p:nvPr/>
            </p:nvSpPr>
            <p:spPr bwMode="auto">
              <a:xfrm>
                <a:off x="2121" y="2680"/>
                <a:ext cx="1143" cy="329"/>
              </a:xfrm>
              <a:custGeom>
                <a:avLst/>
                <a:gdLst>
                  <a:gd name="T0" fmla="*/ 1143 w 1143"/>
                  <a:gd name="T1" fmla="*/ 256 h 329"/>
                  <a:gd name="T2" fmla="*/ 889 w 1143"/>
                  <a:gd name="T3" fmla="*/ 329 h 329"/>
                  <a:gd name="T4" fmla="*/ 296 w 1143"/>
                  <a:gd name="T5" fmla="*/ 110 h 329"/>
                  <a:gd name="T6" fmla="*/ 0 w 1143"/>
                  <a:gd name="T7" fmla="*/ 183 h 329"/>
                  <a:gd name="T8" fmla="*/ 148 w 1143"/>
                  <a:gd name="T9" fmla="*/ 0 h 329"/>
                  <a:gd name="T10" fmla="*/ 889 w 1143"/>
                  <a:gd name="T11" fmla="*/ 0 h 329"/>
                  <a:gd name="T12" fmla="*/ 571 w 1143"/>
                  <a:gd name="T13" fmla="*/ 55 h 329"/>
                  <a:gd name="T14" fmla="*/ 1143 w 1143"/>
                  <a:gd name="T15" fmla="*/ 256 h 32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29">
                    <a:moveTo>
                      <a:pt x="1143" y="256"/>
                    </a:moveTo>
                    <a:lnTo>
                      <a:pt x="889" y="329"/>
                    </a:lnTo>
                    <a:lnTo>
                      <a:pt x="296" y="110"/>
                    </a:lnTo>
                    <a:lnTo>
                      <a:pt x="0" y="183"/>
                    </a:lnTo>
                    <a:lnTo>
                      <a:pt x="148" y="0"/>
                    </a:lnTo>
                    <a:lnTo>
                      <a:pt x="889" y="0"/>
                    </a:lnTo>
                    <a:lnTo>
                      <a:pt x="571" y="55"/>
                    </a:lnTo>
                    <a:lnTo>
                      <a:pt x="1143" y="25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25" name="Freeform 207">
                <a:extLst>
                  <a:ext uri="{FF2B5EF4-FFF2-40B4-BE49-F238E27FC236}">
                    <a16:creationId xmlns:a16="http://schemas.microsoft.com/office/drawing/2014/main" id="{26D4A19C-3805-4F86-98DB-9A4BFE17E32F}"/>
                  </a:ext>
                </a:extLst>
              </p:cNvPr>
              <p:cNvSpPr>
                <a:spLocks noChangeAspect="1"/>
              </p:cNvSpPr>
              <p:nvPr/>
            </p:nvSpPr>
            <p:spPr bwMode="auto">
              <a:xfrm>
                <a:off x="2121" y="2680"/>
                <a:ext cx="1143" cy="329"/>
              </a:xfrm>
              <a:custGeom>
                <a:avLst/>
                <a:gdLst>
                  <a:gd name="T0" fmla="*/ 1143 w 1143"/>
                  <a:gd name="T1" fmla="*/ 256 h 329"/>
                  <a:gd name="T2" fmla="*/ 889 w 1143"/>
                  <a:gd name="T3" fmla="*/ 329 h 329"/>
                  <a:gd name="T4" fmla="*/ 296 w 1143"/>
                  <a:gd name="T5" fmla="*/ 110 h 329"/>
                  <a:gd name="T6" fmla="*/ 0 w 1143"/>
                  <a:gd name="T7" fmla="*/ 183 h 329"/>
                  <a:gd name="T8" fmla="*/ 148 w 1143"/>
                  <a:gd name="T9" fmla="*/ 0 h 329"/>
                  <a:gd name="T10" fmla="*/ 889 w 1143"/>
                  <a:gd name="T11" fmla="*/ 0 h 329"/>
                  <a:gd name="T12" fmla="*/ 571 w 1143"/>
                  <a:gd name="T13" fmla="*/ 55 h 329"/>
                  <a:gd name="T14" fmla="*/ 1143 w 1143"/>
                  <a:gd name="T15" fmla="*/ 256 h 32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29">
                    <a:moveTo>
                      <a:pt x="1143" y="256"/>
                    </a:moveTo>
                    <a:lnTo>
                      <a:pt x="889" y="329"/>
                    </a:lnTo>
                    <a:lnTo>
                      <a:pt x="296" y="110"/>
                    </a:lnTo>
                    <a:lnTo>
                      <a:pt x="0" y="183"/>
                    </a:lnTo>
                    <a:lnTo>
                      <a:pt x="148" y="0"/>
                    </a:lnTo>
                    <a:lnTo>
                      <a:pt x="889" y="0"/>
                    </a:lnTo>
                    <a:lnTo>
                      <a:pt x="571" y="55"/>
                    </a:lnTo>
                    <a:lnTo>
                      <a:pt x="1143" y="25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grpSp>
        <p:sp>
          <p:nvSpPr>
            <p:cNvPr id="212" name="Freeform 208">
              <a:extLst>
                <a:ext uri="{FF2B5EF4-FFF2-40B4-BE49-F238E27FC236}">
                  <a16:creationId xmlns:a16="http://schemas.microsoft.com/office/drawing/2014/main" id="{4637C4B0-292F-439A-BA3A-F0D9ACE9506C}"/>
                </a:ext>
              </a:extLst>
            </p:cNvPr>
            <p:cNvSpPr>
              <a:spLocks noChangeAspect="1"/>
            </p:cNvSpPr>
            <p:nvPr/>
          </p:nvSpPr>
          <p:spPr bwMode="auto">
            <a:xfrm>
              <a:off x="2972" y="1646"/>
              <a:ext cx="297" cy="85"/>
            </a:xfrm>
            <a:custGeom>
              <a:avLst/>
              <a:gdLst>
                <a:gd name="T0" fmla="*/ 0 w 1144"/>
                <a:gd name="T1" fmla="*/ 255 h 328"/>
                <a:gd name="T2" fmla="*/ 254 w 1144"/>
                <a:gd name="T3" fmla="*/ 328 h 328"/>
                <a:gd name="T4" fmla="*/ 868 w 1144"/>
                <a:gd name="T5" fmla="*/ 110 h 328"/>
                <a:gd name="T6" fmla="*/ 1144 w 1144"/>
                <a:gd name="T7" fmla="*/ 183 h 328"/>
                <a:gd name="T8" fmla="*/ 995 w 1144"/>
                <a:gd name="T9" fmla="*/ 0 h 328"/>
                <a:gd name="T10" fmla="*/ 276 w 1144"/>
                <a:gd name="T11" fmla="*/ 0 h 328"/>
                <a:gd name="T12" fmla="*/ 572 w 1144"/>
                <a:gd name="T13" fmla="*/ 55 h 328"/>
                <a:gd name="T14" fmla="*/ 0 w 1144"/>
                <a:gd name="T15" fmla="*/ 255 h 3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4" h="328">
                  <a:moveTo>
                    <a:pt x="0" y="255"/>
                  </a:moveTo>
                  <a:lnTo>
                    <a:pt x="254" y="328"/>
                  </a:lnTo>
                  <a:lnTo>
                    <a:pt x="868" y="110"/>
                  </a:lnTo>
                  <a:lnTo>
                    <a:pt x="1144" y="183"/>
                  </a:lnTo>
                  <a:lnTo>
                    <a:pt x="995" y="0"/>
                  </a:lnTo>
                  <a:lnTo>
                    <a:pt x="276" y="0"/>
                  </a:lnTo>
                  <a:lnTo>
                    <a:pt x="572" y="55"/>
                  </a:lnTo>
                  <a:lnTo>
                    <a:pt x="0" y="25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13" name="Freeform 209">
              <a:extLst>
                <a:ext uri="{FF2B5EF4-FFF2-40B4-BE49-F238E27FC236}">
                  <a16:creationId xmlns:a16="http://schemas.microsoft.com/office/drawing/2014/main" id="{B40F101E-680E-41EB-8396-F7BF14F3C4AF}"/>
                </a:ext>
              </a:extLst>
            </p:cNvPr>
            <p:cNvSpPr>
              <a:spLocks noChangeAspect="1"/>
            </p:cNvSpPr>
            <p:nvPr/>
          </p:nvSpPr>
          <p:spPr bwMode="auto">
            <a:xfrm>
              <a:off x="2647" y="1745"/>
              <a:ext cx="297" cy="90"/>
            </a:xfrm>
            <a:custGeom>
              <a:avLst/>
              <a:gdLst>
                <a:gd name="T0" fmla="*/ 1144 w 1144"/>
                <a:gd name="T1" fmla="*/ 73 h 347"/>
                <a:gd name="T2" fmla="*/ 890 w 1144"/>
                <a:gd name="T3" fmla="*/ 0 h 347"/>
                <a:gd name="T4" fmla="*/ 297 w 1144"/>
                <a:gd name="T5" fmla="*/ 219 h 347"/>
                <a:gd name="T6" fmla="*/ 0 w 1144"/>
                <a:gd name="T7" fmla="*/ 146 h 347"/>
                <a:gd name="T8" fmla="*/ 149 w 1144"/>
                <a:gd name="T9" fmla="*/ 347 h 347"/>
                <a:gd name="T10" fmla="*/ 890 w 1144"/>
                <a:gd name="T11" fmla="*/ 347 h 347"/>
                <a:gd name="T12" fmla="*/ 572 w 1144"/>
                <a:gd name="T13" fmla="*/ 274 h 347"/>
                <a:gd name="T14" fmla="*/ 1144 w 1144"/>
                <a:gd name="T15" fmla="*/ 73 h 34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4" h="347">
                  <a:moveTo>
                    <a:pt x="1144" y="73"/>
                  </a:moveTo>
                  <a:lnTo>
                    <a:pt x="890" y="0"/>
                  </a:lnTo>
                  <a:lnTo>
                    <a:pt x="297" y="219"/>
                  </a:lnTo>
                  <a:lnTo>
                    <a:pt x="0" y="146"/>
                  </a:lnTo>
                  <a:lnTo>
                    <a:pt x="149" y="347"/>
                  </a:lnTo>
                  <a:lnTo>
                    <a:pt x="890" y="347"/>
                  </a:lnTo>
                  <a:lnTo>
                    <a:pt x="572" y="274"/>
                  </a:lnTo>
                  <a:lnTo>
                    <a:pt x="1144" y="7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14" name="Freeform 210">
              <a:extLst>
                <a:ext uri="{FF2B5EF4-FFF2-40B4-BE49-F238E27FC236}">
                  <a16:creationId xmlns:a16="http://schemas.microsoft.com/office/drawing/2014/main" id="{EFFCF0A4-80D6-428E-93F4-A50A2763871B}"/>
                </a:ext>
              </a:extLst>
            </p:cNvPr>
            <p:cNvSpPr>
              <a:spLocks noChangeAspect="1"/>
            </p:cNvSpPr>
            <p:nvPr/>
          </p:nvSpPr>
          <p:spPr bwMode="auto">
            <a:xfrm>
              <a:off x="2664" y="1641"/>
              <a:ext cx="297" cy="85"/>
            </a:xfrm>
            <a:custGeom>
              <a:avLst/>
              <a:gdLst>
                <a:gd name="T0" fmla="*/ 0 w 1143"/>
                <a:gd name="T1" fmla="*/ 73 h 328"/>
                <a:gd name="T2" fmla="*/ 254 w 1143"/>
                <a:gd name="T3" fmla="*/ 0 h 328"/>
                <a:gd name="T4" fmla="*/ 868 w 1143"/>
                <a:gd name="T5" fmla="*/ 201 h 328"/>
                <a:gd name="T6" fmla="*/ 1143 w 1143"/>
                <a:gd name="T7" fmla="*/ 146 h 328"/>
                <a:gd name="T8" fmla="*/ 995 w 1143"/>
                <a:gd name="T9" fmla="*/ 328 h 328"/>
                <a:gd name="T10" fmla="*/ 275 w 1143"/>
                <a:gd name="T11" fmla="*/ 328 h 328"/>
                <a:gd name="T12" fmla="*/ 572 w 1143"/>
                <a:gd name="T13" fmla="*/ 273 h 328"/>
                <a:gd name="T14" fmla="*/ 0 w 1143"/>
                <a:gd name="T15" fmla="*/ 73 h 3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28">
                  <a:moveTo>
                    <a:pt x="0" y="73"/>
                  </a:moveTo>
                  <a:lnTo>
                    <a:pt x="254" y="0"/>
                  </a:lnTo>
                  <a:lnTo>
                    <a:pt x="868" y="201"/>
                  </a:lnTo>
                  <a:lnTo>
                    <a:pt x="1143" y="146"/>
                  </a:lnTo>
                  <a:lnTo>
                    <a:pt x="995" y="328"/>
                  </a:lnTo>
                  <a:lnTo>
                    <a:pt x="275" y="328"/>
                  </a:lnTo>
                  <a:lnTo>
                    <a:pt x="572" y="273"/>
                  </a:lnTo>
                  <a:lnTo>
                    <a:pt x="0" y="7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15" name="Freeform 211">
              <a:extLst>
                <a:ext uri="{FF2B5EF4-FFF2-40B4-BE49-F238E27FC236}">
                  <a16:creationId xmlns:a16="http://schemas.microsoft.com/office/drawing/2014/main" id="{8C4BBE3C-C271-4AD5-907D-66961ED43430}"/>
                </a:ext>
              </a:extLst>
            </p:cNvPr>
            <p:cNvSpPr>
              <a:spLocks noChangeAspect="1"/>
            </p:cNvSpPr>
            <p:nvPr/>
          </p:nvSpPr>
          <p:spPr bwMode="auto">
            <a:xfrm>
              <a:off x="2961" y="1755"/>
              <a:ext cx="297" cy="85"/>
            </a:xfrm>
            <a:custGeom>
              <a:avLst/>
              <a:gdLst>
                <a:gd name="T0" fmla="*/ 1143 w 1143"/>
                <a:gd name="T1" fmla="*/ 255 h 328"/>
                <a:gd name="T2" fmla="*/ 889 w 1143"/>
                <a:gd name="T3" fmla="*/ 328 h 328"/>
                <a:gd name="T4" fmla="*/ 296 w 1143"/>
                <a:gd name="T5" fmla="*/ 109 h 328"/>
                <a:gd name="T6" fmla="*/ 0 w 1143"/>
                <a:gd name="T7" fmla="*/ 182 h 328"/>
                <a:gd name="T8" fmla="*/ 148 w 1143"/>
                <a:gd name="T9" fmla="*/ 0 h 328"/>
                <a:gd name="T10" fmla="*/ 889 w 1143"/>
                <a:gd name="T11" fmla="*/ 0 h 328"/>
                <a:gd name="T12" fmla="*/ 572 w 1143"/>
                <a:gd name="T13" fmla="*/ 54 h 328"/>
                <a:gd name="T14" fmla="*/ 1143 w 1143"/>
                <a:gd name="T15" fmla="*/ 255 h 3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28">
                  <a:moveTo>
                    <a:pt x="1143" y="255"/>
                  </a:moveTo>
                  <a:lnTo>
                    <a:pt x="889" y="328"/>
                  </a:lnTo>
                  <a:lnTo>
                    <a:pt x="296" y="109"/>
                  </a:lnTo>
                  <a:lnTo>
                    <a:pt x="0" y="182"/>
                  </a:lnTo>
                  <a:lnTo>
                    <a:pt x="148" y="0"/>
                  </a:lnTo>
                  <a:lnTo>
                    <a:pt x="889" y="0"/>
                  </a:lnTo>
                  <a:lnTo>
                    <a:pt x="572" y="54"/>
                  </a:lnTo>
                  <a:lnTo>
                    <a:pt x="1143" y="25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16" name="Line 212">
              <a:extLst>
                <a:ext uri="{FF2B5EF4-FFF2-40B4-BE49-F238E27FC236}">
                  <a16:creationId xmlns:a16="http://schemas.microsoft.com/office/drawing/2014/main" id="{1E1C86F8-4796-4627-AA88-62FACA5F3B4A}"/>
                </a:ext>
              </a:extLst>
            </p:cNvPr>
            <p:cNvSpPr>
              <a:spLocks noChangeAspect="1" noChangeShapeType="1"/>
            </p:cNvSpPr>
            <p:nvPr/>
          </p:nvSpPr>
          <p:spPr bwMode="auto">
            <a:xfrm>
              <a:off x="2519" y="1755"/>
              <a:ext cx="0" cy="189"/>
            </a:xfrm>
            <a:prstGeom prst="line">
              <a:avLst/>
            </a:prstGeom>
            <a:noFill/>
            <a:ln w="12700">
              <a:solidFill>
                <a:srgbClr val="00B0AC"/>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17" name="Line 213">
              <a:extLst>
                <a:ext uri="{FF2B5EF4-FFF2-40B4-BE49-F238E27FC236}">
                  <a16:creationId xmlns:a16="http://schemas.microsoft.com/office/drawing/2014/main" id="{52A9063F-12B6-45AD-88F6-D3F928ABA8AB}"/>
                </a:ext>
              </a:extLst>
            </p:cNvPr>
            <p:cNvSpPr>
              <a:spLocks noChangeAspect="1" noChangeShapeType="1"/>
            </p:cNvSpPr>
            <p:nvPr/>
          </p:nvSpPr>
          <p:spPr bwMode="auto">
            <a:xfrm>
              <a:off x="3422" y="1753"/>
              <a:ext cx="0" cy="189"/>
            </a:xfrm>
            <a:prstGeom prst="line">
              <a:avLst/>
            </a:prstGeom>
            <a:noFill/>
            <a:ln w="12700">
              <a:solidFill>
                <a:srgbClr val="009999"/>
              </a:solidFill>
              <a:round/>
              <a:headEnd/>
              <a:tailEnd/>
            </a:ln>
            <a:extLst>
              <a:ext uri="{909E8E84-426E-40DD-AFC4-6F175D3DCCD1}">
                <a14:hiddenFill xmlns:a14="http://schemas.microsoft.com/office/drawing/2010/main">
                  <a:noFill/>
                </a14:hiddenFill>
              </a:ext>
            </a:extLst>
          </p:spPr>
          <p:txBody>
            <a:bodyPr/>
            <a:lstStyle/>
            <a:p>
              <a:endParaRPr lang="fr-FR"/>
            </a:p>
          </p:txBody>
        </p:sp>
      </p:grpSp>
      <p:sp>
        <p:nvSpPr>
          <p:cNvPr id="226" name="Text Box 214">
            <a:extLst>
              <a:ext uri="{FF2B5EF4-FFF2-40B4-BE49-F238E27FC236}">
                <a16:creationId xmlns:a16="http://schemas.microsoft.com/office/drawing/2014/main" id="{D153C2AB-CA8D-42B9-8171-22790E6998B9}"/>
              </a:ext>
            </a:extLst>
          </p:cNvPr>
          <p:cNvSpPr txBox="1">
            <a:spLocks noChangeArrowheads="1"/>
          </p:cNvSpPr>
          <p:nvPr/>
        </p:nvSpPr>
        <p:spPr bwMode="auto">
          <a:xfrm>
            <a:off x="2681108" y="4252925"/>
            <a:ext cx="476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fr-FR" altLang="fr-FR" b="1"/>
              <a:t>R1</a:t>
            </a:r>
          </a:p>
        </p:txBody>
      </p:sp>
      <p:cxnSp>
        <p:nvCxnSpPr>
          <p:cNvPr id="227" name="AutoShape 215">
            <a:extLst>
              <a:ext uri="{FF2B5EF4-FFF2-40B4-BE49-F238E27FC236}">
                <a16:creationId xmlns:a16="http://schemas.microsoft.com/office/drawing/2014/main" id="{E66DA2EA-23CA-4807-920D-9FD092517935}"/>
              </a:ext>
            </a:extLst>
          </p:cNvPr>
          <p:cNvCxnSpPr>
            <a:cxnSpLocks noChangeShapeType="1"/>
            <a:stCxn id="210" idx="0"/>
            <a:endCxn id="20" idx="2"/>
          </p:cNvCxnSpPr>
          <p:nvPr/>
        </p:nvCxnSpPr>
        <p:spPr bwMode="auto">
          <a:xfrm rot="5400000" flipV="1">
            <a:off x="4379733" y="2441587"/>
            <a:ext cx="22225" cy="2898775"/>
          </a:xfrm>
          <a:prstGeom prst="bentConnector4">
            <a:avLst>
              <a:gd name="adj1" fmla="val -1028569"/>
              <a:gd name="adj2" fmla="val 62375"/>
            </a:avLst>
          </a:prstGeom>
          <a:noFill/>
          <a:ln w="381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8" name="AutoShape 216">
            <a:extLst>
              <a:ext uri="{FF2B5EF4-FFF2-40B4-BE49-F238E27FC236}">
                <a16:creationId xmlns:a16="http://schemas.microsoft.com/office/drawing/2014/main" id="{E663A9B9-B2A7-4B1D-938D-6CF215E66D25}"/>
              </a:ext>
            </a:extLst>
          </p:cNvPr>
          <p:cNvCxnSpPr>
            <a:cxnSpLocks noChangeShapeType="1"/>
            <a:stCxn id="226" idx="2"/>
            <a:endCxn id="26" idx="2"/>
          </p:cNvCxnSpPr>
          <p:nvPr/>
        </p:nvCxnSpPr>
        <p:spPr bwMode="auto">
          <a:xfrm rot="16200000" flipH="1">
            <a:off x="4243208" y="3295662"/>
            <a:ext cx="273050" cy="2921000"/>
          </a:xfrm>
          <a:prstGeom prst="bentConnector2">
            <a:avLst/>
          </a:prstGeom>
          <a:noFill/>
          <a:ln w="38100">
            <a:solidFill>
              <a:srgbClr val="339966"/>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9" name="AutoShape 217">
            <a:extLst>
              <a:ext uri="{FF2B5EF4-FFF2-40B4-BE49-F238E27FC236}">
                <a16:creationId xmlns:a16="http://schemas.microsoft.com/office/drawing/2014/main" id="{98611BA7-C8DC-4A02-BFC3-FA3F8ED4C397}"/>
              </a:ext>
            </a:extLst>
          </p:cNvPr>
          <p:cNvCxnSpPr>
            <a:cxnSpLocks noChangeShapeType="1"/>
            <a:stCxn id="217" idx="1"/>
            <a:endCxn id="35" idx="4"/>
          </p:cNvCxnSpPr>
          <p:nvPr/>
        </p:nvCxnSpPr>
        <p:spPr bwMode="auto">
          <a:xfrm rot="16200000" flipH="1">
            <a:off x="5453677" y="2601131"/>
            <a:ext cx="36513" cy="3629025"/>
          </a:xfrm>
          <a:prstGeom prst="bentConnector2">
            <a:avLst/>
          </a:prstGeom>
          <a:noFill/>
          <a:ln w="38100">
            <a:solidFill>
              <a:srgbClr val="FF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0" name="Text Box 218">
            <a:extLst>
              <a:ext uri="{FF2B5EF4-FFF2-40B4-BE49-F238E27FC236}">
                <a16:creationId xmlns:a16="http://schemas.microsoft.com/office/drawing/2014/main" id="{FE3DBFEF-FBC6-4EAE-B72C-017697A18687}"/>
              </a:ext>
            </a:extLst>
          </p:cNvPr>
          <p:cNvSpPr txBox="1">
            <a:spLocks noChangeArrowheads="1"/>
          </p:cNvSpPr>
          <p:nvPr/>
        </p:nvSpPr>
        <p:spPr bwMode="auto">
          <a:xfrm>
            <a:off x="2868433" y="3303600"/>
            <a:ext cx="18002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fr-FR" altLang="fr-FR" dirty="0"/>
              <a:t>10.1.0.254</a:t>
            </a:r>
          </a:p>
        </p:txBody>
      </p:sp>
      <p:sp>
        <p:nvSpPr>
          <p:cNvPr id="231" name="Text Box 219">
            <a:extLst>
              <a:ext uri="{FF2B5EF4-FFF2-40B4-BE49-F238E27FC236}">
                <a16:creationId xmlns:a16="http://schemas.microsoft.com/office/drawing/2014/main" id="{A08D5C29-3C57-4225-999C-3BCC854DB2EE}"/>
              </a:ext>
            </a:extLst>
          </p:cNvPr>
          <p:cNvSpPr txBox="1">
            <a:spLocks noChangeArrowheads="1"/>
          </p:cNvSpPr>
          <p:nvPr/>
        </p:nvSpPr>
        <p:spPr bwMode="auto">
          <a:xfrm>
            <a:off x="3589158" y="4095762"/>
            <a:ext cx="18002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fr-FR" altLang="fr-FR">
                <a:solidFill>
                  <a:srgbClr val="FF0000"/>
                </a:solidFill>
              </a:rPr>
              <a:t>10.2.0.254</a:t>
            </a:r>
          </a:p>
        </p:txBody>
      </p:sp>
      <p:sp>
        <p:nvSpPr>
          <p:cNvPr id="232" name="Text Box 220">
            <a:extLst>
              <a:ext uri="{FF2B5EF4-FFF2-40B4-BE49-F238E27FC236}">
                <a16:creationId xmlns:a16="http://schemas.microsoft.com/office/drawing/2014/main" id="{7AD88651-6630-4A2B-B141-43DE61E17E6A}"/>
              </a:ext>
            </a:extLst>
          </p:cNvPr>
          <p:cNvSpPr txBox="1">
            <a:spLocks noChangeArrowheads="1"/>
          </p:cNvSpPr>
          <p:nvPr/>
        </p:nvSpPr>
        <p:spPr bwMode="auto">
          <a:xfrm>
            <a:off x="2868433" y="4546612"/>
            <a:ext cx="18002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fr-FR" altLang="fr-FR">
                <a:solidFill>
                  <a:srgbClr val="33CC33"/>
                </a:solidFill>
              </a:rPr>
              <a:t>10.3.0.254</a:t>
            </a:r>
          </a:p>
        </p:txBody>
      </p:sp>
      <p:sp>
        <p:nvSpPr>
          <p:cNvPr id="9" name="ZoneTexte 8">
            <a:extLst>
              <a:ext uri="{FF2B5EF4-FFF2-40B4-BE49-F238E27FC236}">
                <a16:creationId xmlns:a16="http://schemas.microsoft.com/office/drawing/2014/main" id="{A8825694-76B4-94B0-F761-C5140CF44D6E}"/>
              </a:ext>
            </a:extLst>
          </p:cNvPr>
          <p:cNvSpPr txBox="1"/>
          <p:nvPr/>
        </p:nvSpPr>
        <p:spPr>
          <a:xfrm>
            <a:off x="7880543" y="2793102"/>
            <a:ext cx="656122" cy="307777"/>
          </a:xfrm>
          <a:prstGeom prst="rect">
            <a:avLst/>
          </a:prstGeom>
          <a:noFill/>
        </p:spPr>
        <p:txBody>
          <a:bodyPr wrap="square">
            <a:spAutoFit/>
          </a:bodyPr>
          <a:lstStyle/>
          <a:p>
            <a:r>
              <a:rPr lang="fr-FR" sz="1400" b="1" spc="-100" dirty="0">
                <a:solidFill>
                  <a:srgbClr val="1F497D"/>
                </a:solidFill>
                <a:latin typeface="Cambria"/>
              </a:rPr>
              <a:t>VLAN</a:t>
            </a:r>
            <a:endParaRPr lang="fr-FR" sz="1400" b="1" dirty="0"/>
          </a:p>
        </p:txBody>
      </p:sp>
      <p:sp>
        <p:nvSpPr>
          <p:cNvPr id="10" name="ZoneTexte 9">
            <a:extLst>
              <a:ext uri="{FF2B5EF4-FFF2-40B4-BE49-F238E27FC236}">
                <a16:creationId xmlns:a16="http://schemas.microsoft.com/office/drawing/2014/main" id="{CC9CAF2E-9074-32E5-8390-1AD305C4CBBF}"/>
              </a:ext>
            </a:extLst>
          </p:cNvPr>
          <p:cNvSpPr txBox="1"/>
          <p:nvPr/>
        </p:nvSpPr>
        <p:spPr>
          <a:xfrm>
            <a:off x="6756221" y="2248930"/>
            <a:ext cx="656122" cy="307777"/>
          </a:xfrm>
          <a:prstGeom prst="rect">
            <a:avLst/>
          </a:prstGeom>
          <a:noFill/>
        </p:spPr>
        <p:txBody>
          <a:bodyPr wrap="square">
            <a:spAutoFit/>
          </a:bodyPr>
          <a:lstStyle/>
          <a:p>
            <a:r>
              <a:rPr lang="fr-FR" sz="1400" b="1" spc="-100" dirty="0">
                <a:solidFill>
                  <a:srgbClr val="1F497D"/>
                </a:solidFill>
                <a:latin typeface="Cambria"/>
              </a:rPr>
              <a:t>VLAN</a:t>
            </a:r>
            <a:endParaRPr lang="fr-FR" sz="1400" b="1" dirty="0"/>
          </a:p>
        </p:txBody>
      </p:sp>
      <p:sp>
        <p:nvSpPr>
          <p:cNvPr id="11" name="ZoneTexte 10">
            <a:extLst>
              <a:ext uri="{FF2B5EF4-FFF2-40B4-BE49-F238E27FC236}">
                <a16:creationId xmlns:a16="http://schemas.microsoft.com/office/drawing/2014/main" id="{DB66EBAD-6F1B-8850-456D-5DC21A730388}"/>
              </a:ext>
            </a:extLst>
          </p:cNvPr>
          <p:cNvSpPr txBox="1"/>
          <p:nvPr/>
        </p:nvSpPr>
        <p:spPr>
          <a:xfrm>
            <a:off x="7779041" y="5996511"/>
            <a:ext cx="656122" cy="307777"/>
          </a:xfrm>
          <a:prstGeom prst="rect">
            <a:avLst/>
          </a:prstGeom>
          <a:noFill/>
        </p:spPr>
        <p:txBody>
          <a:bodyPr wrap="square">
            <a:spAutoFit/>
          </a:bodyPr>
          <a:lstStyle/>
          <a:p>
            <a:r>
              <a:rPr lang="fr-FR" sz="1400" b="1" spc="-100" dirty="0">
                <a:solidFill>
                  <a:srgbClr val="1F497D"/>
                </a:solidFill>
                <a:latin typeface="Cambria"/>
              </a:rPr>
              <a:t>VLAN</a:t>
            </a:r>
            <a:endParaRPr lang="fr-FR" sz="1400" b="1" dirty="0"/>
          </a:p>
        </p:txBody>
      </p:sp>
    </p:spTree>
    <p:extLst>
      <p:ext uri="{BB962C8B-B14F-4D97-AF65-F5344CB8AC3E}">
        <p14:creationId xmlns:p14="http://schemas.microsoft.com/office/powerpoint/2010/main" val="3766715297"/>
      </p:ext>
    </p:extLst>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6" name="Oval 224">
            <a:extLst>
              <a:ext uri="{FF2B5EF4-FFF2-40B4-BE49-F238E27FC236}">
                <a16:creationId xmlns:a16="http://schemas.microsoft.com/office/drawing/2014/main" id="{7199AED3-BD9F-4E50-8E60-B6C337A3E832}"/>
              </a:ext>
            </a:extLst>
          </p:cNvPr>
          <p:cNvSpPr>
            <a:spLocks noChangeArrowheads="1"/>
          </p:cNvSpPr>
          <p:nvPr/>
        </p:nvSpPr>
        <p:spPr bwMode="auto">
          <a:xfrm>
            <a:off x="4733309" y="5400741"/>
            <a:ext cx="2952750" cy="1008063"/>
          </a:xfrm>
          <a:prstGeom prst="ellipse">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lt1"/>
              </a:solidFill>
            </a:endParaRPr>
          </a:p>
        </p:txBody>
      </p:sp>
      <p:sp>
        <p:nvSpPr>
          <p:cNvPr id="455" name="Oval 223">
            <a:extLst>
              <a:ext uri="{FF2B5EF4-FFF2-40B4-BE49-F238E27FC236}">
                <a16:creationId xmlns:a16="http://schemas.microsoft.com/office/drawing/2014/main" id="{D4EB1A92-5770-4479-9A9C-18CB7369D831}"/>
              </a:ext>
            </a:extLst>
          </p:cNvPr>
          <p:cNvSpPr>
            <a:spLocks noChangeArrowheads="1"/>
          </p:cNvSpPr>
          <p:nvPr/>
        </p:nvSpPr>
        <p:spPr bwMode="auto">
          <a:xfrm>
            <a:off x="7595571" y="3024254"/>
            <a:ext cx="1008063" cy="295275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accent6">
                  <a:lumMod val="20000"/>
                  <a:lumOff val="80000"/>
                </a:schemeClr>
              </a:solidFill>
            </a:endParaRPr>
          </a:p>
        </p:txBody>
      </p:sp>
      <p:sp>
        <p:nvSpPr>
          <p:cNvPr id="453" name="Oval 221">
            <a:extLst>
              <a:ext uri="{FF2B5EF4-FFF2-40B4-BE49-F238E27FC236}">
                <a16:creationId xmlns:a16="http://schemas.microsoft.com/office/drawing/2014/main" id="{36B9EC17-92DA-4361-A12A-909A94E9FECB}"/>
              </a:ext>
            </a:extLst>
          </p:cNvPr>
          <p:cNvSpPr>
            <a:spLocks noChangeArrowheads="1"/>
          </p:cNvSpPr>
          <p:nvPr/>
        </p:nvSpPr>
        <p:spPr bwMode="auto">
          <a:xfrm>
            <a:off x="4733309" y="2376554"/>
            <a:ext cx="2952750" cy="1008062"/>
          </a:xfrm>
          <a:prstGeom prst="ellips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lt1"/>
              </a:solidFill>
            </a:endParaRPr>
          </a:p>
        </p:txBody>
      </p:sp>
      <p:sp>
        <p:nvSpPr>
          <p:cNvPr id="7" name="Slide Number Placeholder 3"/>
          <p:cNvSpPr txBox="1">
            <a:spLocks/>
          </p:cNvSpPr>
          <p:nvPr/>
        </p:nvSpPr>
        <p:spPr>
          <a:xfrm>
            <a:off x="11421233" y="6619875"/>
            <a:ext cx="746929" cy="2381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1pPr>
            <a:lvl2pPr marL="742950" indent="-28575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2pPr>
            <a:lvl3pPr marL="1143000" indent="-22860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3pPr>
            <a:lvl4pPr marL="1600200" indent="-22860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4pPr>
            <a:lvl5pPr marL="2057400" indent="-22860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5pPr>
            <a:lvl6pPr marL="25146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6pPr>
            <a:lvl7pPr marL="29718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7pPr>
            <a:lvl8pPr marL="34290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8pPr>
            <a:lvl9pPr marL="38862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9pPr>
          </a:lstStyle>
          <a:p>
            <a:pPr algn="r" eaLnBrk="1" hangingPunct="1"/>
            <a:fld id="{A6099D49-99EB-46B5-BBE2-692892430483}" type="slidenum">
              <a:rPr lang="en-US" altLang="fr-FR" sz="1200" smtClean="0">
                <a:solidFill>
                  <a:srgbClr val="000000"/>
                </a:solidFill>
              </a:rPr>
              <a:pPr algn="r" eaLnBrk="1" hangingPunct="1"/>
              <a:t>7</a:t>
            </a:fld>
            <a:endParaRPr lang="en-US" altLang="fr-FR" sz="1200" dirty="0">
              <a:solidFill>
                <a:srgbClr val="000000"/>
              </a:solidFill>
            </a:endParaRPr>
          </a:p>
        </p:txBody>
      </p:sp>
      <p:sp>
        <p:nvSpPr>
          <p:cNvPr id="4" name="Titre 3"/>
          <p:cNvSpPr>
            <a:spLocks noGrp="1"/>
          </p:cNvSpPr>
          <p:nvPr>
            <p:ph type="title"/>
          </p:nvPr>
        </p:nvSpPr>
        <p:spPr>
          <a:xfrm>
            <a:off x="394138" y="0"/>
            <a:ext cx="11027095" cy="685800"/>
          </a:xfrm>
        </p:spPr>
        <p:txBody>
          <a:bodyPr/>
          <a:lstStyle/>
          <a:p>
            <a:pPr>
              <a:lnSpc>
                <a:spcPct val="100000"/>
              </a:lnSpc>
            </a:pPr>
            <a:r>
              <a:rPr lang="fr-FR" sz="3200" spc="-100" dirty="0">
                <a:solidFill>
                  <a:srgbClr val="1F497D"/>
                </a:solidFill>
                <a:latin typeface="Cambria"/>
              </a:rPr>
              <a:t>Solutions pour la communication inter-VLANs</a:t>
            </a:r>
            <a:endParaRPr lang="fr-FR" sz="3200" spc="-100" dirty="0">
              <a:solidFill>
                <a:srgbClr val="1F497D"/>
              </a:solidFill>
              <a:latin typeface="Cambria"/>
              <a:ea typeface="+mj-ea"/>
              <a:cs typeface="+mj-cs"/>
            </a:endParaRPr>
          </a:p>
        </p:txBody>
      </p:sp>
      <p:sp>
        <p:nvSpPr>
          <p:cNvPr id="5" name="Rectangle 4"/>
          <p:cNvSpPr/>
          <p:nvPr/>
        </p:nvSpPr>
        <p:spPr>
          <a:xfrm>
            <a:off x="132202" y="1013548"/>
            <a:ext cx="11289031" cy="5725389"/>
          </a:xfrm>
          <a:prstGeom prst="rect">
            <a:avLst/>
          </a:prstGeom>
          <a:noFill/>
          <a:ln w="38100">
            <a:gradFill>
              <a:gsLst>
                <a:gs pos="0">
                  <a:srgbClr val="000082"/>
                </a:gs>
                <a:gs pos="30000">
                  <a:srgbClr val="66008F"/>
                </a:gs>
                <a:gs pos="64999">
                  <a:srgbClr val="BA0066"/>
                </a:gs>
                <a:gs pos="89999">
                  <a:srgbClr val="FF0000"/>
                </a:gs>
                <a:gs pos="100000">
                  <a:srgbClr val="FF8200"/>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4" name="Rectangle à coins arrondis 1">
            <a:extLst>
              <a:ext uri="{FF2B5EF4-FFF2-40B4-BE49-F238E27FC236}">
                <a16:creationId xmlns:a16="http://schemas.microsoft.com/office/drawing/2014/main" id="{308AD588-9C53-4A9C-BFCF-5A0F8664F0BB}"/>
              </a:ext>
            </a:extLst>
          </p:cNvPr>
          <p:cNvSpPr/>
          <p:nvPr/>
        </p:nvSpPr>
        <p:spPr>
          <a:xfrm>
            <a:off x="500032" y="794254"/>
            <a:ext cx="10391375" cy="526726"/>
          </a:xfrm>
          <a:prstGeom prst="round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path path="circle">
              <a:fillToRect t="100000" r="100000"/>
            </a:path>
            <a:tileRect l="-100000" b="-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2800" spc="-100" dirty="0">
                <a:solidFill>
                  <a:srgbClr val="1F497D"/>
                </a:solidFill>
                <a:latin typeface="Cambria"/>
              </a:rPr>
              <a:t>Exemples : </a:t>
            </a:r>
            <a:r>
              <a:rPr lang="fr-FR" altLang="fr-FR" sz="2800" spc="-100" dirty="0">
                <a:solidFill>
                  <a:srgbClr val="1F497D"/>
                </a:solidFill>
                <a:latin typeface="Cambria"/>
              </a:rPr>
              <a:t>Utilisation d’un routeur : principe </a:t>
            </a:r>
          </a:p>
        </p:txBody>
      </p:sp>
      <p:sp>
        <p:nvSpPr>
          <p:cNvPr id="235" name="Rectangle 3">
            <a:extLst>
              <a:ext uri="{FF2B5EF4-FFF2-40B4-BE49-F238E27FC236}">
                <a16:creationId xmlns:a16="http://schemas.microsoft.com/office/drawing/2014/main" id="{B516F9C7-57BB-490C-9D94-4B0D07822A14}"/>
              </a:ext>
            </a:extLst>
          </p:cNvPr>
          <p:cNvSpPr txBox="1">
            <a:spLocks noChangeArrowheads="1"/>
          </p:cNvSpPr>
          <p:nvPr/>
        </p:nvSpPr>
        <p:spPr>
          <a:xfrm>
            <a:off x="547071" y="1339916"/>
            <a:ext cx="10278958" cy="1108075"/>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fr-FR" altLang="fr-FR" dirty="0"/>
              <a:t>L’adresse IP du routeur doit être la passerelle par défaut des équipements du VLAN :</a:t>
            </a:r>
          </a:p>
        </p:txBody>
      </p:sp>
      <p:sp>
        <p:nvSpPr>
          <p:cNvPr id="236" name="Line 4">
            <a:extLst>
              <a:ext uri="{FF2B5EF4-FFF2-40B4-BE49-F238E27FC236}">
                <a16:creationId xmlns:a16="http://schemas.microsoft.com/office/drawing/2014/main" id="{929B894B-425C-4748-881F-069AAC8EE7B4}"/>
              </a:ext>
            </a:extLst>
          </p:cNvPr>
          <p:cNvSpPr>
            <a:spLocks noChangeShapeType="1"/>
          </p:cNvSpPr>
          <p:nvPr/>
        </p:nvSpPr>
        <p:spPr bwMode="auto">
          <a:xfrm>
            <a:off x="7398721" y="4968941"/>
            <a:ext cx="339725" cy="1619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fr-FR"/>
          </a:p>
        </p:txBody>
      </p:sp>
      <p:sp>
        <p:nvSpPr>
          <p:cNvPr id="237" name="Line 5">
            <a:extLst>
              <a:ext uri="{FF2B5EF4-FFF2-40B4-BE49-F238E27FC236}">
                <a16:creationId xmlns:a16="http://schemas.microsoft.com/office/drawing/2014/main" id="{00F4CE25-A706-449A-B538-FD461D56E046}"/>
              </a:ext>
            </a:extLst>
          </p:cNvPr>
          <p:cNvSpPr>
            <a:spLocks noChangeShapeType="1"/>
          </p:cNvSpPr>
          <p:nvPr/>
        </p:nvSpPr>
        <p:spPr bwMode="auto">
          <a:xfrm>
            <a:off x="6595446" y="5283266"/>
            <a:ext cx="228600" cy="3810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fr-FR"/>
          </a:p>
        </p:txBody>
      </p:sp>
      <p:sp>
        <p:nvSpPr>
          <p:cNvPr id="238" name="Line 6">
            <a:extLst>
              <a:ext uri="{FF2B5EF4-FFF2-40B4-BE49-F238E27FC236}">
                <a16:creationId xmlns:a16="http://schemas.microsoft.com/office/drawing/2014/main" id="{BBC30653-FCE5-4C6C-B647-A5984758D71E}"/>
              </a:ext>
            </a:extLst>
          </p:cNvPr>
          <p:cNvSpPr>
            <a:spLocks noChangeShapeType="1"/>
          </p:cNvSpPr>
          <p:nvPr/>
        </p:nvSpPr>
        <p:spPr bwMode="auto">
          <a:xfrm flipV="1">
            <a:off x="6214446" y="5207066"/>
            <a:ext cx="0" cy="6096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fr-FR"/>
          </a:p>
        </p:txBody>
      </p:sp>
      <p:sp>
        <p:nvSpPr>
          <p:cNvPr id="239" name="Rectangle 7">
            <a:extLst>
              <a:ext uri="{FF2B5EF4-FFF2-40B4-BE49-F238E27FC236}">
                <a16:creationId xmlns:a16="http://schemas.microsoft.com/office/drawing/2014/main" id="{248F3BAD-5D0A-4ABE-9D43-1C1399633CF0}"/>
              </a:ext>
            </a:extLst>
          </p:cNvPr>
          <p:cNvSpPr>
            <a:spLocks noChangeArrowheads="1"/>
          </p:cNvSpPr>
          <p:nvPr/>
        </p:nvSpPr>
        <p:spPr bwMode="auto">
          <a:xfrm>
            <a:off x="5757246" y="3454466"/>
            <a:ext cx="914400" cy="6096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fr-FR"/>
          </a:p>
        </p:txBody>
      </p:sp>
      <p:sp>
        <p:nvSpPr>
          <p:cNvPr id="240" name="Oval 8">
            <a:extLst>
              <a:ext uri="{FF2B5EF4-FFF2-40B4-BE49-F238E27FC236}">
                <a16:creationId xmlns:a16="http://schemas.microsoft.com/office/drawing/2014/main" id="{50117EF7-594A-4550-9208-342B3CB2C92C}"/>
              </a:ext>
            </a:extLst>
          </p:cNvPr>
          <p:cNvSpPr>
            <a:spLocks noChangeArrowheads="1"/>
          </p:cNvSpPr>
          <p:nvPr/>
        </p:nvSpPr>
        <p:spPr bwMode="auto">
          <a:xfrm>
            <a:off x="5833446" y="3530666"/>
            <a:ext cx="152400" cy="1524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fr-FR"/>
          </a:p>
        </p:txBody>
      </p:sp>
      <p:sp>
        <p:nvSpPr>
          <p:cNvPr id="241" name="Oval 9">
            <a:extLst>
              <a:ext uri="{FF2B5EF4-FFF2-40B4-BE49-F238E27FC236}">
                <a16:creationId xmlns:a16="http://schemas.microsoft.com/office/drawing/2014/main" id="{CEFB2A48-3392-460F-9A81-749AEC5AE4CA}"/>
              </a:ext>
            </a:extLst>
          </p:cNvPr>
          <p:cNvSpPr>
            <a:spLocks noChangeArrowheads="1"/>
          </p:cNvSpPr>
          <p:nvPr/>
        </p:nvSpPr>
        <p:spPr bwMode="auto">
          <a:xfrm>
            <a:off x="6138246" y="3530666"/>
            <a:ext cx="152400" cy="1524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fr-FR"/>
          </a:p>
        </p:txBody>
      </p:sp>
      <p:sp>
        <p:nvSpPr>
          <p:cNvPr id="242" name="Oval 10">
            <a:extLst>
              <a:ext uri="{FF2B5EF4-FFF2-40B4-BE49-F238E27FC236}">
                <a16:creationId xmlns:a16="http://schemas.microsoft.com/office/drawing/2014/main" id="{A5378A3B-F874-4E9E-8B5B-6D06089FD74E}"/>
              </a:ext>
            </a:extLst>
          </p:cNvPr>
          <p:cNvSpPr>
            <a:spLocks noChangeArrowheads="1"/>
          </p:cNvSpPr>
          <p:nvPr/>
        </p:nvSpPr>
        <p:spPr bwMode="auto">
          <a:xfrm>
            <a:off x="6443046" y="3530666"/>
            <a:ext cx="152400" cy="1524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fr-FR"/>
          </a:p>
        </p:txBody>
      </p:sp>
      <p:sp>
        <p:nvSpPr>
          <p:cNvPr id="243" name="Oval 11">
            <a:extLst>
              <a:ext uri="{FF2B5EF4-FFF2-40B4-BE49-F238E27FC236}">
                <a16:creationId xmlns:a16="http://schemas.microsoft.com/office/drawing/2014/main" id="{EC86BF11-E062-47E0-B46A-609EFA6F1773}"/>
              </a:ext>
            </a:extLst>
          </p:cNvPr>
          <p:cNvSpPr>
            <a:spLocks noChangeArrowheads="1"/>
          </p:cNvSpPr>
          <p:nvPr/>
        </p:nvSpPr>
        <p:spPr bwMode="auto">
          <a:xfrm>
            <a:off x="5833446" y="3835466"/>
            <a:ext cx="152400" cy="1524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fr-FR"/>
          </a:p>
        </p:txBody>
      </p:sp>
      <p:sp>
        <p:nvSpPr>
          <p:cNvPr id="244" name="Oval 12">
            <a:extLst>
              <a:ext uri="{FF2B5EF4-FFF2-40B4-BE49-F238E27FC236}">
                <a16:creationId xmlns:a16="http://schemas.microsoft.com/office/drawing/2014/main" id="{DF4BCB30-0DE5-455E-BAFB-02473DC241DE}"/>
              </a:ext>
            </a:extLst>
          </p:cNvPr>
          <p:cNvSpPr>
            <a:spLocks noChangeArrowheads="1"/>
          </p:cNvSpPr>
          <p:nvPr/>
        </p:nvSpPr>
        <p:spPr bwMode="auto">
          <a:xfrm>
            <a:off x="6138246" y="3835466"/>
            <a:ext cx="152400" cy="1524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fr-FR"/>
          </a:p>
        </p:txBody>
      </p:sp>
      <p:sp>
        <p:nvSpPr>
          <p:cNvPr id="245" name="Line 13">
            <a:extLst>
              <a:ext uri="{FF2B5EF4-FFF2-40B4-BE49-F238E27FC236}">
                <a16:creationId xmlns:a16="http://schemas.microsoft.com/office/drawing/2014/main" id="{1E2B5B52-22F2-473D-8199-07C1C42EDA9C}"/>
              </a:ext>
            </a:extLst>
          </p:cNvPr>
          <p:cNvSpPr>
            <a:spLocks noChangeShapeType="1"/>
          </p:cNvSpPr>
          <p:nvPr/>
        </p:nvSpPr>
        <p:spPr bwMode="auto">
          <a:xfrm>
            <a:off x="5681046" y="3225866"/>
            <a:ext cx="228600" cy="3810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fr-FR"/>
          </a:p>
        </p:txBody>
      </p:sp>
      <p:sp>
        <p:nvSpPr>
          <p:cNvPr id="246" name="Line 14">
            <a:extLst>
              <a:ext uri="{FF2B5EF4-FFF2-40B4-BE49-F238E27FC236}">
                <a16:creationId xmlns:a16="http://schemas.microsoft.com/office/drawing/2014/main" id="{D08272C3-9795-44E5-A316-0FEF8468E8C1}"/>
              </a:ext>
            </a:extLst>
          </p:cNvPr>
          <p:cNvSpPr>
            <a:spLocks noChangeShapeType="1"/>
          </p:cNvSpPr>
          <p:nvPr/>
        </p:nvSpPr>
        <p:spPr bwMode="auto">
          <a:xfrm flipV="1">
            <a:off x="6519246" y="3302066"/>
            <a:ext cx="304800" cy="3048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fr-FR"/>
          </a:p>
        </p:txBody>
      </p:sp>
      <p:sp>
        <p:nvSpPr>
          <p:cNvPr id="247" name="Line 15">
            <a:extLst>
              <a:ext uri="{FF2B5EF4-FFF2-40B4-BE49-F238E27FC236}">
                <a16:creationId xmlns:a16="http://schemas.microsoft.com/office/drawing/2014/main" id="{E6002FE8-C09A-4860-8552-0AAD684E4279}"/>
              </a:ext>
            </a:extLst>
          </p:cNvPr>
          <p:cNvSpPr>
            <a:spLocks noChangeShapeType="1"/>
          </p:cNvSpPr>
          <p:nvPr/>
        </p:nvSpPr>
        <p:spPr bwMode="auto">
          <a:xfrm flipV="1">
            <a:off x="6214446" y="2997266"/>
            <a:ext cx="0" cy="6096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fr-FR"/>
          </a:p>
        </p:txBody>
      </p:sp>
      <p:sp>
        <p:nvSpPr>
          <p:cNvPr id="248" name="Rectangle 16">
            <a:extLst>
              <a:ext uri="{FF2B5EF4-FFF2-40B4-BE49-F238E27FC236}">
                <a16:creationId xmlns:a16="http://schemas.microsoft.com/office/drawing/2014/main" id="{75F2467A-E546-4E86-92B1-AC3CFAD9CBC0}"/>
              </a:ext>
            </a:extLst>
          </p:cNvPr>
          <p:cNvSpPr>
            <a:spLocks noChangeArrowheads="1"/>
          </p:cNvSpPr>
          <p:nvPr/>
        </p:nvSpPr>
        <p:spPr bwMode="auto">
          <a:xfrm>
            <a:off x="5757246" y="4749866"/>
            <a:ext cx="914400" cy="609600"/>
          </a:xfrm>
          <a:prstGeom prst="rect">
            <a:avLst/>
          </a:prstGeom>
          <a:noFill/>
          <a:ln w="38100">
            <a:solidFill>
              <a:srgbClr val="339966"/>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fr-FR"/>
          </a:p>
        </p:txBody>
      </p:sp>
      <p:sp>
        <p:nvSpPr>
          <p:cNvPr id="249" name="Oval 17">
            <a:extLst>
              <a:ext uri="{FF2B5EF4-FFF2-40B4-BE49-F238E27FC236}">
                <a16:creationId xmlns:a16="http://schemas.microsoft.com/office/drawing/2014/main" id="{C67CDA46-AE05-46C2-A4A2-EDB70DE731C4}"/>
              </a:ext>
            </a:extLst>
          </p:cNvPr>
          <p:cNvSpPr>
            <a:spLocks noChangeArrowheads="1"/>
          </p:cNvSpPr>
          <p:nvPr/>
        </p:nvSpPr>
        <p:spPr bwMode="auto">
          <a:xfrm>
            <a:off x="5833446" y="4826066"/>
            <a:ext cx="152400" cy="1524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fr-FR"/>
          </a:p>
        </p:txBody>
      </p:sp>
      <p:sp>
        <p:nvSpPr>
          <p:cNvPr id="250" name="Oval 18">
            <a:extLst>
              <a:ext uri="{FF2B5EF4-FFF2-40B4-BE49-F238E27FC236}">
                <a16:creationId xmlns:a16="http://schemas.microsoft.com/office/drawing/2014/main" id="{CB68A056-D693-4DBB-84D9-9654D2DE3497}"/>
              </a:ext>
            </a:extLst>
          </p:cNvPr>
          <p:cNvSpPr>
            <a:spLocks noChangeArrowheads="1"/>
          </p:cNvSpPr>
          <p:nvPr/>
        </p:nvSpPr>
        <p:spPr bwMode="auto">
          <a:xfrm>
            <a:off x="6138246" y="4826066"/>
            <a:ext cx="152400" cy="1524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fr-FR"/>
          </a:p>
        </p:txBody>
      </p:sp>
      <p:sp>
        <p:nvSpPr>
          <p:cNvPr id="251" name="Oval 19">
            <a:extLst>
              <a:ext uri="{FF2B5EF4-FFF2-40B4-BE49-F238E27FC236}">
                <a16:creationId xmlns:a16="http://schemas.microsoft.com/office/drawing/2014/main" id="{9715EC5F-CB7F-4C67-94DE-006EEB489F37}"/>
              </a:ext>
            </a:extLst>
          </p:cNvPr>
          <p:cNvSpPr>
            <a:spLocks noChangeArrowheads="1"/>
          </p:cNvSpPr>
          <p:nvPr/>
        </p:nvSpPr>
        <p:spPr bwMode="auto">
          <a:xfrm>
            <a:off x="6443046" y="4826066"/>
            <a:ext cx="152400" cy="1524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fr-FR"/>
          </a:p>
        </p:txBody>
      </p:sp>
      <p:sp>
        <p:nvSpPr>
          <p:cNvPr id="252" name="Oval 20">
            <a:extLst>
              <a:ext uri="{FF2B5EF4-FFF2-40B4-BE49-F238E27FC236}">
                <a16:creationId xmlns:a16="http://schemas.microsoft.com/office/drawing/2014/main" id="{08A5E0BC-C8E1-41C7-8646-CD817D5C893F}"/>
              </a:ext>
            </a:extLst>
          </p:cNvPr>
          <p:cNvSpPr>
            <a:spLocks noChangeArrowheads="1"/>
          </p:cNvSpPr>
          <p:nvPr/>
        </p:nvSpPr>
        <p:spPr bwMode="auto">
          <a:xfrm>
            <a:off x="5833446" y="5130866"/>
            <a:ext cx="152400" cy="1524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fr-FR"/>
          </a:p>
        </p:txBody>
      </p:sp>
      <p:sp>
        <p:nvSpPr>
          <p:cNvPr id="253" name="Oval 21">
            <a:extLst>
              <a:ext uri="{FF2B5EF4-FFF2-40B4-BE49-F238E27FC236}">
                <a16:creationId xmlns:a16="http://schemas.microsoft.com/office/drawing/2014/main" id="{96E68293-1F7B-4BE6-B79B-E9C641F6930B}"/>
              </a:ext>
            </a:extLst>
          </p:cNvPr>
          <p:cNvSpPr>
            <a:spLocks noChangeArrowheads="1"/>
          </p:cNvSpPr>
          <p:nvPr/>
        </p:nvSpPr>
        <p:spPr bwMode="auto">
          <a:xfrm>
            <a:off x="6138246" y="5130866"/>
            <a:ext cx="152400" cy="1524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fr-FR"/>
          </a:p>
        </p:txBody>
      </p:sp>
      <p:sp>
        <p:nvSpPr>
          <p:cNvPr id="254" name="Oval 22">
            <a:extLst>
              <a:ext uri="{FF2B5EF4-FFF2-40B4-BE49-F238E27FC236}">
                <a16:creationId xmlns:a16="http://schemas.microsoft.com/office/drawing/2014/main" id="{BB668635-EC35-4641-91D5-A4EB1F8C6ABA}"/>
              </a:ext>
            </a:extLst>
          </p:cNvPr>
          <p:cNvSpPr>
            <a:spLocks noChangeArrowheads="1"/>
          </p:cNvSpPr>
          <p:nvPr/>
        </p:nvSpPr>
        <p:spPr bwMode="auto">
          <a:xfrm>
            <a:off x="6443046" y="5130866"/>
            <a:ext cx="152400" cy="1524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fr-FR"/>
          </a:p>
        </p:txBody>
      </p:sp>
      <p:sp>
        <p:nvSpPr>
          <p:cNvPr id="255" name="Line 23">
            <a:extLst>
              <a:ext uri="{FF2B5EF4-FFF2-40B4-BE49-F238E27FC236}">
                <a16:creationId xmlns:a16="http://schemas.microsoft.com/office/drawing/2014/main" id="{EBDAAAEF-19B1-4879-B772-5E12705F3285}"/>
              </a:ext>
            </a:extLst>
          </p:cNvPr>
          <p:cNvSpPr>
            <a:spLocks noChangeShapeType="1"/>
          </p:cNvSpPr>
          <p:nvPr/>
        </p:nvSpPr>
        <p:spPr bwMode="auto">
          <a:xfrm flipV="1">
            <a:off x="5604846" y="5207066"/>
            <a:ext cx="304800" cy="3048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fr-FR"/>
          </a:p>
        </p:txBody>
      </p:sp>
      <p:sp>
        <p:nvSpPr>
          <p:cNvPr id="256" name="Rectangle 24">
            <a:extLst>
              <a:ext uri="{FF2B5EF4-FFF2-40B4-BE49-F238E27FC236}">
                <a16:creationId xmlns:a16="http://schemas.microsoft.com/office/drawing/2014/main" id="{9ECE0A38-E98C-4A10-A767-2792C6A7A386}"/>
              </a:ext>
            </a:extLst>
          </p:cNvPr>
          <p:cNvSpPr>
            <a:spLocks noChangeArrowheads="1"/>
          </p:cNvSpPr>
          <p:nvPr/>
        </p:nvSpPr>
        <p:spPr bwMode="auto">
          <a:xfrm rot="5386239">
            <a:off x="6784359" y="4403791"/>
            <a:ext cx="1143000" cy="304800"/>
          </a:xfrm>
          <a:prstGeom prst="rect">
            <a:avLst/>
          </a:prstGeom>
          <a:noFill/>
          <a:ln w="381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fr-FR"/>
          </a:p>
        </p:txBody>
      </p:sp>
      <p:sp>
        <p:nvSpPr>
          <p:cNvPr id="257" name="Oval 25">
            <a:extLst>
              <a:ext uri="{FF2B5EF4-FFF2-40B4-BE49-F238E27FC236}">
                <a16:creationId xmlns:a16="http://schemas.microsoft.com/office/drawing/2014/main" id="{760855CB-A7B7-472B-B97D-27F054C722E3}"/>
              </a:ext>
            </a:extLst>
          </p:cNvPr>
          <p:cNvSpPr>
            <a:spLocks noChangeArrowheads="1"/>
          </p:cNvSpPr>
          <p:nvPr/>
        </p:nvSpPr>
        <p:spPr bwMode="auto">
          <a:xfrm rot="5386239">
            <a:off x="7279659" y="4062479"/>
            <a:ext cx="152400" cy="1524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fr-FR"/>
          </a:p>
        </p:txBody>
      </p:sp>
      <p:sp>
        <p:nvSpPr>
          <p:cNvPr id="258" name="Oval 26">
            <a:extLst>
              <a:ext uri="{FF2B5EF4-FFF2-40B4-BE49-F238E27FC236}">
                <a16:creationId xmlns:a16="http://schemas.microsoft.com/office/drawing/2014/main" id="{F672FE6C-7C5E-48A2-B5A9-3B761507AFA8}"/>
              </a:ext>
            </a:extLst>
          </p:cNvPr>
          <p:cNvSpPr>
            <a:spLocks noChangeArrowheads="1"/>
          </p:cNvSpPr>
          <p:nvPr/>
        </p:nvSpPr>
        <p:spPr bwMode="auto">
          <a:xfrm rot="5386239">
            <a:off x="7279659" y="4367279"/>
            <a:ext cx="152400" cy="1524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fr-FR"/>
          </a:p>
        </p:txBody>
      </p:sp>
      <p:sp>
        <p:nvSpPr>
          <p:cNvPr id="259" name="Oval 27">
            <a:extLst>
              <a:ext uri="{FF2B5EF4-FFF2-40B4-BE49-F238E27FC236}">
                <a16:creationId xmlns:a16="http://schemas.microsoft.com/office/drawing/2014/main" id="{094FAB05-31A0-4A2A-95E1-15AC952C98F3}"/>
              </a:ext>
            </a:extLst>
          </p:cNvPr>
          <p:cNvSpPr>
            <a:spLocks noChangeArrowheads="1"/>
          </p:cNvSpPr>
          <p:nvPr/>
        </p:nvSpPr>
        <p:spPr bwMode="auto">
          <a:xfrm rot="5386239">
            <a:off x="7281246" y="4597466"/>
            <a:ext cx="152400" cy="1524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fr-FR"/>
          </a:p>
        </p:txBody>
      </p:sp>
      <p:sp>
        <p:nvSpPr>
          <p:cNvPr id="260" name="Oval 28">
            <a:extLst>
              <a:ext uri="{FF2B5EF4-FFF2-40B4-BE49-F238E27FC236}">
                <a16:creationId xmlns:a16="http://schemas.microsoft.com/office/drawing/2014/main" id="{6F47E77F-C4B5-4257-9CA0-2D3F2D03B392}"/>
              </a:ext>
            </a:extLst>
          </p:cNvPr>
          <p:cNvSpPr>
            <a:spLocks noChangeArrowheads="1"/>
          </p:cNvSpPr>
          <p:nvPr/>
        </p:nvSpPr>
        <p:spPr bwMode="auto">
          <a:xfrm rot="5386239">
            <a:off x="7281246" y="4902266"/>
            <a:ext cx="152400" cy="1524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fr-FR"/>
          </a:p>
        </p:txBody>
      </p:sp>
      <p:sp>
        <p:nvSpPr>
          <p:cNvPr id="261" name="Line 29">
            <a:extLst>
              <a:ext uri="{FF2B5EF4-FFF2-40B4-BE49-F238E27FC236}">
                <a16:creationId xmlns:a16="http://schemas.microsoft.com/office/drawing/2014/main" id="{800482A8-158C-4469-A479-74ABBB3D6255}"/>
              </a:ext>
            </a:extLst>
          </p:cNvPr>
          <p:cNvSpPr>
            <a:spLocks noChangeShapeType="1"/>
          </p:cNvSpPr>
          <p:nvPr/>
        </p:nvSpPr>
        <p:spPr bwMode="auto">
          <a:xfrm flipV="1">
            <a:off x="7398721" y="4445066"/>
            <a:ext cx="415925" cy="23653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fr-FR"/>
          </a:p>
        </p:txBody>
      </p:sp>
      <p:sp>
        <p:nvSpPr>
          <p:cNvPr id="262" name="Line 30">
            <a:extLst>
              <a:ext uri="{FF2B5EF4-FFF2-40B4-BE49-F238E27FC236}">
                <a16:creationId xmlns:a16="http://schemas.microsoft.com/office/drawing/2014/main" id="{CBE8BAC5-DA63-4A0F-98D9-9E7D6D7E4C8B}"/>
              </a:ext>
            </a:extLst>
          </p:cNvPr>
          <p:cNvSpPr>
            <a:spLocks noChangeShapeType="1"/>
          </p:cNvSpPr>
          <p:nvPr/>
        </p:nvSpPr>
        <p:spPr bwMode="auto">
          <a:xfrm flipV="1">
            <a:off x="7357446" y="3759266"/>
            <a:ext cx="381000" cy="3810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fr-FR"/>
          </a:p>
        </p:txBody>
      </p:sp>
      <p:grpSp>
        <p:nvGrpSpPr>
          <p:cNvPr id="263" name="Group 31">
            <a:extLst>
              <a:ext uri="{FF2B5EF4-FFF2-40B4-BE49-F238E27FC236}">
                <a16:creationId xmlns:a16="http://schemas.microsoft.com/office/drawing/2014/main" id="{37787826-5C1B-49A6-982F-4EC5F3BA08D2}"/>
              </a:ext>
            </a:extLst>
          </p:cNvPr>
          <p:cNvGrpSpPr>
            <a:grpSpLocks noChangeAspect="1"/>
          </p:cNvGrpSpPr>
          <p:nvPr/>
        </p:nvGrpSpPr>
        <p:grpSpPr bwMode="auto">
          <a:xfrm>
            <a:off x="5093671" y="2663891"/>
            <a:ext cx="693738" cy="627063"/>
            <a:chOff x="431" y="391"/>
            <a:chExt cx="573" cy="518"/>
          </a:xfrm>
        </p:grpSpPr>
        <p:sp>
          <p:nvSpPr>
            <p:cNvPr id="264" name="AutoShape 32">
              <a:extLst>
                <a:ext uri="{FF2B5EF4-FFF2-40B4-BE49-F238E27FC236}">
                  <a16:creationId xmlns:a16="http://schemas.microsoft.com/office/drawing/2014/main" id="{064E80A2-B6A6-4E10-83F0-D611CC7EFCAE}"/>
                </a:ext>
              </a:extLst>
            </p:cNvPr>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265" name="Rectangle 33">
              <a:extLst>
                <a:ext uri="{FF2B5EF4-FFF2-40B4-BE49-F238E27FC236}">
                  <a16:creationId xmlns:a16="http://schemas.microsoft.com/office/drawing/2014/main" id="{BB5C1E20-B1FF-48B3-B98A-836E3DF875B1}"/>
                </a:ext>
              </a:extLst>
            </p:cNvPr>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266" name="Rectangle 34">
              <a:extLst>
                <a:ext uri="{FF2B5EF4-FFF2-40B4-BE49-F238E27FC236}">
                  <a16:creationId xmlns:a16="http://schemas.microsoft.com/office/drawing/2014/main" id="{FA3683D6-53A8-48F9-A492-380B4D3AE453}"/>
                </a:ext>
              </a:extLst>
            </p:cNvPr>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267" name="Freeform 35">
              <a:extLst>
                <a:ext uri="{FF2B5EF4-FFF2-40B4-BE49-F238E27FC236}">
                  <a16:creationId xmlns:a16="http://schemas.microsoft.com/office/drawing/2014/main" id="{20D7E4EA-F167-4FF1-9989-03015A67D34D}"/>
                </a:ext>
              </a:extLst>
            </p:cNvPr>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68" name="Freeform 36">
              <a:extLst>
                <a:ext uri="{FF2B5EF4-FFF2-40B4-BE49-F238E27FC236}">
                  <a16:creationId xmlns:a16="http://schemas.microsoft.com/office/drawing/2014/main" id="{F04FA801-56B1-440C-B330-73FA4AF5D362}"/>
                </a:ext>
              </a:extLst>
            </p:cNvPr>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269" name="Line 37">
              <a:extLst>
                <a:ext uri="{FF2B5EF4-FFF2-40B4-BE49-F238E27FC236}">
                  <a16:creationId xmlns:a16="http://schemas.microsoft.com/office/drawing/2014/main" id="{1B1F114F-E56F-4F74-B6A2-781B2C97889A}"/>
                </a:ext>
              </a:extLst>
            </p:cNvPr>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70" name="Freeform 38">
              <a:extLst>
                <a:ext uri="{FF2B5EF4-FFF2-40B4-BE49-F238E27FC236}">
                  <a16:creationId xmlns:a16="http://schemas.microsoft.com/office/drawing/2014/main" id="{CF2D773C-1924-4B13-81A3-35023738EE62}"/>
                </a:ext>
              </a:extLst>
            </p:cNvPr>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71" name="Freeform 39">
              <a:extLst>
                <a:ext uri="{FF2B5EF4-FFF2-40B4-BE49-F238E27FC236}">
                  <a16:creationId xmlns:a16="http://schemas.microsoft.com/office/drawing/2014/main" id="{7A9217AD-2DD8-4BBD-988A-DFF2441BD6C9}"/>
                </a:ext>
              </a:extLst>
            </p:cNvPr>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272" name="Freeform 40">
              <a:extLst>
                <a:ext uri="{FF2B5EF4-FFF2-40B4-BE49-F238E27FC236}">
                  <a16:creationId xmlns:a16="http://schemas.microsoft.com/office/drawing/2014/main" id="{58ABE7B1-C3A7-4FBC-B0C7-66CA32EBEF9C}"/>
                </a:ext>
              </a:extLst>
            </p:cNvPr>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73" name="Freeform 41">
              <a:extLst>
                <a:ext uri="{FF2B5EF4-FFF2-40B4-BE49-F238E27FC236}">
                  <a16:creationId xmlns:a16="http://schemas.microsoft.com/office/drawing/2014/main" id="{36CCA771-A52F-4EC3-BE08-6403602C1AFE}"/>
                </a:ext>
              </a:extLst>
            </p:cNvPr>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274" name="Freeform 42">
              <a:extLst>
                <a:ext uri="{FF2B5EF4-FFF2-40B4-BE49-F238E27FC236}">
                  <a16:creationId xmlns:a16="http://schemas.microsoft.com/office/drawing/2014/main" id="{E816D3D3-459D-4891-8FA0-3E018645528D}"/>
                </a:ext>
              </a:extLst>
            </p:cNvPr>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75" name="Freeform 43">
              <a:extLst>
                <a:ext uri="{FF2B5EF4-FFF2-40B4-BE49-F238E27FC236}">
                  <a16:creationId xmlns:a16="http://schemas.microsoft.com/office/drawing/2014/main" id="{35485BA0-3985-479D-9647-1AB44062AB53}"/>
                </a:ext>
              </a:extLst>
            </p:cNvPr>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276" name="Rectangle 44">
              <a:extLst>
                <a:ext uri="{FF2B5EF4-FFF2-40B4-BE49-F238E27FC236}">
                  <a16:creationId xmlns:a16="http://schemas.microsoft.com/office/drawing/2014/main" id="{972D4678-80BB-4122-853D-544DBE5A158E}"/>
                </a:ext>
              </a:extLst>
            </p:cNvPr>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277" name="Rectangle 45">
              <a:extLst>
                <a:ext uri="{FF2B5EF4-FFF2-40B4-BE49-F238E27FC236}">
                  <a16:creationId xmlns:a16="http://schemas.microsoft.com/office/drawing/2014/main" id="{33C3EA50-009F-4DDF-AA5A-E4409DB0E5AF}"/>
                </a:ext>
              </a:extLst>
            </p:cNvPr>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278" name="Freeform 46">
              <a:extLst>
                <a:ext uri="{FF2B5EF4-FFF2-40B4-BE49-F238E27FC236}">
                  <a16:creationId xmlns:a16="http://schemas.microsoft.com/office/drawing/2014/main" id="{753A819E-35E7-4364-98D0-F6831F504798}"/>
                </a:ext>
              </a:extLst>
            </p:cNvPr>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79" name="Rectangle 47">
              <a:extLst>
                <a:ext uri="{FF2B5EF4-FFF2-40B4-BE49-F238E27FC236}">
                  <a16:creationId xmlns:a16="http://schemas.microsoft.com/office/drawing/2014/main" id="{2A3F19EF-F8BC-4AB8-BA9A-C59BFFA873AD}"/>
                </a:ext>
              </a:extLst>
            </p:cNvPr>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280" name="Rectangle 48">
              <a:extLst>
                <a:ext uri="{FF2B5EF4-FFF2-40B4-BE49-F238E27FC236}">
                  <a16:creationId xmlns:a16="http://schemas.microsoft.com/office/drawing/2014/main" id="{78096CAD-33FE-4AFF-9583-F1F2D3AA56C2}"/>
                </a:ext>
              </a:extLst>
            </p:cNvPr>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281" name="Group 49">
            <a:extLst>
              <a:ext uri="{FF2B5EF4-FFF2-40B4-BE49-F238E27FC236}">
                <a16:creationId xmlns:a16="http://schemas.microsoft.com/office/drawing/2014/main" id="{D927D588-DD88-4517-83C1-EDF8E770C60C}"/>
              </a:ext>
            </a:extLst>
          </p:cNvPr>
          <p:cNvGrpSpPr>
            <a:grpSpLocks noChangeAspect="1"/>
          </p:cNvGrpSpPr>
          <p:nvPr/>
        </p:nvGrpSpPr>
        <p:grpSpPr bwMode="auto">
          <a:xfrm>
            <a:off x="5885834" y="2447991"/>
            <a:ext cx="693737" cy="627063"/>
            <a:chOff x="431" y="391"/>
            <a:chExt cx="573" cy="518"/>
          </a:xfrm>
        </p:grpSpPr>
        <p:sp>
          <p:nvSpPr>
            <p:cNvPr id="282" name="AutoShape 50">
              <a:extLst>
                <a:ext uri="{FF2B5EF4-FFF2-40B4-BE49-F238E27FC236}">
                  <a16:creationId xmlns:a16="http://schemas.microsoft.com/office/drawing/2014/main" id="{DC0FB895-7663-498B-8F43-CF07F2BC34E0}"/>
                </a:ext>
              </a:extLst>
            </p:cNvPr>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283" name="Rectangle 51">
              <a:extLst>
                <a:ext uri="{FF2B5EF4-FFF2-40B4-BE49-F238E27FC236}">
                  <a16:creationId xmlns:a16="http://schemas.microsoft.com/office/drawing/2014/main" id="{5C4E7989-D0C3-41F8-A29A-24E652E2F841}"/>
                </a:ext>
              </a:extLst>
            </p:cNvPr>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284" name="Rectangle 52">
              <a:extLst>
                <a:ext uri="{FF2B5EF4-FFF2-40B4-BE49-F238E27FC236}">
                  <a16:creationId xmlns:a16="http://schemas.microsoft.com/office/drawing/2014/main" id="{BC37B10C-0168-48FD-805E-E92F6E7A735C}"/>
                </a:ext>
              </a:extLst>
            </p:cNvPr>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285" name="Freeform 53">
              <a:extLst>
                <a:ext uri="{FF2B5EF4-FFF2-40B4-BE49-F238E27FC236}">
                  <a16:creationId xmlns:a16="http://schemas.microsoft.com/office/drawing/2014/main" id="{CA1A1C51-995C-4916-AEE5-D22EC7C4AE41}"/>
                </a:ext>
              </a:extLst>
            </p:cNvPr>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86" name="Freeform 54">
              <a:extLst>
                <a:ext uri="{FF2B5EF4-FFF2-40B4-BE49-F238E27FC236}">
                  <a16:creationId xmlns:a16="http://schemas.microsoft.com/office/drawing/2014/main" id="{081067DD-BEF5-4BDB-AE02-E79ED315C4D6}"/>
                </a:ext>
              </a:extLst>
            </p:cNvPr>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287" name="Line 55">
              <a:extLst>
                <a:ext uri="{FF2B5EF4-FFF2-40B4-BE49-F238E27FC236}">
                  <a16:creationId xmlns:a16="http://schemas.microsoft.com/office/drawing/2014/main" id="{BD84D0EE-1738-466F-A7D4-DB4F0F84BA89}"/>
                </a:ext>
              </a:extLst>
            </p:cNvPr>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88" name="Freeform 56">
              <a:extLst>
                <a:ext uri="{FF2B5EF4-FFF2-40B4-BE49-F238E27FC236}">
                  <a16:creationId xmlns:a16="http://schemas.microsoft.com/office/drawing/2014/main" id="{B2B6899A-77CA-44B6-AF60-A0869052D974}"/>
                </a:ext>
              </a:extLst>
            </p:cNvPr>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89" name="Freeform 57">
              <a:extLst>
                <a:ext uri="{FF2B5EF4-FFF2-40B4-BE49-F238E27FC236}">
                  <a16:creationId xmlns:a16="http://schemas.microsoft.com/office/drawing/2014/main" id="{BF46DED5-61E3-4041-A09D-998A71822890}"/>
                </a:ext>
              </a:extLst>
            </p:cNvPr>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290" name="Freeform 58">
              <a:extLst>
                <a:ext uri="{FF2B5EF4-FFF2-40B4-BE49-F238E27FC236}">
                  <a16:creationId xmlns:a16="http://schemas.microsoft.com/office/drawing/2014/main" id="{34021D6F-58C6-434A-A45F-BE0BD6079FC5}"/>
                </a:ext>
              </a:extLst>
            </p:cNvPr>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91" name="Freeform 59">
              <a:extLst>
                <a:ext uri="{FF2B5EF4-FFF2-40B4-BE49-F238E27FC236}">
                  <a16:creationId xmlns:a16="http://schemas.microsoft.com/office/drawing/2014/main" id="{5781D4AB-6CF1-430E-B537-0F5C37344A01}"/>
                </a:ext>
              </a:extLst>
            </p:cNvPr>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292" name="Freeform 60">
              <a:extLst>
                <a:ext uri="{FF2B5EF4-FFF2-40B4-BE49-F238E27FC236}">
                  <a16:creationId xmlns:a16="http://schemas.microsoft.com/office/drawing/2014/main" id="{9898F03D-9453-400A-BF6D-C2E71BC75F7E}"/>
                </a:ext>
              </a:extLst>
            </p:cNvPr>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93" name="Freeform 61">
              <a:extLst>
                <a:ext uri="{FF2B5EF4-FFF2-40B4-BE49-F238E27FC236}">
                  <a16:creationId xmlns:a16="http://schemas.microsoft.com/office/drawing/2014/main" id="{D7282CC4-AAAB-4EB3-81F3-8E9F7AB78EEC}"/>
                </a:ext>
              </a:extLst>
            </p:cNvPr>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294" name="Rectangle 62">
              <a:extLst>
                <a:ext uri="{FF2B5EF4-FFF2-40B4-BE49-F238E27FC236}">
                  <a16:creationId xmlns:a16="http://schemas.microsoft.com/office/drawing/2014/main" id="{4A745650-1814-4721-97F4-618D9EA4DA87}"/>
                </a:ext>
              </a:extLst>
            </p:cNvPr>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295" name="Rectangle 63">
              <a:extLst>
                <a:ext uri="{FF2B5EF4-FFF2-40B4-BE49-F238E27FC236}">
                  <a16:creationId xmlns:a16="http://schemas.microsoft.com/office/drawing/2014/main" id="{729EBFB4-B0D7-4E9D-93F2-3380E12376E5}"/>
                </a:ext>
              </a:extLst>
            </p:cNvPr>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296" name="Freeform 64">
              <a:extLst>
                <a:ext uri="{FF2B5EF4-FFF2-40B4-BE49-F238E27FC236}">
                  <a16:creationId xmlns:a16="http://schemas.microsoft.com/office/drawing/2014/main" id="{5C1057B6-6980-4315-B94B-942A3DD15EBE}"/>
                </a:ext>
              </a:extLst>
            </p:cNvPr>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97" name="Rectangle 65">
              <a:extLst>
                <a:ext uri="{FF2B5EF4-FFF2-40B4-BE49-F238E27FC236}">
                  <a16:creationId xmlns:a16="http://schemas.microsoft.com/office/drawing/2014/main" id="{0A2137F2-5AFB-407A-9A78-F9D4E163DFA8}"/>
                </a:ext>
              </a:extLst>
            </p:cNvPr>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298" name="Rectangle 66">
              <a:extLst>
                <a:ext uri="{FF2B5EF4-FFF2-40B4-BE49-F238E27FC236}">
                  <a16:creationId xmlns:a16="http://schemas.microsoft.com/office/drawing/2014/main" id="{DCA7E38E-C102-4EC3-A6AC-9A953E1BB28D}"/>
                </a:ext>
              </a:extLst>
            </p:cNvPr>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299" name="Group 67">
            <a:extLst>
              <a:ext uri="{FF2B5EF4-FFF2-40B4-BE49-F238E27FC236}">
                <a16:creationId xmlns:a16="http://schemas.microsoft.com/office/drawing/2014/main" id="{92A94AE7-9380-431C-B771-6050D67C7447}"/>
              </a:ext>
            </a:extLst>
          </p:cNvPr>
          <p:cNvGrpSpPr>
            <a:grpSpLocks noChangeAspect="1"/>
          </p:cNvGrpSpPr>
          <p:nvPr/>
        </p:nvGrpSpPr>
        <p:grpSpPr bwMode="auto">
          <a:xfrm>
            <a:off x="6677996" y="2663891"/>
            <a:ext cx="693738" cy="627063"/>
            <a:chOff x="431" y="391"/>
            <a:chExt cx="573" cy="518"/>
          </a:xfrm>
        </p:grpSpPr>
        <p:sp>
          <p:nvSpPr>
            <p:cNvPr id="300" name="AutoShape 68">
              <a:extLst>
                <a:ext uri="{FF2B5EF4-FFF2-40B4-BE49-F238E27FC236}">
                  <a16:creationId xmlns:a16="http://schemas.microsoft.com/office/drawing/2014/main" id="{1F0DE200-A73E-4C18-9396-CDAAF72B04B3}"/>
                </a:ext>
              </a:extLst>
            </p:cNvPr>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301" name="Rectangle 69">
              <a:extLst>
                <a:ext uri="{FF2B5EF4-FFF2-40B4-BE49-F238E27FC236}">
                  <a16:creationId xmlns:a16="http://schemas.microsoft.com/office/drawing/2014/main" id="{E5BE67AB-A37A-4B76-A867-A232209EB797}"/>
                </a:ext>
              </a:extLst>
            </p:cNvPr>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302" name="Rectangle 70">
              <a:extLst>
                <a:ext uri="{FF2B5EF4-FFF2-40B4-BE49-F238E27FC236}">
                  <a16:creationId xmlns:a16="http://schemas.microsoft.com/office/drawing/2014/main" id="{DC427A9C-5EA0-4958-8C66-6BD8F86B1A99}"/>
                </a:ext>
              </a:extLst>
            </p:cNvPr>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303" name="Freeform 71">
              <a:extLst>
                <a:ext uri="{FF2B5EF4-FFF2-40B4-BE49-F238E27FC236}">
                  <a16:creationId xmlns:a16="http://schemas.microsoft.com/office/drawing/2014/main" id="{BF73F846-2067-4E26-BA48-6472FF17B0DA}"/>
                </a:ext>
              </a:extLst>
            </p:cNvPr>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04" name="Freeform 72">
              <a:extLst>
                <a:ext uri="{FF2B5EF4-FFF2-40B4-BE49-F238E27FC236}">
                  <a16:creationId xmlns:a16="http://schemas.microsoft.com/office/drawing/2014/main" id="{5DB01F2F-7564-4FE8-9A12-B2DA25D3370C}"/>
                </a:ext>
              </a:extLst>
            </p:cNvPr>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305" name="Line 73">
              <a:extLst>
                <a:ext uri="{FF2B5EF4-FFF2-40B4-BE49-F238E27FC236}">
                  <a16:creationId xmlns:a16="http://schemas.microsoft.com/office/drawing/2014/main" id="{BD7C0834-0C68-4A4B-9E23-DDEAE76D5466}"/>
                </a:ext>
              </a:extLst>
            </p:cNvPr>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306" name="Freeform 74">
              <a:extLst>
                <a:ext uri="{FF2B5EF4-FFF2-40B4-BE49-F238E27FC236}">
                  <a16:creationId xmlns:a16="http://schemas.microsoft.com/office/drawing/2014/main" id="{BFF3AD89-4FC3-4518-97F1-23EB2B2D7AFD}"/>
                </a:ext>
              </a:extLst>
            </p:cNvPr>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07" name="Freeform 75">
              <a:extLst>
                <a:ext uri="{FF2B5EF4-FFF2-40B4-BE49-F238E27FC236}">
                  <a16:creationId xmlns:a16="http://schemas.microsoft.com/office/drawing/2014/main" id="{7F9B7B51-87EF-480D-9F86-3827E6D3BA8C}"/>
                </a:ext>
              </a:extLst>
            </p:cNvPr>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308" name="Freeform 76">
              <a:extLst>
                <a:ext uri="{FF2B5EF4-FFF2-40B4-BE49-F238E27FC236}">
                  <a16:creationId xmlns:a16="http://schemas.microsoft.com/office/drawing/2014/main" id="{E799313B-99E6-4FE1-8A8F-195CCE2132FF}"/>
                </a:ext>
              </a:extLst>
            </p:cNvPr>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09" name="Freeform 77">
              <a:extLst>
                <a:ext uri="{FF2B5EF4-FFF2-40B4-BE49-F238E27FC236}">
                  <a16:creationId xmlns:a16="http://schemas.microsoft.com/office/drawing/2014/main" id="{BABD229C-AB78-4156-B4ED-9954137EA9F0}"/>
                </a:ext>
              </a:extLst>
            </p:cNvPr>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310" name="Freeform 78">
              <a:extLst>
                <a:ext uri="{FF2B5EF4-FFF2-40B4-BE49-F238E27FC236}">
                  <a16:creationId xmlns:a16="http://schemas.microsoft.com/office/drawing/2014/main" id="{24F64989-DC40-462B-B6D8-31BED3784BDA}"/>
                </a:ext>
              </a:extLst>
            </p:cNvPr>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11" name="Freeform 79">
              <a:extLst>
                <a:ext uri="{FF2B5EF4-FFF2-40B4-BE49-F238E27FC236}">
                  <a16:creationId xmlns:a16="http://schemas.microsoft.com/office/drawing/2014/main" id="{70643B91-1A26-4098-91FA-FBA5DDB064E3}"/>
                </a:ext>
              </a:extLst>
            </p:cNvPr>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312" name="Rectangle 80">
              <a:extLst>
                <a:ext uri="{FF2B5EF4-FFF2-40B4-BE49-F238E27FC236}">
                  <a16:creationId xmlns:a16="http://schemas.microsoft.com/office/drawing/2014/main" id="{9FD41844-662B-4F97-BD57-111DDC13C09D}"/>
                </a:ext>
              </a:extLst>
            </p:cNvPr>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313" name="Rectangle 81">
              <a:extLst>
                <a:ext uri="{FF2B5EF4-FFF2-40B4-BE49-F238E27FC236}">
                  <a16:creationId xmlns:a16="http://schemas.microsoft.com/office/drawing/2014/main" id="{56B28967-BF6B-4FDF-A144-E49E1DC549CB}"/>
                </a:ext>
              </a:extLst>
            </p:cNvPr>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314" name="Freeform 82">
              <a:extLst>
                <a:ext uri="{FF2B5EF4-FFF2-40B4-BE49-F238E27FC236}">
                  <a16:creationId xmlns:a16="http://schemas.microsoft.com/office/drawing/2014/main" id="{61A7403A-0C0D-4BB7-BFBC-CAB0F3F747BD}"/>
                </a:ext>
              </a:extLst>
            </p:cNvPr>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15" name="Rectangle 83">
              <a:extLst>
                <a:ext uri="{FF2B5EF4-FFF2-40B4-BE49-F238E27FC236}">
                  <a16:creationId xmlns:a16="http://schemas.microsoft.com/office/drawing/2014/main" id="{F433AC2F-BBD8-408B-95FF-49A25ED6DB57}"/>
                </a:ext>
              </a:extLst>
            </p:cNvPr>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316" name="Rectangle 84">
              <a:extLst>
                <a:ext uri="{FF2B5EF4-FFF2-40B4-BE49-F238E27FC236}">
                  <a16:creationId xmlns:a16="http://schemas.microsoft.com/office/drawing/2014/main" id="{BA1AECD9-8C82-47F1-8C0F-1B1277BF07EB}"/>
                </a:ext>
              </a:extLst>
            </p:cNvPr>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317" name="Group 85">
            <a:extLst>
              <a:ext uri="{FF2B5EF4-FFF2-40B4-BE49-F238E27FC236}">
                <a16:creationId xmlns:a16="http://schemas.microsoft.com/office/drawing/2014/main" id="{EE0597B1-85A8-43FC-8FB8-5BCCB861A033}"/>
              </a:ext>
            </a:extLst>
          </p:cNvPr>
          <p:cNvGrpSpPr>
            <a:grpSpLocks noChangeAspect="1"/>
          </p:cNvGrpSpPr>
          <p:nvPr/>
        </p:nvGrpSpPr>
        <p:grpSpPr bwMode="auto">
          <a:xfrm>
            <a:off x="7686059" y="3168716"/>
            <a:ext cx="693737" cy="627063"/>
            <a:chOff x="431" y="391"/>
            <a:chExt cx="573" cy="518"/>
          </a:xfrm>
        </p:grpSpPr>
        <p:sp>
          <p:nvSpPr>
            <p:cNvPr id="318" name="AutoShape 86">
              <a:extLst>
                <a:ext uri="{FF2B5EF4-FFF2-40B4-BE49-F238E27FC236}">
                  <a16:creationId xmlns:a16="http://schemas.microsoft.com/office/drawing/2014/main" id="{10ECC04B-8514-4089-80AB-4B3009A5328A}"/>
                </a:ext>
              </a:extLst>
            </p:cNvPr>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319" name="Rectangle 87">
              <a:extLst>
                <a:ext uri="{FF2B5EF4-FFF2-40B4-BE49-F238E27FC236}">
                  <a16:creationId xmlns:a16="http://schemas.microsoft.com/office/drawing/2014/main" id="{948FAC6B-566A-49E8-9F1C-496E647CC308}"/>
                </a:ext>
              </a:extLst>
            </p:cNvPr>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320" name="Rectangle 88">
              <a:extLst>
                <a:ext uri="{FF2B5EF4-FFF2-40B4-BE49-F238E27FC236}">
                  <a16:creationId xmlns:a16="http://schemas.microsoft.com/office/drawing/2014/main" id="{621AD639-DCA4-4D5B-8015-CAEA3945DEE1}"/>
                </a:ext>
              </a:extLst>
            </p:cNvPr>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321" name="Freeform 89">
              <a:extLst>
                <a:ext uri="{FF2B5EF4-FFF2-40B4-BE49-F238E27FC236}">
                  <a16:creationId xmlns:a16="http://schemas.microsoft.com/office/drawing/2014/main" id="{1CBA8B34-6CE3-4344-AE34-B9A1E2E94A4B}"/>
                </a:ext>
              </a:extLst>
            </p:cNvPr>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22" name="Freeform 90">
              <a:extLst>
                <a:ext uri="{FF2B5EF4-FFF2-40B4-BE49-F238E27FC236}">
                  <a16:creationId xmlns:a16="http://schemas.microsoft.com/office/drawing/2014/main" id="{95014F1E-20DA-4D54-81F3-9D02B6044C4E}"/>
                </a:ext>
              </a:extLst>
            </p:cNvPr>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323" name="Line 91">
              <a:extLst>
                <a:ext uri="{FF2B5EF4-FFF2-40B4-BE49-F238E27FC236}">
                  <a16:creationId xmlns:a16="http://schemas.microsoft.com/office/drawing/2014/main" id="{8B25CFEB-9C49-492F-94C8-480358ED2830}"/>
                </a:ext>
              </a:extLst>
            </p:cNvPr>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324" name="Freeform 92">
              <a:extLst>
                <a:ext uri="{FF2B5EF4-FFF2-40B4-BE49-F238E27FC236}">
                  <a16:creationId xmlns:a16="http://schemas.microsoft.com/office/drawing/2014/main" id="{E6F420DE-91F7-4BAB-954C-297848E5B5B9}"/>
                </a:ext>
              </a:extLst>
            </p:cNvPr>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25" name="Freeform 93">
              <a:extLst>
                <a:ext uri="{FF2B5EF4-FFF2-40B4-BE49-F238E27FC236}">
                  <a16:creationId xmlns:a16="http://schemas.microsoft.com/office/drawing/2014/main" id="{EE246DDC-CFA0-48B7-BDA0-2D9989ED1622}"/>
                </a:ext>
              </a:extLst>
            </p:cNvPr>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326" name="Freeform 94">
              <a:extLst>
                <a:ext uri="{FF2B5EF4-FFF2-40B4-BE49-F238E27FC236}">
                  <a16:creationId xmlns:a16="http://schemas.microsoft.com/office/drawing/2014/main" id="{F4206C90-39F2-4AB3-B23F-A164773958D2}"/>
                </a:ext>
              </a:extLst>
            </p:cNvPr>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27" name="Freeform 95">
              <a:extLst>
                <a:ext uri="{FF2B5EF4-FFF2-40B4-BE49-F238E27FC236}">
                  <a16:creationId xmlns:a16="http://schemas.microsoft.com/office/drawing/2014/main" id="{07D39D69-6C97-463C-AE75-91568E1A8879}"/>
                </a:ext>
              </a:extLst>
            </p:cNvPr>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328" name="Freeform 96">
              <a:extLst>
                <a:ext uri="{FF2B5EF4-FFF2-40B4-BE49-F238E27FC236}">
                  <a16:creationId xmlns:a16="http://schemas.microsoft.com/office/drawing/2014/main" id="{338F6C08-2A5C-4F09-84BC-D77711272343}"/>
                </a:ext>
              </a:extLst>
            </p:cNvPr>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29" name="Freeform 97">
              <a:extLst>
                <a:ext uri="{FF2B5EF4-FFF2-40B4-BE49-F238E27FC236}">
                  <a16:creationId xmlns:a16="http://schemas.microsoft.com/office/drawing/2014/main" id="{C0321FE5-53E4-4C05-ACAB-DB7DA772726A}"/>
                </a:ext>
              </a:extLst>
            </p:cNvPr>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330" name="Rectangle 98">
              <a:extLst>
                <a:ext uri="{FF2B5EF4-FFF2-40B4-BE49-F238E27FC236}">
                  <a16:creationId xmlns:a16="http://schemas.microsoft.com/office/drawing/2014/main" id="{FF0ADC39-3ED4-4805-8973-1191D680A5B5}"/>
                </a:ext>
              </a:extLst>
            </p:cNvPr>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331" name="Rectangle 99">
              <a:extLst>
                <a:ext uri="{FF2B5EF4-FFF2-40B4-BE49-F238E27FC236}">
                  <a16:creationId xmlns:a16="http://schemas.microsoft.com/office/drawing/2014/main" id="{48B3F624-B107-4C2E-B124-D0EB802DEAED}"/>
                </a:ext>
              </a:extLst>
            </p:cNvPr>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332" name="Freeform 100">
              <a:extLst>
                <a:ext uri="{FF2B5EF4-FFF2-40B4-BE49-F238E27FC236}">
                  <a16:creationId xmlns:a16="http://schemas.microsoft.com/office/drawing/2014/main" id="{771A8DFC-9685-40E7-AFE0-EDDAD97A15A1}"/>
                </a:ext>
              </a:extLst>
            </p:cNvPr>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33" name="Rectangle 101">
              <a:extLst>
                <a:ext uri="{FF2B5EF4-FFF2-40B4-BE49-F238E27FC236}">
                  <a16:creationId xmlns:a16="http://schemas.microsoft.com/office/drawing/2014/main" id="{06705CC4-1A6E-456D-92A5-7C2F3B02CA40}"/>
                </a:ext>
              </a:extLst>
            </p:cNvPr>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334" name="Rectangle 102">
              <a:extLst>
                <a:ext uri="{FF2B5EF4-FFF2-40B4-BE49-F238E27FC236}">
                  <a16:creationId xmlns:a16="http://schemas.microsoft.com/office/drawing/2014/main" id="{1BCC9081-040E-40C3-9423-266AE122FA61}"/>
                </a:ext>
              </a:extLst>
            </p:cNvPr>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335" name="Group 103">
            <a:extLst>
              <a:ext uri="{FF2B5EF4-FFF2-40B4-BE49-F238E27FC236}">
                <a16:creationId xmlns:a16="http://schemas.microsoft.com/office/drawing/2014/main" id="{91034FEA-D2F6-45CF-BE24-AE95CF0B48AA}"/>
              </a:ext>
            </a:extLst>
          </p:cNvPr>
          <p:cNvGrpSpPr>
            <a:grpSpLocks noChangeAspect="1"/>
          </p:cNvGrpSpPr>
          <p:nvPr/>
        </p:nvGrpSpPr>
        <p:grpSpPr bwMode="auto">
          <a:xfrm>
            <a:off x="7830521" y="4032316"/>
            <a:ext cx="693738" cy="627063"/>
            <a:chOff x="431" y="391"/>
            <a:chExt cx="573" cy="518"/>
          </a:xfrm>
        </p:grpSpPr>
        <p:sp>
          <p:nvSpPr>
            <p:cNvPr id="336" name="AutoShape 104">
              <a:extLst>
                <a:ext uri="{FF2B5EF4-FFF2-40B4-BE49-F238E27FC236}">
                  <a16:creationId xmlns:a16="http://schemas.microsoft.com/office/drawing/2014/main" id="{C3C4E03A-1D24-40EA-BE69-2D1F431A4129}"/>
                </a:ext>
              </a:extLst>
            </p:cNvPr>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337" name="Rectangle 105">
              <a:extLst>
                <a:ext uri="{FF2B5EF4-FFF2-40B4-BE49-F238E27FC236}">
                  <a16:creationId xmlns:a16="http://schemas.microsoft.com/office/drawing/2014/main" id="{84AA12FA-6BED-4F8A-8FC8-42FE6C9E7873}"/>
                </a:ext>
              </a:extLst>
            </p:cNvPr>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338" name="Rectangle 106">
              <a:extLst>
                <a:ext uri="{FF2B5EF4-FFF2-40B4-BE49-F238E27FC236}">
                  <a16:creationId xmlns:a16="http://schemas.microsoft.com/office/drawing/2014/main" id="{1F5F1712-73B7-44A8-B1EA-4D0E779E9D6E}"/>
                </a:ext>
              </a:extLst>
            </p:cNvPr>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339" name="Freeform 107">
              <a:extLst>
                <a:ext uri="{FF2B5EF4-FFF2-40B4-BE49-F238E27FC236}">
                  <a16:creationId xmlns:a16="http://schemas.microsoft.com/office/drawing/2014/main" id="{E340BAF3-26C0-4B35-A004-29A7F9DED782}"/>
                </a:ext>
              </a:extLst>
            </p:cNvPr>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40" name="Freeform 108">
              <a:extLst>
                <a:ext uri="{FF2B5EF4-FFF2-40B4-BE49-F238E27FC236}">
                  <a16:creationId xmlns:a16="http://schemas.microsoft.com/office/drawing/2014/main" id="{74074596-9C50-4FAF-BDFD-B9F2930A344D}"/>
                </a:ext>
              </a:extLst>
            </p:cNvPr>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341" name="Line 109">
              <a:extLst>
                <a:ext uri="{FF2B5EF4-FFF2-40B4-BE49-F238E27FC236}">
                  <a16:creationId xmlns:a16="http://schemas.microsoft.com/office/drawing/2014/main" id="{E3FC91C6-B38B-4B12-8369-6D7D8BC90791}"/>
                </a:ext>
              </a:extLst>
            </p:cNvPr>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342" name="Freeform 110">
              <a:extLst>
                <a:ext uri="{FF2B5EF4-FFF2-40B4-BE49-F238E27FC236}">
                  <a16:creationId xmlns:a16="http://schemas.microsoft.com/office/drawing/2014/main" id="{C0F1C835-389A-4A88-B027-BB9FABA5E0E9}"/>
                </a:ext>
              </a:extLst>
            </p:cNvPr>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43" name="Freeform 111">
              <a:extLst>
                <a:ext uri="{FF2B5EF4-FFF2-40B4-BE49-F238E27FC236}">
                  <a16:creationId xmlns:a16="http://schemas.microsoft.com/office/drawing/2014/main" id="{5AC14D06-4DB9-4864-90A6-F25DA8FC0497}"/>
                </a:ext>
              </a:extLst>
            </p:cNvPr>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344" name="Freeform 112">
              <a:extLst>
                <a:ext uri="{FF2B5EF4-FFF2-40B4-BE49-F238E27FC236}">
                  <a16:creationId xmlns:a16="http://schemas.microsoft.com/office/drawing/2014/main" id="{D10283DD-C8E3-4FFD-8D34-02FFFFE0B3F3}"/>
                </a:ext>
              </a:extLst>
            </p:cNvPr>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45" name="Freeform 113">
              <a:extLst>
                <a:ext uri="{FF2B5EF4-FFF2-40B4-BE49-F238E27FC236}">
                  <a16:creationId xmlns:a16="http://schemas.microsoft.com/office/drawing/2014/main" id="{8DD809CD-92B8-4BD4-8F67-9F982D409469}"/>
                </a:ext>
              </a:extLst>
            </p:cNvPr>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346" name="Freeform 114">
              <a:extLst>
                <a:ext uri="{FF2B5EF4-FFF2-40B4-BE49-F238E27FC236}">
                  <a16:creationId xmlns:a16="http://schemas.microsoft.com/office/drawing/2014/main" id="{97E93170-5904-4BE4-B167-FCECA19B578A}"/>
                </a:ext>
              </a:extLst>
            </p:cNvPr>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47" name="Freeform 115">
              <a:extLst>
                <a:ext uri="{FF2B5EF4-FFF2-40B4-BE49-F238E27FC236}">
                  <a16:creationId xmlns:a16="http://schemas.microsoft.com/office/drawing/2014/main" id="{D7171ECD-E67B-4FD0-8102-641FE44F095E}"/>
                </a:ext>
              </a:extLst>
            </p:cNvPr>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348" name="Rectangle 116">
              <a:extLst>
                <a:ext uri="{FF2B5EF4-FFF2-40B4-BE49-F238E27FC236}">
                  <a16:creationId xmlns:a16="http://schemas.microsoft.com/office/drawing/2014/main" id="{F4FEFF2A-5481-4C38-AE88-4CFB3EC8A3A9}"/>
                </a:ext>
              </a:extLst>
            </p:cNvPr>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349" name="Rectangle 117">
              <a:extLst>
                <a:ext uri="{FF2B5EF4-FFF2-40B4-BE49-F238E27FC236}">
                  <a16:creationId xmlns:a16="http://schemas.microsoft.com/office/drawing/2014/main" id="{CC478172-EA80-4CE5-AB8B-DCE244CCF90C}"/>
                </a:ext>
              </a:extLst>
            </p:cNvPr>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350" name="Freeform 118">
              <a:extLst>
                <a:ext uri="{FF2B5EF4-FFF2-40B4-BE49-F238E27FC236}">
                  <a16:creationId xmlns:a16="http://schemas.microsoft.com/office/drawing/2014/main" id="{33293F6B-7037-423A-BF9E-EE9CFEA06AF3}"/>
                </a:ext>
              </a:extLst>
            </p:cNvPr>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51" name="Rectangle 119">
              <a:extLst>
                <a:ext uri="{FF2B5EF4-FFF2-40B4-BE49-F238E27FC236}">
                  <a16:creationId xmlns:a16="http://schemas.microsoft.com/office/drawing/2014/main" id="{96BFDAC2-DFC1-49F3-8D2C-46A3419AD4A4}"/>
                </a:ext>
              </a:extLst>
            </p:cNvPr>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352" name="Rectangle 120">
              <a:extLst>
                <a:ext uri="{FF2B5EF4-FFF2-40B4-BE49-F238E27FC236}">
                  <a16:creationId xmlns:a16="http://schemas.microsoft.com/office/drawing/2014/main" id="{2975C318-4EDB-43F0-8285-2E538A3AC9F1}"/>
                </a:ext>
              </a:extLst>
            </p:cNvPr>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353" name="Group 121">
            <a:extLst>
              <a:ext uri="{FF2B5EF4-FFF2-40B4-BE49-F238E27FC236}">
                <a16:creationId xmlns:a16="http://schemas.microsoft.com/office/drawing/2014/main" id="{282D6A1A-0128-4A8C-BB0C-89D90803CF5D}"/>
              </a:ext>
            </a:extLst>
          </p:cNvPr>
          <p:cNvGrpSpPr>
            <a:grpSpLocks noChangeAspect="1"/>
          </p:cNvGrpSpPr>
          <p:nvPr/>
        </p:nvGrpSpPr>
        <p:grpSpPr bwMode="auto">
          <a:xfrm>
            <a:off x="7614621" y="4897504"/>
            <a:ext cx="693738" cy="627062"/>
            <a:chOff x="431" y="391"/>
            <a:chExt cx="573" cy="518"/>
          </a:xfrm>
        </p:grpSpPr>
        <p:sp>
          <p:nvSpPr>
            <p:cNvPr id="354" name="AutoShape 122">
              <a:extLst>
                <a:ext uri="{FF2B5EF4-FFF2-40B4-BE49-F238E27FC236}">
                  <a16:creationId xmlns:a16="http://schemas.microsoft.com/office/drawing/2014/main" id="{1B27BF31-D27E-4451-903C-94C73B8FFCA8}"/>
                </a:ext>
              </a:extLst>
            </p:cNvPr>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355" name="Rectangle 123">
              <a:extLst>
                <a:ext uri="{FF2B5EF4-FFF2-40B4-BE49-F238E27FC236}">
                  <a16:creationId xmlns:a16="http://schemas.microsoft.com/office/drawing/2014/main" id="{33798B56-9DBC-4908-9D24-6915213F680E}"/>
                </a:ext>
              </a:extLst>
            </p:cNvPr>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356" name="Rectangle 124">
              <a:extLst>
                <a:ext uri="{FF2B5EF4-FFF2-40B4-BE49-F238E27FC236}">
                  <a16:creationId xmlns:a16="http://schemas.microsoft.com/office/drawing/2014/main" id="{B5567A05-8EEA-4D2F-9C53-A633959AC797}"/>
                </a:ext>
              </a:extLst>
            </p:cNvPr>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357" name="Freeform 125">
              <a:extLst>
                <a:ext uri="{FF2B5EF4-FFF2-40B4-BE49-F238E27FC236}">
                  <a16:creationId xmlns:a16="http://schemas.microsoft.com/office/drawing/2014/main" id="{E993B55D-C87A-42A4-B451-C8A91D08A1EA}"/>
                </a:ext>
              </a:extLst>
            </p:cNvPr>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58" name="Freeform 126">
              <a:extLst>
                <a:ext uri="{FF2B5EF4-FFF2-40B4-BE49-F238E27FC236}">
                  <a16:creationId xmlns:a16="http://schemas.microsoft.com/office/drawing/2014/main" id="{76A8620A-0CE4-4D2C-8D9E-2125B5347BE6}"/>
                </a:ext>
              </a:extLst>
            </p:cNvPr>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359" name="Line 127">
              <a:extLst>
                <a:ext uri="{FF2B5EF4-FFF2-40B4-BE49-F238E27FC236}">
                  <a16:creationId xmlns:a16="http://schemas.microsoft.com/office/drawing/2014/main" id="{42E7C2B8-CA2C-4008-A964-2559F6B9D4B8}"/>
                </a:ext>
              </a:extLst>
            </p:cNvPr>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360" name="Freeform 128">
              <a:extLst>
                <a:ext uri="{FF2B5EF4-FFF2-40B4-BE49-F238E27FC236}">
                  <a16:creationId xmlns:a16="http://schemas.microsoft.com/office/drawing/2014/main" id="{480798FE-C04A-4367-9943-577A8CE9241F}"/>
                </a:ext>
              </a:extLst>
            </p:cNvPr>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61" name="Freeform 129">
              <a:extLst>
                <a:ext uri="{FF2B5EF4-FFF2-40B4-BE49-F238E27FC236}">
                  <a16:creationId xmlns:a16="http://schemas.microsoft.com/office/drawing/2014/main" id="{DB9F61CD-5B4A-49D2-84CB-4412188ADC47}"/>
                </a:ext>
              </a:extLst>
            </p:cNvPr>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362" name="Freeform 130">
              <a:extLst>
                <a:ext uri="{FF2B5EF4-FFF2-40B4-BE49-F238E27FC236}">
                  <a16:creationId xmlns:a16="http://schemas.microsoft.com/office/drawing/2014/main" id="{EAC1D7E9-A75E-4462-B9B8-20C10709024F}"/>
                </a:ext>
              </a:extLst>
            </p:cNvPr>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63" name="Freeform 131">
              <a:extLst>
                <a:ext uri="{FF2B5EF4-FFF2-40B4-BE49-F238E27FC236}">
                  <a16:creationId xmlns:a16="http://schemas.microsoft.com/office/drawing/2014/main" id="{960C44E2-3E15-4F87-B240-D7CA727DB837}"/>
                </a:ext>
              </a:extLst>
            </p:cNvPr>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364" name="Freeform 132">
              <a:extLst>
                <a:ext uri="{FF2B5EF4-FFF2-40B4-BE49-F238E27FC236}">
                  <a16:creationId xmlns:a16="http://schemas.microsoft.com/office/drawing/2014/main" id="{0E70040C-6FD8-42B4-BAC4-D5A3665B8450}"/>
                </a:ext>
              </a:extLst>
            </p:cNvPr>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65" name="Freeform 133">
              <a:extLst>
                <a:ext uri="{FF2B5EF4-FFF2-40B4-BE49-F238E27FC236}">
                  <a16:creationId xmlns:a16="http://schemas.microsoft.com/office/drawing/2014/main" id="{5FAAB96E-FDB7-4BAF-94D9-CCEE8448D655}"/>
                </a:ext>
              </a:extLst>
            </p:cNvPr>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366" name="Rectangle 134">
              <a:extLst>
                <a:ext uri="{FF2B5EF4-FFF2-40B4-BE49-F238E27FC236}">
                  <a16:creationId xmlns:a16="http://schemas.microsoft.com/office/drawing/2014/main" id="{6C41D935-217E-4512-8C28-C55A8D8579F6}"/>
                </a:ext>
              </a:extLst>
            </p:cNvPr>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367" name="Rectangle 135">
              <a:extLst>
                <a:ext uri="{FF2B5EF4-FFF2-40B4-BE49-F238E27FC236}">
                  <a16:creationId xmlns:a16="http://schemas.microsoft.com/office/drawing/2014/main" id="{9A46D2CC-C633-411B-A20E-AA5761B03D16}"/>
                </a:ext>
              </a:extLst>
            </p:cNvPr>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368" name="Freeform 136">
              <a:extLst>
                <a:ext uri="{FF2B5EF4-FFF2-40B4-BE49-F238E27FC236}">
                  <a16:creationId xmlns:a16="http://schemas.microsoft.com/office/drawing/2014/main" id="{53A278A9-0A35-414E-A4F8-2401C680F36A}"/>
                </a:ext>
              </a:extLst>
            </p:cNvPr>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69" name="Rectangle 137">
              <a:extLst>
                <a:ext uri="{FF2B5EF4-FFF2-40B4-BE49-F238E27FC236}">
                  <a16:creationId xmlns:a16="http://schemas.microsoft.com/office/drawing/2014/main" id="{475B58C3-165B-4267-AC9C-64AAD8DB1675}"/>
                </a:ext>
              </a:extLst>
            </p:cNvPr>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370" name="Rectangle 138">
              <a:extLst>
                <a:ext uri="{FF2B5EF4-FFF2-40B4-BE49-F238E27FC236}">
                  <a16:creationId xmlns:a16="http://schemas.microsoft.com/office/drawing/2014/main" id="{DE687725-DCDB-4ADF-958B-AD77A349433F}"/>
                </a:ext>
              </a:extLst>
            </p:cNvPr>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371" name="Group 139">
            <a:extLst>
              <a:ext uri="{FF2B5EF4-FFF2-40B4-BE49-F238E27FC236}">
                <a16:creationId xmlns:a16="http://schemas.microsoft.com/office/drawing/2014/main" id="{1CD76070-3985-4165-8143-50F0C95D88A1}"/>
              </a:ext>
            </a:extLst>
          </p:cNvPr>
          <p:cNvGrpSpPr>
            <a:grpSpLocks noChangeAspect="1"/>
          </p:cNvGrpSpPr>
          <p:nvPr/>
        </p:nvGrpSpPr>
        <p:grpSpPr bwMode="auto">
          <a:xfrm>
            <a:off x="6749434" y="5400741"/>
            <a:ext cx="693737" cy="627063"/>
            <a:chOff x="431" y="391"/>
            <a:chExt cx="573" cy="518"/>
          </a:xfrm>
        </p:grpSpPr>
        <p:sp>
          <p:nvSpPr>
            <p:cNvPr id="372" name="AutoShape 140">
              <a:extLst>
                <a:ext uri="{FF2B5EF4-FFF2-40B4-BE49-F238E27FC236}">
                  <a16:creationId xmlns:a16="http://schemas.microsoft.com/office/drawing/2014/main" id="{896D1D5C-C749-4C8C-A56C-1F4EED9CE87D}"/>
                </a:ext>
              </a:extLst>
            </p:cNvPr>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373" name="Rectangle 141">
              <a:extLst>
                <a:ext uri="{FF2B5EF4-FFF2-40B4-BE49-F238E27FC236}">
                  <a16:creationId xmlns:a16="http://schemas.microsoft.com/office/drawing/2014/main" id="{2D730786-BE57-44D7-B9DC-BF8E07D67A26}"/>
                </a:ext>
              </a:extLst>
            </p:cNvPr>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374" name="Rectangle 142">
              <a:extLst>
                <a:ext uri="{FF2B5EF4-FFF2-40B4-BE49-F238E27FC236}">
                  <a16:creationId xmlns:a16="http://schemas.microsoft.com/office/drawing/2014/main" id="{80CFA179-6C99-4080-9176-BA67D8B5009C}"/>
                </a:ext>
              </a:extLst>
            </p:cNvPr>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375" name="Freeform 143">
              <a:extLst>
                <a:ext uri="{FF2B5EF4-FFF2-40B4-BE49-F238E27FC236}">
                  <a16:creationId xmlns:a16="http://schemas.microsoft.com/office/drawing/2014/main" id="{2F81C15F-CD51-4A9C-8C6D-863762B368A9}"/>
                </a:ext>
              </a:extLst>
            </p:cNvPr>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76" name="Freeform 144">
              <a:extLst>
                <a:ext uri="{FF2B5EF4-FFF2-40B4-BE49-F238E27FC236}">
                  <a16:creationId xmlns:a16="http://schemas.microsoft.com/office/drawing/2014/main" id="{0188F7FD-1FE4-4DEE-89EB-08F1E6652141}"/>
                </a:ext>
              </a:extLst>
            </p:cNvPr>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377" name="Line 145">
              <a:extLst>
                <a:ext uri="{FF2B5EF4-FFF2-40B4-BE49-F238E27FC236}">
                  <a16:creationId xmlns:a16="http://schemas.microsoft.com/office/drawing/2014/main" id="{CB9659BB-A729-4922-92F2-CF06A28AA9A8}"/>
                </a:ext>
              </a:extLst>
            </p:cNvPr>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378" name="Freeform 146">
              <a:extLst>
                <a:ext uri="{FF2B5EF4-FFF2-40B4-BE49-F238E27FC236}">
                  <a16:creationId xmlns:a16="http://schemas.microsoft.com/office/drawing/2014/main" id="{2604A50E-87EB-44EA-A454-64D2CA948402}"/>
                </a:ext>
              </a:extLst>
            </p:cNvPr>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79" name="Freeform 147">
              <a:extLst>
                <a:ext uri="{FF2B5EF4-FFF2-40B4-BE49-F238E27FC236}">
                  <a16:creationId xmlns:a16="http://schemas.microsoft.com/office/drawing/2014/main" id="{D2058B8D-3F37-4A6F-8615-5F6FC5EA0086}"/>
                </a:ext>
              </a:extLst>
            </p:cNvPr>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380" name="Freeform 148">
              <a:extLst>
                <a:ext uri="{FF2B5EF4-FFF2-40B4-BE49-F238E27FC236}">
                  <a16:creationId xmlns:a16="http://schemas.microsoft.com/office/drawing/2014/main" id="{5CF8C16B-AAF2-4E6F-8480-DB5B2F0342F0}"/>
                </a:ext>
              </a:extLst>
            </p:cNvPr>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81" name="Freeform 149">
              <a:extLst>
                <a:ext uri="{FF2B5EF4-FFF2-40B4-BE49-F238E27FC236}">
                  <a16:creationId xmlns:a16="http://schemas.microsoft.com/office/drawing/2014/main" id="{2C942827-5790-403D-A2EE-FE463C25FDE8}"/>
                </a:ext>
              </a:extLst>
            </p:cNvPr>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382" name="Freeform 150">
              <a:extLst>
                <a:ext uri="{FF2B5EF4-FFF2-40B4-BE49-F238E27FC236}">
                  <a16:creationId xmlns:a16="http://schemas.microsoft.com/office/drawing/2014/main" id="{9A454FDC-6FE4-4847-950E-A02910C9FD43}"/>
                </a:ext>
              </a:extLst>
            </p:cNvPr>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83" name="Freeform 151">
              <a:extLst>
                <a:ext uri="{FF2B5EF4-FFF2-40B4-BE49-F238E27FC236}">
                  <a16:creationId xmlns:a16="http://schemas.microsoft.com/office/drawing/2014/main" id="{B6B3F41D-6B6B-4249-9D8C-F0C5FCC926DF}"/>
                </a:ext>
              </a:extLst>
            </p:cNvPr>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384" name="Rectangle 152">
              <a:extLst>
                <a:ext uri="{FF2B5EF4-FFF2-40B4-BE49-F238E27FC236}">
                  <a16:creationId xmlns:a16="http://schemas.microsoft.com/office/drawing/2014/main" id="{6FDE00D9-9F54-4C76-BF64-39FCAD387D8B}"/>
                </a:ext>
              </a:extLst>
            </p:cNvPr>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385" name="Rectangle 153">
              <a:extLst>
                <a:ext uri="{FF2B5EF4-FFF2-40B4-BE49-F238E27FC236}">
                  <a16:creationId xmlns:a16="http://schemas.microsoft.com/office/drawing/2014/main" id="{75B74B4A-CD26-488B-940F-35A1D3A04E30}"/>
                </a:ext>
              </a:extLst>
            </p:cNvPr>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386" name="Freeform 154">
              <a:extLst>
                <a:ext uri="{FF2B5EF4-FFF2-40B4-BE49-F238E27FC236}">
                  <a16:creationId xmlns:a16="http://schemas.microsoft.com/office/drawing/2014/main" id="{C11FD515-9D81-456F-ABE3-14C949B18D96}"/>
                </a:ext>
              </a:extLst>
            </p:cNvPr>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87" name="Rectangle 155">
              <a:extLst>
                <a:ext uri="{FF2B5EF4-FFF2-40B4-BE49-F238E27FC236}">
                  <a16:creationId xmlns:a16="http://schemas.microsoft.com/office/drawing/2014/main" id="{966F02D1-2266-4953-AE46-2D66545B9A69}"/>
                </a:ext>
              </a:extLst>
            </p:cNvPr>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388" name="Rectangle 156">
              <a:extLst>
                <a:ext uri="{FF2B5EF4-FFF2-40B4-BE49-F238E27FC236}">
                  <a16:creationId xmlns:a16="http://schemas.microsoft.com/office/drawing/2014/main" id="{E2CAC4C8-BBDE-4212-A18B-225F649131B6}"/>
                </a:ext>
              </a:extLst>
            </p:cNvPr>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389" name="Group 157">
            <a:extLst>
              <a:ext uri="{FF2B5EF4-FFF2-40B4-BE49-F238E27FC236}">
                <a16:creationId xmlns:a16="http://schemas.microsoft.com/office/drawing/2014/main" id="{988977B7-435A-4063-A33A-0217061F3841}"/>
              </a:ext>
            </a:extLst>
          </p:cNvPr>
          <p:cNvGrpSpPr>
            <a:grpSpLocks noChangeAspect="1"/>
          </p:cNvGrpSpPr>
          <p:nvPr/>
        </p:nvGrpSpPr>
        <p:grpSpPr bwMode="auto">
          <a:xfrm>
            <a:off x="5814396" y="5761104"/>
            <a:ext cx="693738" cy="627062"/>
            <a:chOff x="431" y="391"/>
            <a:chExt cx="573" cy="518"/>
          </a:xfrm>
        </p:grpSpPr>
        <p:sp>
          <p:nvSpPr>
            <p:cNvPr id="390" name="AutoShape 158">
              <a:extLst>
                <a:ext uri="{FF2B5EF4-FFF2-40B4-BE49-F238E27FC236}">
                  <a16:creationId xmlns:a16="http://schemas.microsoft.com/office/drawing/2014/main" id="{4D51A31D-D49B-4B3E-B728-509B664578BA}"/>
                </a:ext>
              </a:extLst>
            </p:cNvPr>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391" name="Rectangle 159">
              <a:extLst>
                <a:ext uri="{FF2B5EF4-FFF2-40B4-BE49-F238E27FC236}">
                  <a16:creationId xmlns:a16="http://schemas.microsoft.com/office/drawing/2014/main" id="{053DF458-9F7A-4599-94F4-C5E30BDF9670}"/>
                </a:ext>
              </a:extLst>
            </p:cNvPr>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392" name="Rectangle 160">
              <a:extLst>
                <a:ext uri="{FF2B5EF4-FFF2-40B4-BE49-F238E27FC236}">
                  <a16:creationId xmlns:a16="http://schemas.microsoft.com/office/drawing/2014/main" id="{022D4B98-2801-479A-8AD8-97A1AF4EEEBB}"/>
                </a:ext>
              </a:extLst>
            </p:cNvPr>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393" name="Freeform 161">
              <a:extLst>
                <a:ext uri="{FF2B5EF4-FFF2-40B4-BE49-F238E27FC236}">
                  <a16:creationId xmlns:a16="http://schemas.microsoft.com/office/drawing/2014/main" id="{386067F9-3604-4949-9EBA-87D33CA24BA9}"/>
                </a:ext>
              </a:extLst>
            </p:cNvPr>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94" name="Freeform 162">
              <a:extLst>
                <a:ext uri="{FF2B5EF4-FFF2-40B4-BE49-F238E27FC236}">
                  <a16:creationId xmlns:a16="http://schemas.microsoft.com/office/drawing/2014/main" id="{1074F0EB-33DD-4F4A-8266-CCAA4152F1E8}"/>
                </a:ext>
              </a:extLst>
            </p:cNvPr>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395" name="Line 163">
              <a:extLst>
                <a:ext uri="{FF2B5EF4-FFF2-40B4-BE49-F238E27FC236}">
                  <a16:creationId xmlns:a16="http://schemas.microsoft.com/office/drawing/2014/main" id="{C7C00467-1772-4666-AA54-FFAD99AE460E}"/>
                </a:ext>
              </a:extLst>
            </p:cNvPr>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396" name="Freeform 164">
              <a:extLst>
                <a:ext uri="{FF2B5EF4-FFF2-40B4-BE49-F238E27FC236}">
                  <a16:creationId xmlns:a16="http://schemas.microsoft.com/office/drawing/2014/main" id="{FCA535DE-063F-42E3-A034-E40B5482C2BF}"/>
                </a:ext>
              </a:extLst>
            </p:cNvPr>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97" name="Freeform 165">
              <a:extLst>
                <a:ext uri="{FF2B5EF4-FFF2-40B4-BE49-F238E27FC236}">
                  <a16:creationId xmlns:a16="http://schemas.microsoft.com/office/drawing/2014/main" id="{A18647DB-61C2-4EEF-8E85-D74D1BAC15AA}"/>
                </a:ext>
              </a:extLst>
            </p:cNvPr>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398" name="Freeform 166">
              <a:extLst>
                <a:ext uri="{FF2B5EF4-FFF2-40B4-BE49-F238E27FC236}">
                  <a16:creationId xmlns:a16="http://schemas.microsoft.com/office/drawing/2014/main" id="{DAB19B84-D0C7-4887-B0BC-4D4C033F5DA2}"/>
                </a:ext>
              </a:extLst>
            </p:cNvPr>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99" name="Freeform 167">
              <a:extLst>
                <a:ext uri="{FF2B5EF4-FFF2-40B4-BE49-F238E27FC236}">
                  <a16:creationId xmlns:a16="http://schemas.microsoft.com/office/drawing/2014/main" id="{BDCCEFDC-69CE-4E28-85DB-7F0ACCA3CFBB}"/>
                </a:ext>
              </a:extLst>
            </p:cNvPr>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400" name="Freeform 168">
              <a:extLst>
                <a:ext uri="{FF2B5EF4-FFF2-40B4-BE49-F238E27FC236}">
                  <a16:creationId xmlns:a16="http://schemas.microsoft.com/office/drawing/2014/main" id="{1F513712-C936-40C3-AFA8-B8CF0E6C7A81}"/>
                </a:ext>
              </a:extLst>
            </p:cNvPr>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01" name="Freeform 169">
              <a:extLst>
                <a:ext uri="{FF2B5EF4-FFF2-40B4-BE49-F238E27FC236}">
                  <a16:creationId xmlns:a16="http://schemas.microsoft.com/office/drawing/2014/main" id="{96634C05-D138-44FA-B0CB-5C96C7214D54}"/>
                </a:ext>
              </a:extLst>
            </p:cNvPr>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402" name="Rectangle 170">
              <a:extLst>
                <a:ext uri="{FF2B5EF4-FFF2-40B4-BE49-F238E27FC236}">
                  <a16:creationId xmlns:a16="http://schemas.microsoft.com/office/drawing/2014/main" id="{A8B6CC1C-0AFD-469F-89A3-CC621A5E1B78}"/>
                </a:ext>
              </a:extLst>
            </p:cNvPr>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403" name="Rectangle 171">
              <a:extLst>
                <a:ext uri="{FF2B5EF4-FFF2-40B4-BE49-F238E27FC236}">
                  <a16:creationId xmlns:a16="http://schemas.microsoft.com/office/drawing/2014/main" id="{ECAD467E-FC0E-4E86-B044-18F8B2488222}"/>
                </a:ext>
              </a:extLst>
            </p:cNvPr>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404" name="Freeform 172">
              <a:extLst>
                <a:ext uri="{FF2B5EF4-FFF2-40B4-BE49-F238E27FC236}">
                  <a16:creationId xmlns:a16="http://schemas.microsoft.com/office/drawing/2014/main" id="{E8EFAAC4-E291-4356-8130-026BDC0145B3}"/>
                </a:ext>
              </a:extLst>
            </p:cNvPr>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05" name="Rectangle 173">
              <a:extLst>
                <a:ext uri="{FF2B5EF4-FFF2-40B4-BE49-F238E27FC236}">
                  <a16:creationId xmlns:a16="http://schemas.microsoft.com/office/drawing/2014/main" id="{7F862932-A30C-43E9-A707-9CA8807A3E6C}"/>
                </a:ext>
              </a:extLst>
            </p:cNvPr>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406" name="Rectangle 174">
              <a:extLst>
                <a:ext uri="{FF2B5EF4-FFF2-40B4-BE49-F238E27FC236}">
                  <a16:creationId xmlns:a16="http://schemas.microsoft.com/office/drawing/2014/main" id="{0C18941E-7933-4ED9-A40D-4847A3D79FFE}"/>
                </a:ext>
              </a:extLst>
            </p:cNvPr>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407" name="Group 175">
            <a:extLst>
              <a:ext uri="{FF2B5EF4-FFF2-40B4-BE49-F238E27FC236}">
                <a16:creationId xmlns:a16="http://schemas.microsoft.com/office/drawing/2014/main" id="{0006D677-B484-4C55-8055-46504A334088}"/>
              </a:ext>
            </a:extLst>
          </p:cNvPr>
          <p:cNvGrpSpPr>
            <a:grpSpLocks noChangeAspect="1"/>
          </p:cNvGrpSpPr>
          <p:nvPr/>
        </p:nvGrpSpPr>
        <p:grpSpPr bwMode="auto">
          <a:xfrm>
            <a:off x="4949209" y="5400741"/>
            <a:ext cx="693737" cy="627063"/>
            <a:chOff x="431" y="391"/>
            <a:chExt cx="573" cy="518"/>
          </a:xfrm>
        </p:grpSpPr>
        <p:sp>
          <p:nvSpPr>
            <p:cNvPr id="408" name="AutoShape 176">
              <a:extLst>
                <a:ext uri="{FF2B5EF4-FFF2-40B4-BE49-F238E27FC236}">
                  <a16:creationId xmlns:a16="http://schemas.microsoft.com/office/drawing/2014/main" id="{110B6A4A-EECC-44C1-8B0A-DD06D4740895}"/>
                </a:ext>
              </a:extLst>
            </p:cNvPr>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409" name="Rectangle 177">
              <a:extLst>
                <a:ext uri="{FF2B5EF4-FFF2-40B4-BE49-F238E27FC236}">
                  <a16:creationId xmlns:a16="http://schemas.microsoft.com/office/drawing/2014/main" id="{0D89B34B-DE6E-4558-A772-59D046F30EFC}"/>
                </a:ext>
              </a:extLst>
            </p:cNvPr>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410" name="Rectangle 178">
              <a:extLst>
                <a:ext uri="{FF2B5EF4-FFF2-40B4-BE49-F238E27FC236}">
                  <a16:creationId xmlns:a16="http://schemas.microsoft.com/office/drawing/2014/main" id="{E0DC9EC7-F0EA-4C22-9ACE-3C3FCBF703D0}"/>
                </a:ext>
              </a:extLst>
            </p:cNvPr>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411" name="Freeform 179">
              <a:extLst>
                <a:ext uri="{FF2B5EF4-FFF2-40B4-BE49-F238E27FC236}">
                  <a16:creationId xmlns:a16="http://schemas.microsoft.com/office/drawing/2014/main" id="{DE01303E-8F0F-448C-B05C-B18662F58E25}"/>
                </a:ext>
              </a:extLst>
            </p:cNvPr>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12" name="Freeform 180">
              <a:extLst>
                <a:ext uri="{FF2B5EF4-FFF2-40B4-BE49-F238E27FC236}">
                  <a16:creationId xmlns:a16="http://schemas.microsoft.com/office/drawing/2014/main" id="{53D9B710-CAE6-49A9-A196-619564362990}"/>
                </a:ext>
              </a:extLst>
            </p:cNvPr>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413" name="Line 181">
              <a:extLst>
                <a:ext uri="{FF2B5EF4-FFF2-40B4-BE49-F238E27FC236}">
                  <a16:creationId xmlns:a16="http://schemas.microsoft.com/office/drawing/2014/main" id="{8C0EBCE7-DBE4-42AD-9267-1618B2478142}"/>
                </a:ext>
              </a:extLst>
            </p:cNvPr>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414" name="Freeform 182">
              <a:extLst>
                <a:ext uri="{FF2B5EF4-FFF2-40B4-BE49-F238E27FC236}">
                  <a16:creationId xmlns:a16="http://schemas.microsoft.com/office/drawing/2014/main" id="{16F4C833-7920-40F7-BF41-6A74BFD75D0E}"/>
                </a:ext>
              </a:extLst>
            </p:cNvPr>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15" name="Freeform 183">
              <a:extLst>
                <a:ext uri="{FF2B5EF4-FFF2-40B4-BE49-F238E27FC236}">
                  <a16:creationId xmlns:a16="http://schemas.microsoft.com/office/drawing/2014/main" id="{5C96CC83-1705-4991-AB4C-9F860173E55C}"/>
                </a:ext>
              </a:extLst>
            </p:cNvPr>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416" name="Freeform 184">
              <a:extLst>
                <a:ext uri="{FF2B5EF4-FFF2-40B4-BE49-F238E27FC236}">
                  <a16:creationId xmlns:a16="http://schemas.microsoft.com/office/drawing/2014/main" id="{ECCA0984-6220-417F-B2E0-D996D4281C67}"/>
                </a:ext>
              </a:extLst>
            </p:cNvPr>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17" name="Freeform 185">
              <a:extLst>
                <a:ext uri="{FF2B5EF4-FFF2-40B4-BE49-F238E27FC236}">
                  <a16:creationId xmlns:a16="http://schemas.microsoft.com/office/drawing/2014/main" id="{6E391AF4-51E3-4D7D-BF3F-179221D8EA20}"/>
                </a:ext>
              </a:extLst>
            </p:cNvPr>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418" name="Freeform 186">
              <a:extLst>
                <a:ext uri="{FF2B5EF4-FFF2-40B4-BE49-F238E27FC236}">
                  <a16:creationId xmlns:a16="http://schemas.microsoft.com/office/drawing/2014/main" id="{8A2EB968-FCC2-45E7-A2A3-2F427EEE5377}"/>
                </a:ext>
              </a:extLst>
            </p:cNvPr>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19" name="Freeform 187">
              <a:extLst>
                <a:ext uri="{FF2B5EF4-FFF2-40B4-BE49-F238E27FC236}">
                  <a16:creationId xmlns:a16="http://schemas.microsoft.com/office/drawing/2014/main" id="{416F2B9D-DDB3-49DC-A924-886A22FA7578}"/>
                </a:ext>
              </a:extLst>
            </p:cNvPr>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420" name="Rectangle 188">
              <a:extLst>
                <a:ext uri="{FF2B5EF4-FFF2-40B4-BE49-F238E27FC236}">
                  <a16:creationId xmlns:a16="http://schemas.microsoft.com/office/drawing/2014/main" id="{BA1D4B23-6E5A-4CD3-ACE9-2FAF67FF8F62}"/>
                </a:ext>
              </a:extLst>
            </p:cNvPr>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421" name="Rectangle 189">
              <a:extLst>
                <a:ext uri="{FF2B5EF4-FFF2-40B4-BE49-F238E27FC236}">
                  <a16:creationId xmlns:a16="http://schemas.microsoft.com/office/drawing/2014/main" id="{1F721D81-8734-449A-827D-FCCC8DC44FA5}"/>
                </a:ext>
              </a:extLst>
            </p:cNvPr>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422" name="Freeform 190">
              <a:extLst>
                <a:ext uri="{FF2B5EF4-FFF2-40B4-BE49-F238E27FC236}">
                  <a16:creationId xmlns:a16="http://schemas.microsoft.com/office/drawing/2014/main" id="{CEA6F52F-08D3-4146-80EE-94F8620F5B8E}"/>
                </a:ext>
              </a:extLst>
            </p:cNvPr>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23" name="Rectangle 191">
              <a:extLst>
                <a:ext uri="{FF2B5EF4-FFF2-40B4-BE49-F238E27FC236}">
                  <a16:creationId xmlns:a16="http://schemas.microsoft.com/office/drawing/2014/main" id="{5FD982C6-F436-49E1-A366-43270D6EE90F}"/>
                </a:ext>
              </a:extLst>
            </p:cNvPr>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424" name="Rectangle 192">
              <a:extLst>
                <a:ext uri="{FF2B5EF4-FFF2-40B4-BE49-F238E27FC236}">
                  <a16:creationId xmlns:a16="http://schemas.microsoft.com/office/drawing/2014/main" id="{08F2F061-8029-475C-861B-E2DA5AD62F48}"/>
                </a:ext>
              </a:extLst>
            </p:cNvPr>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425" name="Group 193">
            <a:extLst>
              <a:ext uri="{FF2B5EF4-FFF2-40B4-BE49-F238E27FC236}">
                <a16:creationId xmlns:a16="http://schemas.microsoft.com/office/drawing/2014/main" id="{18768B2D-0D48-4324-8796-DB349596C29E}"/>
              </a:ext>
            </a:extLst>
          </p:cNvPr>
          <p:cNvGrpSpPr>
            <a:grpSpLocks noChangeAspect="1"/>
          </p:cNvGrpSpPr>
          <p:nvPr/>
        </p:nvGrpSpPr>
        <p:grpSpPr bwMode="auto">
          <a:xfrm>
            <a:off x="2213946" y="3889441"/>
            <a:ext cx="1441450" cy="733425"/>
            <a:chOff x="2517" y="1616"/>
            <a:chExt cx="908" cy="462"/>
          </a:xfrm>
        </p:grpSpPr>
        <p:sp>
          <p:nvSpPr>
            <p:cNvPr id="426" name="AutoShape 194">
              <a:extLst>
                <a:ext uri="{FF2B5EF4-FFF2-40B4-BE49-F238E27FC236}">
                  <a16:creationId xmlns:a16="http://schemas.microsoft.com/office/drawing/2014/main" id="{7449FEDD-AA3D-4BD7-8D04-091248BF2B3C}"/>
                </a:ext>
              </a:extLst>
            </p:cNvPr>
            <p:cNvSpPr>
              <a:spLocks noChangeAspect="1" noChangeArrowheads="1" noTextEdit="1"/>
            </p:cNvSpPr>
            <p:nvPr/>
          </p:nvSpPr>
          <p:spPr bwMode="auto">
            <a:xfrm>
              <a:off x="2517" y="1619"/>
              <a:ext cx="908" cy="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427" name="Oval 195">
              <a:extLst>
                <a:ext uri="{FF2B5EF4-FFF2-40B4-BE49-F238E27FC236}">
                  <a16:creationId xmlns:a16="http://schemas.microsoft.com/office/drawing/2014/main" id="{EAD195CC-6865-4006-AAD4-AAF8B4892AD1}"/>
                </a:ext>
              </a:extLst>
            </p:cNvPr>
            <p:cNvSpPr>
              <a:spLocks noChangeAspect="1" noChangeArrowheads="1"/>
            </p:cNvSpPr>
            <p:nvPr/>
          </p:nvSpPr>
          <p:spPr bwMode="auto">
            <a:xfrm>
              <a:off x="2519" y="1811"/>
              <a:ext cx="904" cy="265"/>
            </a:xfrm>
            <a:prstGeom prst="ellipse">
              <a:avLst/>
            </a:prstGeom>
            <a:gradFill rotWithShape="1">
              <a:gsLst>
                <a:gs pos="0">
                  <a:srgbClr val="66FFCC"/>
                </a:gs>
                <a:gs pos="100000">
                  <a:srgbClr val="66FFCC">
                    <a:gamma/>
                    <a:shade val="46275"/>
                    <a:invGamma/>
                  </a:srgbClr>
                </a:gs>
              </a:gsLst>
              <a:lin ang="0" scaled="1"/>
            </a:gradFill>
            <a:ln w="12700">
              <a:solidFill>
                <a:srgbClr val="009999"/>
              </a:solidFill>
              <a:round/>
              <a:headEnd/>
              <a:tailEnd/>
            </a:ln>
          </p:spPr>
          <p:txBody>
            <a:bodyPr/>
            <a:lstStyle/>
            <a:p>
              <a:endParaRPr lang="fr-FR"/>
            </a:p>
          </p:txBody>
        </p:sp>
        <p:sp>
          <p:nvSpPr>
            <p:cNvPr id="428" name="Rectangle 196">
              <a:extLst>
                <a:ext uri="{FF2B5EF4-FFF2-40B4-BE49-F238E27FC236}">
                  <a16:creationId xmlns:a16="http://schemas.microsoft.com/office/drawing/2014/main" id="{04E07916-AAB1-41C6-B81D-0405F039A23E}"/>
                </a:ext>
              </a:extLst>
            </p:cNvPr>
            <p:cNvSpPr>
              <a:spLocks noChangeAspect="1" noChangeArrowheads="1"/>
            </p:cNvSpPr>
            <p:nvPr/>
          </p:nvSpPr>
          <p:spPr bwMode="auto">
            <a:xfrm>
              <a:off x="2517" y="1756"/>
              <a:ext cx="903" cy="18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429" name="Rectangle 197">
              <a:extLst>
                <a:ext uri="{FF2B5EF4-FFF2-40B4-BE49-F238E27FC236}">
                  <a16:creationId xmlns:a16="http://schemas.microsoft.com/office/drawing/2014/main" id="{1203A805-4EB4-4B10-B245-5B91CC6102C4}"/>
                </a:ext>
              </a:extLst>
            </p:cNvPr>
            <p:cNvSpPr>
              <a:spLocks noChangeAspect="1" noChangeArrowheads="1"/>
            </p:cNvSpPr>
            <p:nvPr/>
          </p:nvSpPr>
          <p:spPr bwMode="auto">
            <a:xfrm>
              <a:off x="2518" y="1756"/>
              <a:ext cx="903" cy="189"/>
            </a:xfrm>
            <a:prstGeom prst="rect">
              <a:avLst/>
            </a:prstGeom>
            <a:gradFill rotWithShape="1">
              <a:gsLst>
                <a:gs pos="0">
                  <a:srgbClr val="66FFCC"/>
                </a:gs>
                <a:gs pos="100000">
                  <a:srgbClr val="66FFCC">
                    <a:gamma/>
                    <a:shade val="46275"/>
                    <a:invGamma/>
                  </a:srgbClr>
                </a:gs>
              </a:gsLst>
              <a:lin ang="0" scaled="1"/>
            </a:gradFill>
            <a:ln>
              <a:noFill/>
            </a:ln>
            <a:extLst>
              <a:ext uri="{91240B29-F687-4F45-9708-019B960494DF}">
                <a14:hiddenLine xmlns:a14="http://schemas.microsoft.com/office/drawing/2010/main" w="9525">
                  <a:solidFill>
                    <a:srgbClr val="33CCCC"/>
                  </a:solidFill>
                  <a:miter lim="800000"/>
                  <a:headEnd/>
                  <a:tailEnd/>
                </a14:hiddenLine>
              </a:ext>
            </a:extLst>
          </p:spPr>
          <p:txBody>
            <a:bodyPr/>
            <a:lstStyle/>
            <a:p>
              <a:endParaRPr lang="fr-FR"/>
            </a:p>
          </p:txBody>
        </p:sp>
        <p:sp>
          <p:nvSpPr>
            <p:cNvPr id="430" name="Oval 198">
              <a:extLst>
                <a:ext uri="{FF2B5EF4-FFF2-40B4-BE49-F238E27FC236}">
                  <a16:creationId xmlns:a16="http://schemas.microsoft.com/office/drawing/2014/main" id="{17C780C3-5586-4B78-8AD7-EF22F3606D26}"/>
                </a:ext>
              </a:extLst>
            </p:cNvPr>
            <p:cNvSpPr>
              <a:spLocks noChangeAspect="1" noChangeArrowheads="1"/>
            </p:cNvSpPr>
            <p:nvPr/>
          </p:nvSpPr>
          <p:spPr bwMode="auto">
            <a:xfrm>
              <a:off x="2519" y="1616"/>
              <a:ext cx="904" cy="265"/>
            </a:xfrm>
            <a:prstGeom prst="ellipse">
              <a:avLst/>
            </a:prstGeom>
            <a:solidFill>
              <a:srgbClr val="66FFCC"/>
            </a:solidFill>
            <a:ln w="12700">
              <a:solidFill>
                <a:srgbClr val="009999"/>
              </a:solidFill>
              <a:round/>
              <a:headEnd/>
              <a:tailEnd/>
            </a:ln>
          </p:spPr>
          <p:txBody>
            <a:bodyPr/>
            <a:lstStyle/>
            <a:p>
              <a:endParaRPr lang="fr-FR"/>
            </a:p>
          </p:txBody>
        </p:sp>
        <p:grpSp>
          <p:nvGrpSpPr>
            <p:cNvPr id="431" name="Group 199">
              <a:extLst>
                <a:ext uri="{FF2B5EF4-FFF2-40B4-BE49-F238E27FC236}">
                  <a16:creationId xmlns:a16="http://schemas.microsoft.com/office/drawing/2014/main" id="{EF1C8FAD-95F7-4E85-B364-4742E30A1070}"/>
                </a:ext>
              </a:extLst>
            </p:cNvPr>
            <p:cNvGrpSpPr>
              <a:grpSpLocks noChangeAspect="1"/>
            </p:cNvGrpSpPr>
            <p:nvPr/>
          </p:nvGrpSpPr>
          <p:grpSpPr bwMode="auto">
            <a:xfrm>
              <a:off x="2655" y="1652"/>
              <a:ext cx="621" cy="199"/>
              <a:chOff x="914" y="2243"/>
              <a:chExt cx="2392" cy="766"/>
            </a:xfrm>
          </p:grpSpPr>
          <p:sp>
            <p:nvSpPr>
              <p:cNvPr id="438" name="Freeform 200">
                <a:extLst>
                  <a:ext uri="{FF2B5EF4-FFF2-40B4-BE49-F238E27FC236}">
                    <a16:creationId xmlns:a16="http://schemas.microsoft.com/office/drawing/2014/main" id="{0A3E23BF-5675-475D-817D-5A947A0FDBC6}"/>
                  </a:ext>
                </a:extLst>
              </p:cNvPr>
              <p:cNvSpPr>
                <a:spLocks noChangeAspect="1"/>
              </p:cNvSpPr>
              <p:nvPr/>
            </p:nvSpPr>
            <p:spPr bwMode="auto">
              <a:xfrm>
                <a:off x="2163" y="2261"/>
                <a:ext cx="1143" cy="328"/>
              </a:xfrm>
              <a:custGeom>
                <a:avLst/>
                <a:gdLst>
                  <a:gd name="T0" fmla="*/ 0 w 1143"/>
                  <a:gd name="T1" fmla="*/ 255 h 328"/>
                  <a:gd name="T2" fmla="*/ 254 w 1143"/>
                  <a:gd name="T3" fmla="*/ 328 h 328"/>
                  <a:gd name="T4" fmla="*/ 868 w 1143"/>
                  <a:gd name="T5" fmla="*/ 109 h 328"/>
                  <a:gd name="T6" fmla="*/ 1143 w 1143"/>
                  <a:gd name="T7" fmla="*/ 182 h 328"/>
                  <a:gd name="T8" fmla="*/ 995 w 1143"/>
                  <a:gd name="T9" fmla="*/ 0 h 328"/>
                  <a:gd name="T10" fmla="*/ 275 w 1143"/>
                  <a:gd name="T11" fmla="*/ 0 h 328"/>
                  <a:gd name="T12" fmla="*/ 572 w 1143"/>
                  <a:gd name="T13" fmla="*/ 55 h 328"/>
                  <a:gd name="T14" fmla="*/ 0 w 1143"/>
                  <a:gd name="T15" fmla="*/ 255 h 3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28">
                    <a:moveTo>
                      <a:pt x="0" y="255"/>
                    </a:moveTo>
                    <a:lnTo>
                      <a:pt x="254" y="328"/>
                    </a:lnTo>
                    <a:lnTo>
                      <a:pt x="868" y="109"/>
                    </a:lnTo>
                    <a:lnTo>
                      <a:pt x="1143" y="182"/>
                    </a:lnTo>
                    <a:lnTo>
                      <a:pt x="995" y="0"/>
                    </a:lnTo>
                    <a:lnTo>
                      <a:pt x="275" y="0"/>
                    </a:lnTo>
                    <a:lnTo>
                      <a:pt x="572" y="55"/>
                    </a:lnTo>
                    <a:lnTo>
                      <a:pt x="0" y="255"/>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39" name="Freeform 201">
                <a:extLst>
                  <a:ext uri="{FF2B5EF4-FFF2-40B4-BE49-F238E27FC236}">
                    <a16:creationId xmlns:a16="http://schemas.microsoft.com/office/drawing/2014/main" id="{8D8302C3-B0DD-4688-A724-67A6ABA5F3C1}"/>
                  </a:ext>
                </a:extLst>
              </p:cNvPr>
              <p:cNvSpPr>
                <a:spLocks noChangeAspect="1"/>
              </p:cNvSpPr>
              <p:nvPr/>
            </p:nvSpPr>
            <p:spPr bwMode="auto">
              <a:xfrm>
                <a:off x="2163" y="2261"/>
                <a:ext cx="1143" cy="328"/>
              </a:xfrm>
              <a:custGeom>
                <a:avLst/>
                <a:gdLst>
                  <a:gd name="T0" fmla="*/ 0 w 1143"/>
                  <a:gd name="T1" fmla="*/ 255 h 328"/>
                  <a:gd name="T2" fmla="*/ 254 w 1143"/>
                  <a:gd name="T3" fmla="*/ 328 h 328"/>
                  <a:gd name="T4" fmla="*/ 868 w 1143"/>
                  <a:gd name="T5" fmla="*/ 109 h 328"/>
                  <a:gd name="T6" fmla="*/ 1143 w 1143"/>
                  <a:gd name="T7" fmla="*/ 182 h 328"/>
                  <a:gd name="T8" fmla="*/ 995 w 1143"/>
                  <a:gd name="T9" fmla="*/ 0 h 328"/>
                  <a:gd name="T10" fmla="*/ 275 w 1143"/>
                  <a:gd name="T11" fmla="*/ 0 h 328"/>
                  <a:gd name="T12" fmla="*/ 572 w 1143"/>
                  <a:gd name="T13" fmla="*/ 55 h 328"/>
                  <a:gd name="T14" fmla="*/ 0 w 1143"/>
                  <a:gd name="T15" fmla="*/ 255 h 3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28">
                    <a:moveTo>
                      <a:pt x="0" y="255"/>
                    </a:moveTo>
                    <a:lnTo>
                      <a:pt x="254" y="328"/>
                    </a:lnTo>
                    <a:lnTo>
                      <a:pt x="868" y="109"/>
                    </a:lnTo>
                    <a:lnTo>
                      <a:pt x="1143" y="182"/>
                    </a:lnTo>
                    <a:lnTo>
                      <a:pt x="995" y="0"/>
                    </a:lnTo>
                    <a:lnTo>
                      <a:pt x="275" y="0"/>
                    </a:lnTo>
                    <a:lnTo>
                      <a:pt x="572" y="55"/>
                    </a:lnTo>
                    <a:lnTo>
                      <a:pt x="0" y="255"/>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40" name="Freeform 202">
                <a:extLst>
                  <a:ext uri="{FF2B5EF4-FFF2-40B4-BE49-F238E27FC236}">
                    <a16:creationId xmlns:a16="http://schemas.microsoft.com/office/drawing/2014/main" id="{323B7F2B-9297-4DA5-B4A6-718AE5A79FC0}"/>
                  </a:ext>
                </a:extLst>
              </p:cNvPr>
              <p:cNvSpPr>
                <a:spLocks noChangeAspect="1"/>
              </p:cNvSpPr>
              <p:nvPr/>
            </p:nvSpPr>
            <p:spPr bwMode="auto">
              <a:xfrm>
                <a:off x="914" y="2644"/>
                <a:ext cx="1143" cy="346"/>
              </a:xfrm>
              <a:custGeom>
                <a:avLst/>
                <a:gdLst>
                  <a:gd name="T0" fmla="*/ 1143 w 1143"/>
                  <a:gd name="T1" fmla="*/ 73 h 346"/>
                  <a:gd name="T2" fmla="*/ 889 w 1143"/>
                  <a:gd name="T3" fmla="*/ 0 h 346"/>
                  <a:gd name="T4" fmla="*/ 297 w 1143"/>
                  <a:gd name="T5" fmla="*/ 219 h 346"/>
                  <a:gd name="T6" fmla="*/ 0 w 1143"/>
                  <a:gd name="T7" fmla="*/ 146 h 346"/>
                  <a:gd name="T8" fmla="*/ 148 w 1143"/>
                  <a:gd name="T9" fmla="*/ 346 h 346"/>
                  <a:gd name="T10" fmla="*/ 889 w 1143"/>
                  <a:gd name="T11" fmla="*/ 346 h 346"/>
                  <a:gd name="T12" fmla="*/ 572 w 1143"/>
                  <a:gd name="T13" fmla="*/ 273 h 346"/>
                  <a:gd name="T14" fmla="*/ 1143 w 1143"/>
                  <a:gd name="T15" fmla="*/ 73 h 34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46">
                    <a:moveTo>
                      <a:pt x="1143" y="73"/>
                    </a:moveTo>
                    <a:lnTo>
                      <a:pt x="889" y="0"/>
                    </a:lnTo>
                    <a:lnTo>
                      <a:pt x="297" y="219"/>
                    </a:lnTo>
                    <a:lnTo>
                      <a:pt x="0" y="146"/>
                    </a:lnTo>
                    <a:lnTo>
                      <a:pt x="148" y="346"/>
                    </a:lnTo>
                    <a:lnTo>
                      <a:pt x="889" y="346"/>
                    </a:lnTo>
                    <a:lnTo>
                      <a:pt x="572" y="273"/>
                    </a:lnTo>
                    <a:lnTo>
                      <a:pt x="1143" y="73"/>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41" name="Freeform 203">
                <a:extLst>
                  <a:ext uri="{FF2B5EF4-FFF2-40B4-BE49-F238E27FC236}">
                    <a16:creationId xmlns:a16="http://schemas.microsoft.com/office/drawing/2014/main" id="{E2B94063-FF45-43B1-8AE4-AB357AC2948F}"/>
                  </a:ext>
                </a:extLst>
              </p:cNvPr>
              <p:cNvSpPr>
                <a:spLocks noChangeAspect="1"/>
              </p:cNvSpPr>
              <p:nvPr/>
            </p:nvSpPr>
            <p:spPr bwMode="auto">
              <a:xfrm>
                <a:off x="914" y="2644"/>
                <a:ext cx="1143" cy="346"/>
              </a:xfrm>
              <a:custGeom>
                <a:avLst/>
                <a:gdLst>
                  <a:gd name="T0" fmla="*/ 1143 w 1143"/>
                  <a:gd name="T1" fmla="*/ 73 h 346"/>
                  <a:gd name="T2" fmla="*/ 889 w 1143"/>
                  <a:gd name="T3" fmla="*/ 0 h 346"/>
                  <a:gd name="T4" fmla="*/ 297 w 1143"/>
                  <a:gd name="T5" fmla="*/ 219 h 346"/>
                  <a:gd name="T6" fmla="*/ 0 w 1143"/>
                  <a:gd name="T7" fmla="*/ 146 h 346"/>
                  <a:gd name="T8" fmla="*/ 148 w 1143"/>
                  <a:gd name="T9" fmla="*/ 346 h 346"/>
                  <a:gd name="T10" fmla="*/ 889 w 1143"/>
                  <a:gd name="T11" fmla="*/ 346 h 346"/>
                  <a:gd name="T12" fmla="*/ 572 w 1143"/>
                  <a:gd name="T13" fmla="*/ 273 h 346"/>
                  <a:gd name="T14" fmla="*/ 1143 w 1143"/>
                  <a:gd name="T15" fmla="*/ 73 h 34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46">
                    <a:moveTo>
                      <a:pt x="1143" y="73"/>
                    </a:moveTo>
                    <a:lnTo>
                      <a:pt x="889" y="0"/>
                    </a:lnTo>
                    <a:lnTo>
                      <a:pt x="297" y="219"/>
                    </a:lnTo>
                    <a:lnTo>
                      <a:pt x="0" y="146"/>
                    </a:lnTo>
                    <a:lnTo>
                      <a:pt x="148" y="346"/>
                    </a:lnTo>
                    <a:lnTo>
                      <a:pt x="889" y="346"/>
                    </a:lnTo>
                    <a:lnTo>
                      <a:pt x="572" y="273"/>
                    </a:lnTo>
                    <a:lnTo>
                      <a:pt x="1143" y="73"/>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42" name="Freeform 204">
                <a:extLst>
                  <a:ext uri="{FF2B5EF4-FFF2-40B4-BE49-F238E27FC236}">
                    <a16:creationId xmlns:a16="http://schemas.microsoft.com/office/drawing/2014/main" id="{8DB1000C-7860-41F8-9466-B4F2099B0470}"/>
                  </a:ext>
                </a:extLst>
              </p:cNvPr>
              <p:cNvSpPr>
                <a:spLocks noChangeAspect="1"/>
              </p:cNvSpPr>
              <p:nvPr/>
            </p:nvSpPr>
            <p:spPr bwMode="auto">
              <a:xfrm>
                <a:off x="978" y="2243"/>
                <a:ext cx="1143" cy="328"/>
              </a:xfrm>
              <a:custGeom>
                <a:avLst/>
                <a:gdLst>
                  <a:gd name="T0" fmla="*/ 0 w 1143"/>
                  <a:gd name="T1" fmla="*/ 73 h 328"/>
                  <a:gd name="T2" fmla="*/ 254 w 1143"/>
                  <a:gd name="T3" fmla="*/ 0 h 328"/>
                  <a:gd name="T4" fmla="*/ 868 w 1143"/>
                  <a:gd name="T5" fmla="*/ 200 h 328"/>
                  <a:gd name="T6" fmla="*/ 1143 w 1143"/>
                  <a:gd name="T7" fmla="*/ 146 h 328"/>
                  <a:gd name="T8" fmla="*/ 995 w 1143"/>
                  <a:gd name="T9" fmla="*/ 328 h 328"/>
                  <a:gd name="T10" fmla="*/ 275 w 1143"/>
                  <a:gd name="T11" fmla="*/ 328 h 328"/>
                  <a:gd name="T12" fmla="*/ 571 w 1143"/>
                  <a:gd name="T13" fmla="*/ 273 h 328"/>
                  <a:gd name="T14" fmla="*/ 0 w 1143"/>
                  <a:gd name="T15" fmla="*/ 73 h 3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28">
                    <a:moveTo>
                      <a:pt x="0" y="73"/>
                    </a:moveTo>
                    <a:lnTo>
                      <a:pt x="254" y="0"/>
                    </a:lnTo>
                    <a:lnTo>
                      <a:pt x="868" y="200"/>
                    </a:lnTo>
                    <a:lnTo>
                      <a:pt x="1143" y="146"/>
                    </a:lnTo>
                    <a:lnTo>
                      <a:pt x="995" y="328"/>
                    </a:lnTo>
                    <a:lnTo>
                      <a:pt x="275" y="328"/>
                    </a:lnTo>
                    <a:lnTo>
                      <a:pt x="571" y="273"/>
                    </a:lnTo>
                    <a:lnTo>
                      <a:pt x="0" y="73"/>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43" name="Freeform 205">
                <a:extLst>
                  <a:ext uri="{FF2B5EF4-FFF2-40B4-BE49-F238E27FC236}">
                    <a16:creationId xmlns:a16="http://schemas.microsoft.com/office/drawing/2014/main" id="{F414A303-6BF7-43E6-AD6F-A42F0CA51C2F}"/>
                  </a:ext>
                </a:extLst>
              </p:cNvPr>
              <p:cNvSpPr>
                <a:spLocks noChangeAspect="1"/>
              </p:cNvSpPr>
              <p:nvPr/>
            </p:nvSpPr>
            <p:spPr bwMode="auto">
              <a:xfrm>
                <a:off x="978" y="2243"/>
                <a:ext cx="1143" cy="328"/>
              </a:xfrm>
              <a:custGeom>
                <a:avLst/>
                <a:gdLst>
                  <a:gd name="T0" fmla="*/ 0 w 1143"/>
                  <a:gd name="T1" fmla="*/ 73 h 328"/>
                  <a:gd name="T2" fmla="*/ 254 w 1143"/>
                  <a:gd name="T3" fmla="*/ 0 h 328"/>
                  <a:gd name="T4" fmla="*/ 868 w 1143"/>
                  <a:gd name="T5" fmla="*/ 200 h 328"/>
                  <a:gd name="T6" fmla="*/ 1143 w 1143"/>
                  <a:gd name="T7" fmla="*/ 146 h 328"/>
                  <a:gd name="T8" fmla="*/ 995 w 1143"/>
                  <a:gd name="T9" fmla="*/ 328 h 328"/>
                  <a:gd name="T10" fmla="*/ 275 w 1143"/>
                  <a:gd name="T11" fmla="*/ 328 h 328"/>
                  <a:gd name="T12" fmla="*/ 571 w 1143"/>
                  <a:gd name="T13" fmla="*/ 273 h 328"/>
                  <a:gd name="T14" fmla="*/ 0 w 1143"/>
                  <a:gd name="T15" fmla="*/ 73 h 3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28">
                    <a:moveTo>
                      <a:pt x="0" y="73"/>
                    </a:moveTo>
                    <a:lnTo>
                      <a:pt x="254" y="0"/>
                    </a:lnTo>
                    <a:lnTo>
                      <a:pt x="868" y="200"/>
                    </a:lnTo>
                    <a:lnTo>
                      <a:pt x="1143" y="146"/>
                    </a:lnTo>
                    <a:lnTo>
                      <a:pt x="995" y="328"/>
                    </a:lnTo>
                    <a:lnTo>
                      <a:pt x="275" y="328"/>
                    </a:lnTo>
                    <a:lnTo>
                      <a:pt x="571" y="273"/>
                    </a:lnTo>
                    <a:lnTo>
                      <a:pt x="0" y="73"/>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44" name="Freeform 206">
                <a:extLst>
                  <a:ext uri="{FF2B5EF4-FFF2-40B4-BE49-F238E27FC236}">
                    <a16:creationId xmlns:a16="http://schemas.microsoft.com/office/drawing/2014/main" id="{8A9F551B-804B-4E91-BDE8-15DC4A5858C5}"/>
                  </a:ext>
                </a:extLst>
              </p:cNvPr>
              <p:cNvSpPr>
                <a:spLocks noChangeAspect="1"/>
              </p:cNvSpPr>
              <p:nvPr/>
            </p:nvSpPr>
            <p:spPr bwMode="auto">
              <a:xfrm>
                <a:off x="2121" y="2680"/>
                <a:ext cx="1143" cy="329"/>
              </a:xfrm>
              <a:custGeom>
                <a:avLst/>
                <a:gdLst>
                  <a:gd name="T0" fmla="*/ 1143 w 1143"/>
                  <a:gd name="T1" fmla="*/ 256 h 329"/>
                  <a:gd name="T2" fmla="*/ 889 w 1143"/>
                  <a:gd name="T3" fmla="*/ 329 h 329"/>
                  <a:gd name="T4" fmla="*/ 296 w 1143"/>
                  <a:gd name="T5" fmla="*/ 110 h 329"/>
                  <a:gd name="T6" fmla="*/ 0 w 1143"/>
                  <a:gd name="T7" fmla="*/ 183 h 329"/>
                  <a:gd name="T8" fmla="*/ 148 w 1143"/>
                  <a:gd name="T9" fmla="*/ 0 h 329"/>
                  <a:gd name="T10" fmla="*/ 889 w 1143"/>
                  <a:gd name="T11" fmla="*/ 0 h 329"/>
                  <a:gd name="T12" fmla="*/ 571 w 1143"/>
                  <a:gd name="T13" fmla="*/ 55 h 329"/>
                  <a:gd name="T14" fmla="*/ 1143 w 1143"/>
                  <a:gd name="T15" fmla="*/ 256 h 32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29">
                    <a:moveTo>
                      <a:pt x="1143" y="256"/>
                    </a:moveTo>
                    <a:lnTo>
                      <a:pt x="889" y="329"/>
                    </a:lnTo>
                    <a:lnTo>
                      <a:pt x="296" y="110"/>
                    </a:lnTo>
                    <a:lnTo>
                      <a:pt x="0" y="183"/>
                    </a:lnTo>
                    <a:lnTo>
                      <a:pt x="148" y="0"/>
                    </a:lnTo>
                    <a:lnTo>
                      <a:pt x="889" y="0"/>
                    </a:lnTo>
                    <a:lnTo>
                      <a:pt x="571" y="55"/>
                    </a:lnTo>
                    <a:lnTo>
                      <a:pt x="1143" y="25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45" name="Freeform 207">
                <a:extLst>
                  <a:ext uri="{FF2B5EF4-FFF2-40B4-BE49-F238E27FC236}">
                    <a16:creationId xmlns:a16="http://schemas.microsoft.com/office/drawing/2014/main" id="{8D710CE6-E906-4300-B062-D2FEF3AC639D}"/>
                  </a:ext>
                </a:extLst>
              </p:cNvPr>
              <p:cNvSpPr>
                <a:spLocks noChangeAspect="1"/>
              </p:cNvSpPr>
              <p:nvPr/>
            </p:nvSpPr>
            <p:spPr bwMode="auto">
              <a:xfrm>
                <a:off x="2121" y="2680"/>
                <a:ext cx="1143" cy="329"/>
              </a:xfrm>
              <a:custGeom>
                <a:avLst/>
                <a:gdLst>
                  <a:gd name="T0" fmla="*/ 1143 w 1143"/>
                  <a:gd name="T1" fmla="*/ 256 h 329"/>
                  <a:gd name="T2" fmla="*/ 889 w 1143"/>
                  <a:gd name="T3" fmla="*/ 329 h 329"/>
                  <a:gd name="T4" fmla="*/ 296 w 1143"/>
                  <a:gd name="T5" fmla="*/ 110 h 329"/>
                  <a:gd name="T6" fmla="*/ 0 w 1143"/>
                  <a:gd name="T7" fmla="*/ 183 h 329"/>
                  <a:gd name="T8" fmla="*/ 148 w 1143"/>
                  <a:gd name="T9" fmla="*/ 0 h 329"/>
                  <a:gd name="T10" fmla="*/ 889 w 1143"/>
                  <a:gd name="T11" fmla="*/ 0 h 329"/>
                  <a:gd name="T12" fmla="*/ 571 w 1143"/>
                  <a:gd name="T13" fmla="*/ 55 h 329"/>
                  <a:gd name="T14" fmla="*/ 1143 w 1143"/>
                  <a:gd name="T15" fmla="*/ 256 h 32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29">
                    <a:moveTo>
                      <a:pt x="1143" y="256"/>
                    </a:moveTo>
                    <a:lnTo>
                      <a:pt x="889" y="329"/>
                    </a:lnTo>
                    <a:lnTo>
                      <a:pt x="296" y="110"/>
                    </a:lnTo>
                    <a:lnTo>
                      <a:pt x="0" y="183"/>
                    </a:lnTo>
                    <a:lnTo>
                      <a:pt x="148" y="0"/>
                    </a:lnTo>
                    <a:lnTo>
                      <a:pt x="889" y="0"/>
                    </a:lnTo>
                    <a:lnTo>
                      <a:pt x="571" y="55"/>
                    </a:lnTo>
                    <a:lnTo>
                      <a:pt x="1143" y="25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grpSp>
        <p:sp>
          <p:nvSpPr>
            <p:cNvPr id="432" name="Freeform 208">
              <a:extLst>
                <a:ext uri="{FF2B5EF4-FFF2-40B4-BE49-F238E27FC236}">
                  <a16:creationId xmlns:a16="http://schemas.microsoft.com/office/drawing/2014/main" id="{0DD3ED91-6836-49A0-BF9D-7C1C3EB6CB35}"/>
                </a:ext>
              </a:extLst>
            </p:cNvPr>
            <p:cNvSpPr>
              <a:spLocks noChangeAspect="1"/>
            </p:cNvSpPr>
            <p:nvPr/>
          </p:nvSpPr>
          <p:spPr bwMode="auto">
            <a:xfrm>
              <a:off x="2972" y="1646"/>
              <a:ext cx="297" cy="85"/>
            </a:xfrm>
            <a:custGeom>
              <a:avLst/>
              <a:gdLst>
                <a:gd name="T0" fmla="*/ 0 w 1144"/>
                <a:gd name="T1" fmla="*/ 255 h 328"/>
                <a:gd name="T2" fmla="*/ 254 w 1144"/>
                <a:gd name="T3" fmla="*/ 328 h 328"/>
                <a:gd name="T4" fmla="*/ 868 w 1144"/>
                <a:gd name="T5" fmla="*/ 110 h 328"/>
                <a:gd name="T6" fmla="*/ 1144 w 1144"/>
                <a:gd name="T7" fmla="*/ 183 h 328"/>
                <a:gd name="T8" fmla="*/ 995 w 1144"/>
                <a:gd name="T9" fmla="*/ 0 h 328"/>
                <a:gd name="T10" fmla="*/ 276 w 1144"/>
                <a:gd name="T11" fmla="*/ 0 h 328"/>
                <a:gd name="T12" fmla="*/ 572 w 1144"/>
                <a:gd name="T13" fmla="*/ 55 h 328"/>
                <a:gd name="T14" fmla="*/ 0 w 1144"/>
                <a:gd name="T15" fmla="*/ 255 h 3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4" h="328">
                  <a:moveTo>
                    <a:pt x="0" y="255"/>
                  </a:moveTo>
                  <a:lnTo>
                    <a:pt x="254" y="328"/>
                  </a:lnTo>
                  <a:lnTo>
                    <a:pt x="868" y="110"/>
                  </a:lnTo>
                  <a:lnTo>
                    <a:pt x="1144" y="183"/>
                  </a:lnTo>
                  <a:lnTo>
                    <a:pt x="995" y="0"/>
                  </a:lnTo>
                  <a:lnTo>
                    <a:pt x="276" y="0"/>
                  </a:lnTo>
                  <a:lnTo>
                    <a:pt x="572" y="55"/>
                  </a:lnTo>
                  <a:lnTo>
                    <a:pt x="0" y="25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33" name="Freeform 209">
              <a:extLst>
                <a:ext uri="{FF2B5EF4-FFF2-40B4-BE49-F238E27FC236}">
                  <a16:creationId xmlns:a16="http://schemas.microsoft.com/office/drawing/2014/main" id="{B2D23C7D-B792-4F62-9CB3-5253B350C2C0}"/>
                </a:ext>
              </a:extLst>
            </p:cNvPr>
            <p:cNvSpPr>
              <a:spLocks noChangeAspect="1"/>
            </p:cNvSpPr>
            <p:nvPr/>
          </p:nvSpPr>
          <p:spPr bwMode="auto">
            <a:xfrm>
              <a:off x="2647" y="1745"/>
              <a:ext cx="297" cy="90"/>
            </a:xfrm>
            <a:custGeom>
              <a:avLst/>
              <a:gdLst>
                <a:gd name="T0" fmla="*/ 1144 w 1144"/>
                <a:gd name="T1" fmla="*/ 73 h 347"/>
                <a:gd name="T2" fmla="*/ 890 w 1144"/>
                <a:gd name="T3" fmla="*/ 0 h 347"/>
                <a:gd name="T4" fmla="*/ 297 w 1144"/>
                <a:gd name="T5" fmla="*/ 219 h 347"/>
                <a:gd name="T6" fmla="*/ 0 w 1144"/>
                <a:gd name="T7" fmla="*/ 146 h 347"/>
                <a:gd name="T8" fmla="*/ 149 w 1144"/>
                <a:gd name="T9" fmla="*/ 347 h 347"/>
                <a:gd name="T10" fmla="*/ 890 w 1144"/>
                <a:gd name="T11" fmla="*/ 347 h 347"/>
                <a:gd name="T12" fmla="*/ 572 w 1144"/>
                <a:gd name="T13" fmla="*/ 274 h 347"/>
                <a:gd name="T14" fmla="*/ 1144 w 1144"/>
                <a:gd name="T15" fmla="*/ 73 h 34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4" h="347">
                  <a:moveTo>
                    <a:pt x="1144" y="73"/>
                  </a:moveTo>
                  <a:lnTo>
                    <a:pt x="890" y="0"/>
                  </a:lnTo>
                  <a:lnTo>
                    <a:pt x="297" y="219"/>
                  </a:lnTo>
                  <a:lnTo>
                    <a:pt x="0" y="146"/>
                  </a:lnTo>
                  <a:lnTo>
                    <a:pt x="149" y="347"/>
                  </a:lnTo>
                  <a:lnTo>
                    <a:pt x="890" y="347"/>
                  </a:lnTo>
                  <a:lnTo>
                    <a:pt x="572" y="274"/>
                  </a:lnTo>
                  <a:lnTo>
                    <a:pt x="1144" y="7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34" name="Freeform 210">
              <a:extLst>
                <a:ext uri="{FF2B5EF4-FFF2-40B4-BE49-F238E27FC236}">
                  <a16:creationId xmlns:a16="http://schemas.microsoft.com/office/drawing/2014/main" id="{897C09DC-8E95-4445-A29A-D329DBD38CF5}"/>
                </a:ext>
              </a:extLst>
            </p:cNvPr>
            <p:cNvSpPr>
              <a:spLocks noChangeAspect="1"/>
            </p:cNvSpPr>
            <p:nvPr/>
          </p:nvSpPr>
          <p:spPr bwMode="auto">
            <a:xfrm>
              <a:off x="2664" y="1641"/>
              <a:ext cx="297" cy="85"/>
            </a:xfrm>
            <a:custGeom>
              <a:avLst/>
              <a:gdLst>
                <a:gd name="T0" fmla="*/ 0 w 1143"/>
                <a:gd name="T1" fmla="*/ 73 h 328"/>
                <a:gd name="T2" fmla="*/ 254 w 1143"/>
                <a:gd name="T3" fmla="*/ 0 h 328"/>
                <a:gd name="T4" fmla="*/ 868 w 1143"/>
                <a:gd name="T5" fmla="*/ 201 h 328"/>
                <a:gd name="T6" fmla="*/ 1143 w 1143"/>
                <a:gd name="T7" fmla="*/ 146 h 328"/>
                <a:gd name="T8" fmla="*/ 995 w 1143"/>
                <a:gd name="T9" fmla="*/ 328 h 328"/>
                <a:gd name="T10" fmla="*/ 275 w 1143"/>
                <a:gd name="T11" fmla="*/ 328 h 328"/>
                <a:gd name="T12" fmla="*/ 572 w 1143"/>
                <a:gd name="T13" fmla="*/ 273 h 328"/>
                <a:gd name="T14" fmla="*/ 0 w 1143"/>
                <a:gd name="T15" fmla="*/ 73 h 3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28">
                  <a:moveTo>
                    <a:pt x="0" y="73"/>
                  </a:moveTo>
                  <a:lnTo>
                    <a:pt x="254" y="0"/>
                  </a:lnTo>
                  <a:lnTo>
                    <a:pt x="868" y="201"/>
                  </a:lnTo>
                  <a:lnTo>
                    <a:pt x="1143" y="146"/>
                  </a:lnTo>
                  <a:lnTo>
                    <a:pt x="995" y="328"/>
                  </a:lnTo>
                  <a:lnTo>
                    <a:pt x="275" y="328"/>
                  </a:lnTo>
                  <a:lnTo>
                    <a:pt x="572" y="273"/>
                  </a:lnTo>
                  <a:lnTo>
                    <a:pt x="0" y="7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35" name="Freeform 211">
              <a:extLst>
                <a:ext uri="{FF2B5EF4-FFF2-40B4-BE49-F238E27FC236}">
                  <a16:creationId xmlns:a16="http://schemas.microsoft.com/office/drawing/2014/main" id="{5B16E68E-FB11-4748-A5CA-328629BEB8EF}"/>
                </a:ext>
              </a:extLst>
            </p:cNvPr>
            <p:cNvSpPr>
              <a:spLocks noChangeAspect="1"/>
            </p:cNvSpPr>
            <p:nvPr/>
          </p:nvSpPr>
          <p:spPr bwMode="auto">
            <a:xfrm>
              <a:off x="2961" y="1755"/>
              <a:ext cx="297" cy="85"/>
            </a:xfrm>
            <a:custGeom>
              <a:avLst/>
              <a:gdLst>
                <a:gd name="T0" fmla="*/ 1143 w 1143"/>
                <a:gd name="T1" fmla="*/ 255 h 328"/>
                <a:gd name="T2" fmla="*/ 889 w 1143"/>
                <a:gd name="T3" fmla="*/ 328 h 328"/>
                <a:gd name="T4" fmla="*/ 296 w 1143"/>
                <a:gd name="T5" fmla="*/ 109 h 328"/>
                <a:gd name="T6" fmla="*/ 0 w 1143"/>
                <a:gd name="T7" fmla="*/ 182 h 328"/>
                <a:gd name="T8" fmla="*/ 148 w 1143"/>
                <a:gd name="T9" fmla="*/ 0 h 328"/>
                <a:gd name="T10" fmla="*/ 889 w 1143"/>
                <a:gd name="T11" fmla="*/ 0 h 328"/>
                <a:gd name="T12" fmla="*/ 572 w 1143"/>
                <a:gd name="T13" fmla="*/ 54 h 328"/>
                <a:gd name="T14" fmla="*/ 1143 w 1143"/>
                <a:gd name="T15" fmla="*/ 255 h 3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28">
                  <a:moveTo>
                    <a:pt x="1143" y="255"/>
                  </a:moveTo>
                  <a:lnTo>
                    <a:pt x="889" y="328"/>
                  </a:lnTo>
                  <a:lnTo>
                    <a:pt x="296" y="109"/>
                  </a:lnTo>
                  <a:lnTo>
                    <a:pt x="0" y="182"/>
                  </a:lnTo>
                  <a:lnTo>
                    <a:pt x="148" y="0"/>
                  </a:lnTo>
                  <a:lnTo>
                    <a:pt x="889" y="0"/>
                  </a:lnTo>
                  <a:lnTo>
                    <a:pt x="572" y="54"/>
                  </a:lnTo>
                  <a:lnTo>
                    <a:pt x="1143" y="25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36" name="Line 212">
              <a:extLst>
                <a:ext uri="{FF2B5EF4-FFF2-40B4-BE49-F238E27FC236}">
                  <a16:creationId xmlns:a16="http://schemas.microsoft.com/office/drawing/2014/main" id="{AAE51ACA-8D21-454A-B75C-BF61E1CD6C31}"/>
                </a:ext>
              </a:extLst>
            </p:cNvPr>
            <p:cNvSpPr>
              <a:spLocks noChangeAspect="1" noChangeShapeType="1"/>
            </p:cNvSpPr>
            <p:nvPr/>
          </p:nvSpPr>
          <p:spPr bwMode="auto">
            <a:xfrm>
              <a:off x="2519" y="1755"/>
              <a:ext cx="0" cy="189"/>
            </a:xfrm>
            <a:prstGeom prst="line">
              <a:avLst/>
            </a:prstGeom>
            <a:noFill/>
            <a:ln w="12700">
              <a:solidFill>
                <a:srgbClr val="00B0AC"/>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437" name="Line 213">
              <a:extLst>
                <a:ext uri="{FF2B5EF4-FFF2-40B4-BE49-F238E27FC236}">
                  <a16:creationId xmlns:a16="http://schemas.microsoft.com/office/drawing/2014/main" id="{98ED9DBF-A2E2-4A74-AB7F-FC6EC5EFFF63}"/>
                </a:ext>
              </a:extLst>
            </p:cNvPr>
            <p:cNvSpPr>
              <a:spLocks noChangeAspect="1" noChangeShapeType="1"/>
            </p:cNvSpPr>
            <p:nvPr/>
          </p:nvSpPr>
          <p:spPr bwMode="auto">
            <a:xfrm>
              <a:off x="3422" y="1753"/>
              <a:ext cx="0" cy="189"/>
            </a:xfrm>
            <a:prstGeom prst="line">
              <a:avLst/>
            </a:prstGeom>
            <a:noFill/>
            <a:ln w="12700">
              <a:solidFill>
                <a:srgbClr val="009999"/>
              </a:solidFill>
              <a:round/>
              <a:headEnd/>
              <a:tailEnd/>
            </a:ln>
            <a:extLst>
              <a:ext uri="{909E8E84-426E-40DD-AFC4-6F175D3DCCD1}">
                <a14:hiddenFill xmlns:a14="http://schemas.microsoft.com/office/drawing/2010/main">
                  <a:noFill/>
                </a14:hiddenFill>
              </a:ext>
            </a:extLst>
          </p:spPr>
          <p:txBody>
            <a:bodyPr/>
            <a:lstStyle/>
            <a:p>
              <a:endParaRPr lang="fr-FR"/>
            </a:p>
          </p:txBody>
        </p:sp>
      </p:grpSp>
      <p:sp>
        <p:nvSpPr>
          <p:cNvPr id="446" name="Text Box 214">
            <a:extLst>
              <a:ext uri="{FF2B5EF4-FFF2-40B4-BE49-F238E27FC236}">
                <a16:creationId xmlns:a16="http://schemas.microsoft.com/office/drawing/2014/main" id="{4F68151E-07A2-496C-B5B9-E2E86616A60B}"/>
              </a:ext>
            </a:extLst>
          </p:cNvPr>
          <p:cNvSpPr txBox="1">
            <a:spLocks noChangeArrowheads="1"/>
          </p:cNvSpPr>
          <p:nvPr/>
        </p:nvSpPr>
        <p:spPr bwMode="auto">
          <a:xfrm>
            <a:off x="2674321" y="4262504"/>
            <a:ext cx="476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fr-FR" altLang="fr-FR" b="1"/>
              <a:t>R1</a:t>
            </a:r>
          </a:p>
        </p:txBody>
      </p:sp>
      <p:cxnSp>
        <p:nvCxnSpPr>
          <p:cNvPr id="447" name="AutoShape 215">
            <a:extLst>
              <a:ext uri="{FF2B5EF4-FFF2-40B4-BE49-F238E27FC236}">
                <a16:creationId xmlns:a16="http://schemas.microsoft.com/office/drawing/2014/main" id="{B1D8C3F2-CBC8-44A6-9F4E-18695937DD28}"/>
              </a:ext>
            </a:extLst>
          </p:cNvPr>
          <p:cNvCxnSpPr>
            <a:cxnSpLocks noChangeShapeType="1"/>
            <a:stCxn id="430" idx="0"/>
            <a:endCxn id="243" idx="2"/>
          </p:cNvCxnSpPr>
          <p:nvPr/>
        </p:nvCxnSpPr>
        <p:spPr bwMode="auto">
          <a:xfrm rot="5400000" flipV="1">
            <a:off x="4372946" y="2451166"/>
            <a:ext cx="22225" cy="2898775"/>
          </a:xfrm>
          <a:prstGeom prst="bentConnector4">
            <a:avLst>
              <a:gd name="adj1" fmla="val -1028569"/>
              <a:gd name="adj2" fmla="val 62375"/>
            </a:avLst>
          </a:prstGeom>
          <a:noFill/>
          <a:ln w="381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48" name="AutoShape 216">
            <a:extLst>
              <a:ext uri="{FF2B5EF4-FFF2-40B4-BE49-F238E27FC236}">
                <a16:creationId xmlns:a16="http://schemas.microsoft.com/office/drawing/2014/main" id="{AEEC14F4-1A35-421D-9C4F-BABE40135AEF}"/>
              </a:ext>
            </a:extLst>
          </p:cNvPr>
          <p:cNvCxnSpPr>
            <a:cxnSpLocks noChangeShapeType="1"/>
            <a:stCxn id="446" idx="2"/>
            <a:endCxn id="249" idx="2"/>
          </p:cNvCxnSpPr>
          <p:nvPr/>
        </p:nvCxnSpPr>
        <p:spPr bwMode="auto">
          <a:xfrm rot="16200000" flipH="1">
            <a:off x="4236421" y="3305241"/>
            <a:ext cx="273050" cy="2921000"/>
          </a:xfrm>
          <a:prstGeom prst="bentConnector2">
            <a:avLst/>
          </a:prstGeom>
          <a:noFill/>
          <a:ln w="38100">
            <a:solidFill>
              <a:srgbClr val="339966"/>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49" name="AutoShape 217">
            <a:extLst>
              <a:ext uri="{FF2B5EF4-FFF2-40B4-BE49-F238E27FC236}">
                <a16:creationId xmlns:a16="http://schemas.microsoft.com/office/drawing/2014/main" id="{1F11D2A3-4347-47B8-893E-FC1834F77776}"/>
              </a:ext>
            </a:extLst>
          </p:cNvPr>
          <p:cNvCxnSpPr>
            <a:cxnSpLocks noChangeShapeType="1"/>
            <a:stCxn id="437" idx="1"/>
            <a:endCxn id="258" idx="4"/>
          </p:cNvCxnSpPr>
          <p:nvPr/>
        </p:nvCxnSpPr>
        <p:spPr bwMode="auto">
          <a:xfrm rot="16200000" flipH="1">
            <a:off x="5446890" y="2610710"/>
            <a:ext cx="36513" cy="3629025"/>
          </a:xfrm>
          <a:prstGeom prst="bentConnector2">
            <a:avLst/>
          </a:prstGeom>
          <a:noFill/>
          <a:ln w="38100">
            <a:solidFill>
              <a:srgbClr val="FF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50" name="Text Box 218">
            <a:extLst>
              <a:ext uri="{FF2B5EF4-FFF2-40B4-BE49-F238E27FC236}">
                <a16:creationId xmlns:a16="http://schemas.microsoft.com/office/drawing/2014/main" id="{CDF96A6F-0A3E-45C5-BCFE-304376D2CDEA}"/>
              </a:ext>
            </a:extLst>
          </p:cNvPr>
          <p:cNvSpPr txBox="1">
            <a:spLocks noChangeArrowheads="1"/>
          </p:cNvSpPr>
          <p:nvPr/>
        </p:nvSpPr>
        <p:spPr bwMode="auto">
          <a:xfrm>
            <a:off x="2861646" y="3313179"/>
            <a:ext cx="18002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fr-FR" altLang="fr-FR" dirty="0"/>
              <a:t>10.1.0.254</a:t>
            </a:r>
          </a:p>
        </p:txBody>
      </p:sp>
      <p:sp>
        <p:nvSpPr>
          <p:cNvPr id="451" name="Text Box 219">
            <a:extLst>
              <a:ext uri="{FF2B5EF4-FFF2-40B4-BE49-F238E27FC236}">
                <a16:creationId xmlns:a16="http://schemas.microsoft.com/office/drawing/2014/main" id="{8E9155AE-3226-41CB-9A3F-C81361E3F6BF}"/>
              </a:ext>
            </a:extLst>
          </p:cNvPr>
          <p:cNvSpPr txBox="1">
            <a:spLocks noChangeArrowheads="1"/>
          </p:cNvSpPr>
          <p:nvPr/>
        </p:nvSpPr>
        <p:spPr bwMode="auto">
          <a:xfrm>
            <a:off x="3582371" y="4105341"/>
            <a:ext cx="18002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fr-FR" altLang="fr-FR">
                <a:solidFill>
                  <a:srgbClr val="FF0000"/>
                </a:solidFill>
              </a:rPr>
              <a:t>10.2.0.254</a:t>
            </a:r>
          </a:p>
        </p:txBody>
      </p:sp>
      <p:sp>
        <p:nvSpPr>
          <p:cNvPr id="452" name="Text Box 220">
            <a:extLst>
              <a:ext uri="{FF2B5EF4-FFF2-40B4-BE49-F238E27FC236}">
                <a16:creationId xmlns:a16="http://schemas.microsoft.com/office/drawing/2014/main" id="{76A2DEAD-1D93-4559-9897-3B99F9C1EF1D}"/>
              </a:ext>
            </a:extLst>
          </p:cNvPr>
          <p:cNvSpPr txBox="1">
            <a:spLocks noChangeArrowheads="1"/>
          </p:cNvSpPr>
          <p:nvPr/>
        </p:nvSpPr>
        <p:spPr bwMode="auto">
          <a:xfrm>
            <a:off x="2861646" y="4556191"/>
            <a:ext cx="18002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fr-FR" altLang="fr-FR">
                <a:solidFill>
                  <a:srgbClr val="33CC33"/>
                </a:solidFill>
              </a:rPr>
              <a:t>10.3.0.254</a:t>
            </a:r>
          </a:p>
        </p:txBody>
      </p:sp>
      <p:sp>
        <p:nvSpPr>
          <p:cNvPr id="454" name="Freeform 222">
            <a:extLst>
              <a:ext uri="{FF2B5EF4-FFF2-40B4-BE49-F238E27FC236}">
                <a16:creationId xmlns:a16="http://schemas.microsoft.com/office/drawing/2014/main" id="{4AF61545-E57C-49F4-85B0-6CCBA8E0CF52}"/>
              </a:ext>
            </a:extLst>
          </p:cNvPr>
          <p:cNvSpPr>
            <a:spLocks/>
          </p:cNvSpPr>
          <p:nvPr/>
        </p:nvSpPr>
        <p:spPr bwMode="auto">
          <a:xfrm>
            <a:off x="3509346" y="2449579"/>
            <a:ext cx="1296988" cy="719137"/>
          </a:xfrm>
          <a:custGeom>
            <a:avLst/>
            <a:gdLst>
              <a:gd name="T0" fmla="*/ 817 w 817"/>
              <a:gd name="T1" fmla="*/ 181 h 453"/>
              <a:gd name="T2" fmla="*/ 318 w 817"/>
              <a:gd name="T3" fmla="*/ 45 h 453"/>
              <a:gd name="T4" fmla="*/ 0 w 817"/>
              <a:gd name="T5" fmla="*/ 453 h 453"/>
            </a:gdLst>
            <a:ahLst/>
            <a:cxnLst>
              <a:cxn ang="0">
                <a:pos x="T0" y="T1"/>
              </a:cxn>
              <a:cxn ang="0">
                <a:pos x="T2" y="T3"/>
              </a:cxn>
              <a:cxn ang="0">
                <a:pos x="T4" y="T5"/>
              </a:cxn>
            </a:cxnLst>
            <a:rect l="0" t="0" r="r" b="b"/>
            <a:pathLst>
              <a:path w="817" h="453">
                <a:moveTo>
                  <a:pt x="817" y="181"/>
                </a:moveTo>
                <a:cubicBezTo>
                  <a:pt x="635" y="90"/>
                  <a:pt x="454" y="0"/>
                  <a:pt x="318" y="45"/>
                </a:cubicBezTo>
                <a:cubicBezTo>
                  <a:pt x="182" y="90"/>
                  <a:pt x="91" y="271"/>
                  <a:pt x="0" y="453"/>
                </a:cubicBezTo>
              </a:path>
            </a:pathLst>
          </a:custGeom>
          <a:noFill/>
          <a:ln w="28575" cap="flat" cmpd="sng">
            <a:solidFill>
              <a:schemeClr val="tx1"/>
            </a:solidFill>
            <a:prstDash val="dash"/>
            <a:round/>
            <a:headEn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457" name="Freeform 225">
            <a:extLst>
              <a:ext uri="{FF2B5EF4-FFF2-40B4-BE49-F238E27FC236}">
                <a16:creationId xmlns:a16="http://schemas.microsoft.com/office/drawing/2014/main" id="{86F18F16-2ADE-4DE3-9426-87581803DE0A}"/>
              </a:ext>
            </a:extLst>
          </p:cNvPr>
          <p:cNvSpPr>
            <a:spLocks/>
          </p:cNvSpPr>
          <p:nvPr/>
        </p:nvSpPr>
        <p:spPr bwMode="auto">
          <a:xfrm flipV="1">
            <a:off x="3437909" y="5040379"/>
            <a:ext cx="1295400" cy="1296987"/>
          </a:xfrm>
          <a:custGeom>
            <a:avLst/>
            <a:gdLst>
              <a:gd name="T0" fmla="*/ 817 w 817"/>
              <a:gd name="T1" fmla="*/ 181 h 453"/>
              <a:gd name="T2" fmla="*/ 318 w 817"/>
              <a:gd name="T3" fmla="*/ 45 h 453"/>
              <a:gd name="T4" fmla="*/ 0 w 817"/>
              <a:gd name="T5" fmla="*/ 453 h 453"/>
            </a:gdLst>
            <a:ahLst/>
            <a:cxnLst>
              <a:cxn ang="0">
                <a:pos x="T0" y="T1"/>
              </a:cxn>
              <a:cxn ang="0">
                <a:pos x="T2" y="T3"/>
              </a:cxn>
              <a:cxn ang="0">
                <a:pos x="T4" y="T5"/>
              </a:cxn>
            </a:cxnLst>
            <a:rect l="0" t="0" r="r" b="b"/>
            <a:pathLst>
              <a:path w="817" h="453">
                <a:moveTo>
                  <a:pt x="817" y="181"/>
                </a:moveTo>
                <a:cubicBezTo>
                  <a:pt x="635" y="90"/>
                  <a:pt x="454" y="0"/>
                  <a:pt x="318" y="45"/>
                </a:cubicBezTo>
                <a:cubicBezTo>
                  <a:pt x="182" y="90"/>
                  <a:pt x="91" y="271"/>
                  <a:pt x="0" y="453"/>
                </a:cubicBezTo>
              </a:path>
            </a:pathLst>
          </a:custGeom>
          <a:noFill/>
          <a:ln w="28575" cap="flat" cmpd="sng">
            <a:solidFill>
              <a:srgbClr val="33CC33"/>
            </a:solidFill>
            <a:prstDash val="dash"/>
            <a:round/>
            <a:headEn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458" name="Freeform 226">
            <a:extLst>
              <a:ext uri="{FF2B5EF4-FFF2-40B4-BE49-F238E27FC236}">
                <a16:creationId xmlns:a16="http://schemas.microsoft.com/office/drawing/2014/main" id="{0BBA0E67-B119-4BC8-929A-367EE15842E6}"/>
              </a:ext>
            </a:extLst>
          </p:cNvPr>
          <p:cNvSpPr>
            <a:spLocks/>
          </p:cNvSpPr>
          <p:nvPr/>
        </p:nvSpPr>
        <p:spPr bwMode="auto">
          <a:xfrm>
            <a:off x="4806334" y="3673541"/>
            <a:ext cx="2879725" cy="587375"/>
          </a:xfrm>
          <a:custGeom>
            <a:avLst/>
            <a:gdLst>
              <a:gd name="T0" fmla="*/ 1814 w 1814"/>
              <a:gd name="T1" fmla="*/ 45 h 370"/>
              <a:gd name="T2" fmla="*/ 1406 w 1814"/>
              <a:gd name="T3" fmla="*/ 45 h 370"/>
              <a:gd name="T4" fmla="*/ 1270 w 1814"/>
              <a:gd name="T5" fmla="*/ 317 h 370"/>
              <a:gd name="T6" fmla="*/ 453 w 1814"/>
              <a:gd name="T7" fmla="*/ 362 h 370"/>
              <a:gd name="T8" fmla="*/ 136 w 1814"/>
              <a:gd name="T9" fmla="*/ 272 h 370"/>
              <a:gd name="T10" fmla="*/ 0 w 1814"/>
              <a:gd name="T11" fmla="*/ 317 h 370"/>
            </a:gdLst>
            <a:ahLst/>
            <a:cxnLst>
              <a:cxn ang="0">
                <a:pos x="T0" y="T1"/>
              </a:cxn>
              <a:cxn ang="0">
                <a:pos x="T2" y="T3"/>
              </a:cxn>
              <a:cxn ang="0">
                <a:pos x="T4" y="T5"/>
              </a:cxn>
              <a:cxn ang="0">
                <a:pos x="T6" y="T7"/>
              </a:cxn>
              <a:cxn ang="0">
                <a:pos x="T8" y="T9"/>
              </a:cxn>
              <a:cxn ang="0">
                <a:pos x="T10" y="T11"/>
              </a:cxn>
            </a:cxnLst>
            <a:rect l="0" t="0" r="r" b="b"/>
            <a:pathLst>
              <a:path w="1814" h="370">
                <a:moveTo>
                  <a:pt x="1814" y="45"/>
                </a:moveTo>
                <a:cubicBezTo>
                  <a:pt x="1655" y="22"/>
                  <a:pt x="1497" y="0"/>
                  <a:pt x="1406" y="45"/>
                </a:cubicBezTo>
                <a:cubicBezTo>
                  <a:pt x="1315" y="90"/>
                  <a:pt x="1429" y="264"/>
                  <a:pt x="1270" y="317"/>
                </a:cubicBezTo>
                <a:cubicBezTo>
                  <a:pt x="1111" y="370"/>
                  <a:pt x="642" y="369"/>
                  <a:pt x="453" y="362"/>
                </a:cubicBezTo>
                <a:cubicBezTo>
                  <a:pt x="264" y="355"/>
                  <a:pt x="211" y="279"/>
                  <a:pt x="136" y="272"/>
                </a:cubicBezTo>
                <a:cubicBezTo>
                  <a:pt x="61" y="265"/>
                  <a:pt x="30" y="291"/>
                  <a:pt x="0" y="317"/>
                </a:cubicBezTo>
              </a:path>
            </a:pathLst>
          </a:custGeom>
          <a:noFill/>
          <a:ln w="28575" cap="flat" cmpd="sng">
            <a:solidFill>
              <a:srgbClr val="FF0000"/>
            </a:solidFill>
            <a:prstDash val="dash"/>
            <a:round/>
            <a:headEn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cxnSp>
        <p:nvCxnSpPr>
          <p:cNvPr id="459" name="Connecteur droit 458">
            <a:extLst>
              <a:ext uri="{FF2B5EF4-FFF2-40B4-BE49-F238E27FC236}">
                <a16:creationId xmlns:a16="http://schemas.microsoft.com/office/drawing/2014/main" id="{AC6DD3EC-7BF1-4640-A4AD-0AB5D2D6334F}"/>
              </a:ext>
            </a:extLst>
          </p:cNvPr>
          <p:cNvCxnSpPr/>
          <p:nvPr/>
        </p:nvCxnSpPr>
        <p:spPr>
          <a:xfrm>
            <a:off x="641445" y="1320980"/>
            <a:ext cx="0" cy="512454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29313891"/>
      </p:ext>
    </p:extLst>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3"/>
          <p:cNvSpPr txBox="1">
            <a:spLocks/>
          </p:cNvSpPr>
          <p:nvPr/>
        </p:nvSpPr>
        <p:spPr>
          <a:xfrm>
            <a:off x="11421233" y="6619875"/>
            <a:ext cx="746929" cy="2381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1pPr>
            <a:lvl2pPr marL="742950" indent="-28575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2pPr>
            <a:lvl3pPr marL="1143000" indent="-22860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3pPr>
            <a:lvl4pPr marL="1600200" indent="-22860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4pPr>
            <a:lvl5pPr marL="2057400" indent="-22860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5pPr>
            <a:lvl6pPr marL="25146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6pPr>
            <a:lvl7pPr marL="29718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7pPr>
            <a:lvl8pPr marL="34290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8pPr>
            <a:lvl9pPr marL="38862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9pPr>
          </a:lstStyle>
          <a:p>
            <a:pPr algn="r" eaLnBrk="1" hangingPunct="1"/>
            <a:fld id="{A6099D49-99EB-46B5-BBE2-692892430483}" type="slidenum">
              <a:rPr lang="en-US" altLang="fr-FR" sz="1200" smtClean="0">
                <a:solidFill>
                  <a:srgbClr val="000000"/>
                </a:solidFill>
              </a:rPr>
              <a:pPr algn="r" eaLnBrk="1" hangingPunct="1"/>
              <a:t>8</a:t>
            </a:fld>
            <a:endParaRPr lang="en-US" altLang="fr-FR" sz="1200" dirty="0">
              <a:solidFill>
                <a:srgbClr val="000000"/>
              </a:solidFill>
            </a:endParaRPr>
          </a:p>
        </p:txBody>
      </p:sp>
      <p:sp>
        <p:nvSpPr>
          <p:cNvPr id="4" name="Titre 3"/>
          <p:cNvSpPr>
            <a:spLocks noGrp="1"/>
          </p:cNvSpPr>
          <p:nvPr>
            <p:ph type="title"/>
          </p:nvPr>
        </p:nvSpPr>
        <p:spPr>
          <a:xfrm>
            <a:off x="394138" y="0"/>
            <a:ext cx="11027095" cy="685800"/>
          </a:xfrm>
        </p:spPr>
        <p:txBody>
          <a:bodyPr/>
          <a:lstStyle/>
          <a:p>
            <a:pPr>
              <a:lnSpc>
                <a:spcPct val="100000"/>
              </a:lnSpc>
            </a:pPr>
            <a:r>
              <a:rPr lang="fr-FR" sz="3200" spc="-100" dirty="0">
                <a:solidFill>
                  <a:srgbClr val="1F497D"/>
                </a:solidFill>
                <a:latin typeface="Cambria"/>
              </a:rPr>
              <a:t>Solutions pour la communication inter-VLANs</a:t>
            </a:r>
            <a:endParaRPr lang="fr-FR" sz="3200" spc="-100" dirty="0">
              <a:solidFill>
                <a:srgbClr val="1F497D"/>
              </a:solidFill>
              <a:latin typeface="Cambria"/>
              <a:ea typeface="+mj-ea"/>
              <a:cs typeface="+mj-cs"/>
            </a:endParaRPr>
          </a:p>
        </p:txBody>
      </p:sp>
      <p:sp>
        <p:nvSpPr>
          <p:cNvPr id="5" name="Rectangle 4"/>
          <p:cNvSpPr/>
          <p:nvPr/>
        </p:nvSpPr>
        <p:spPr>
          <a:xfrm>
            <a:off x="132202" y="1013548"/>
            <a:ext cx="11289031" cy="5725389"/>
          </a:xfrm>
          <a:prstGeom prst="rect">
            <a:avLst/>
          </a:prstGeom>
          <a:noFill/>
          <a:ln w="38100">
            <a:gradFill>
              <a:gsLst>
                <a:gs pos="0">
                  <a:srgbClr val="000082"/>
                </a:gs>
                <a:gs pos="30000">
                  <a:srgbClr val="66008F"/>
                </a:gs>
                <a:gs pos="64999">
                  <a:srgbClr val="BA0066"/>
                </a:gs>
                <a:gs pos="89999">
                  <a:srgbClr val="FF0000"/>
                </a:gs>
                <a:gs pos="100000">
                  <a:srgbClr val="FF8200"/>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4" name="Rectangle à coins arrondis 1">
            <a:extLst>
              <a:ext uri="{FF2B5EF4-FFF2-40B4-BE49-F238E27FC236}">
                <a16:creationId xmlns:a16="http://schemas.microsoft.com/office/drawing/2014/main" id="{308AD588-9C53-4A9C-BFCF-5A0F8664F0BB}"/>
              </a:ext>
            </a:extLst>
          </p:cNvPr>
          <p:cNvSpPr/>
          <p:nvPr/>
        </p:nvSpPr>
        <p:spPr>
          <a:xfrm>
            <a:off x="500032" y="794254"/>
            <a:ext cx="10391375" cy="526726"/>
          </a:xfrm>
          <a:prstGeom prst="round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path path="circle">
              <a:fillToRect t="100000" r="100000"/>
            </a:path>
            <a:tileRect l="-100000" b="-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2800" spc="-100" dirty="0">
                <a:solidFill>
                  <a:srgbClr val="1F497D"/>
                </a:solidFill>
                <a:latin typeface="Cambria"/>
              </a:rPr>
              <a:t>Exemples : </a:t>
            </a:r>
            <a:r>
              <a:rPr lang="fr-FR" altLang="fr-FR" sz="2800" spc="-100" dirty="0">
                <a:solidFill>
                  <a:srgbClr val="1F497D"/>
                </a:solidFill>
                <a:latin typeface="Cambria"/>
              </a:rPr>
              <a:t>Utilisation d’un routeur :  Domaine de broadcast</a:t>
            </a:r>
          </a:p>
        </p:txBody>
      </p:sp>
      <p:cxnSp>
        <p:nvCxnSpPr>
          <p:cNvPr id="459" name="Connecteur droit 458">
            <a:extLst>
              <a:ext uri="{FF2B5EF4-FFF2-40B4-BE49-F238E27FC236}">
                <a16:creationId xmlns:a16="http://schemas.microsoft.com/office/drawing/2014/main" id="{AC6DD3EC-7BF1-4640-A4AD-0AB5D2D6334F}"/>
              </a:ext>
            </a:extLst>
          </p:cNvPr>
          <p:cNvCxnSpPr/>
          <p:nvPr/>
        </p:nvCxnSpPr>
        <p:spPr>
          <a:xfrm>
            <a:off x="641445" y="1320980"/>
            <a:ext cx="0" cy="5124540"/>
          </a:xfrm>
          <a:prstGeom prst="line">
            <a:avLst/>
          </a:prstGeom>
        </p:spPr>
        <p:style>
          <a:lnRef idx="1">
            <a:schemeClr val="accent1"/>
          </a:lnRef>
          <a:fillRef idx="0">
            <a:schemeClr val="accent1"/>
          </a:fillRef>
          <a:effectRef idx="0">
            <a:schemeClr val="accent1"/>
          </a:effectRef>
          <a:fontRef idx="minor">
            <a:schemeClr val="tx1"/>
          </a:fontRef>
        </p:style>
      </p:cxnSp>
      <p:sp>
        <p:nvSpPr>
          <p:cNvPr id="233" name="Rectangle 3">
            <a:extLst>
              <a:ext uri="{FF2B5EF4-FFF2-40B4-BE49-F238E27FC236}">
                <a16:creationId xmlns:a16="http://schemas.microsoft.com/office/drawing/2014/main" id="{5AB704A1-ECF7-431C-9F94-84E330800773}"/>
              </a:ext>
            </a:extLst>
          </p:cNvPr>
          <p:cNvSpPr txBox="1">
            <a:spLocks noChangeArrowheads="1"/>
          </p:cNvSpPr>
          <p:nvPr/>
        </p:nvSpPr>
        <p:spPr>
          <a:xfrm>
            <a:off x="552736" y="1327246"/>
            <a:ext cx="9614846" cy="1108075"/>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fr-FR" altLang="fr-FR" dirty="0"/>
              <a:t>Combien y a-t-il maintenant de domaines de broadcast ?</a:t>
            </a:r>
          </a:p>
        </p:txBody>
      </p:sp>
      <p:sp>
        <p:nvSpPr>
          <p:cNvPr id="234" name="Line 4">
            <a:extLst>
              <a:ext uri="{FF2B5EF4-FFF2-40B4-BE49-F238E27FC236}">
                <a16:creationId xmlns:a16="http://schemas.microsoft.com/office/drawing/2014/main" id="{04BF9C08-0131-47BD-8636-65C5896E9080}"/>
              </a:ext>
            </a:extLst>
          </p:cNvPr>
          <p:cNvSpPr>
            <a:spLocks noChangeShapeType="1"/>
          </p:cNvSpPr>
          <p:nvPr/>
        </p:nvSpPr>
        <p:spPr bwMode="auto">
          <a:xfrm>
            <a:off x="7404386" y="4956271"/>
            <a:ext cx="339725" cy="1619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fr-FR"/>
          </a:p>
        </p:txBody>
      </p:sp>
      <p:sp>
        <p:nvSpPr>
          <p:cNvPr id="460" name="Line 5">
            <a:extLst>
              <a:ext uri="{FF2B5EF4-FFF2-40B4-BE49-F238E27FC236}">
                <a16:creationId xmlns:a16="http://schemas.microsoft.com/office/drawing/2014/main" id="{C20AB351-8198-4455-8EBF-2CEA47CBD14F}"/>
              </a:ext>
            </a:extLst>
          </p:cNvPr>
          <p:cNvSpPr>
            <a:spLocks noChangeShapeType="1"/>
          </p:cNvSpPr>
          <p:nvPr/>
        </p:nvSpPr>
        <p:spPr bwMode="auto">
          <a:xfrm>
            <a:off x="6601111" y="5270596"/>
            <a:ext cx="228600" cy="3810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fr-FR"/>
          </a:p>
        </p:txBody>
      </p:sp>
      <p:sp>
        <p:nvSpPr>
          <p:cNvPr id="461" name="Line 6">
            <a:extLst>
              <a:ext uri="{FF2B5EF4-FFF2-40B4-BE49-F238E27FC236}">
                <a16:creationId xmlns:a16="http://schemas.microsoft.com/office/drawing/2014/main" id="{6DAC946F-FE7A-4C67-8663-4524EA6014EE}"/>
              </a:ext>
            </a:extLst>
          </p:cNvPr>
          <p:cNvSpPr>
            <a:spLocks noChangeShapeType="1"/>
          </p:cNvSpPr>
          <p:nvPr/>
        </p:nvSpPr>
        <p:spPr bwMode="auto">
          <a:xfrm flipV="1">
            <a:off x="6220111" y="5194396"/>
            <a:ext cx="0" cy="6096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fr-FR"/>
          </a:p>
        </p:txBody>
      </p:sp>
      <p:sp>
        <p:nvSpPr>
          <p:cNvPr id="462" name="Rectangle 7">
            <a:extLst>
              <a:ext uri="{FF2B5EF4-FFF2-40B4-BE49-F238E27FC236}">
                <a16:creationId xmlns:a16="http://schemas.microsoft.com/office/drawing/2014/main" id="{852F317F-2ADF-4A83-9C32-E5DAF0067CCA}"/>
              </a:ext>
            </a:extLst>
          </p:cNvPr>
          <p:cNvSpPr>
            <a:spLocks noChangeArrowheads="1"/>
          </p:cNvSpPr>
          <p:nvPr/>
        </p:nvSpPr>
        <p:spPr bwMode="auto">
          <a:xfrm>
            <a:off x="5762911" y="3441796"/>
            <a:ext cx="914400" cy="6096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fr-FR"/>
          </a:p>
        </p:txBody>
      </p:sp>
      <p:sp>
        <p:nvSpPr>
          <p:cNvPr id="463" name="Oval 8">
            <a:extLst>
              <a:ext uri="{FF2B5EF4-FFF2-40B4-BE49-F238E27FC236}">
                <a16:creationId xmlns:a16="http://schemas.microsoft.com/office/drawing/2014/main" id="{643601BB-2C8A-4B97-B8FF-61F3ACEDAF84}"/>
              </a:ext>
            </a:extLst>
          </p:cNvPr>
          <p:cNvSpPr>
            <a:spLocks noChangeArrowheads="1"/>
          </p:cNvSpPr>
          <p:nvPr/>
        </p:nvSpPr>
        <p:spPr bwMode="auto">
          <a:xfrm>
            <a:off x="5839111" y="3517996"/>
            <a:ext cx="152400" cy="1524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fr-FR"/>
          </a:p>
        </p:txBody>
      </p:sp>
      <p:sp>
        <p:nvSpPr>
          <p:cNvPr id="464" name="Oval 9">
            <a:extLst>
              <a:ext uri="{FF2B5EF4-FFF2-40B4-BE49-F238E27FC236}">
                <a16:creationId xmlns:a16="http://schemas.microsoft.com/office/drawing/2014/main" id="{602E094A-DF7D-42B2-906B-E4C8C6029858}"/>
              </a:ext>
            </a:extLst>
          </p:cNvPr>
          <p:cNvSpPr>
            <a:spLocks noChangeArrowheads="1"/>
          </p:cNvSpPr>
          <p:nvPr/>
        </p:nvSpPr>
        <p:spPr bwMode="auto">
          <a:xfrm>
            <a:off x="6143911" y="3517996"/>
            <a:ext cx="152400" cy="1524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fr-FR"/>
          </a:p>
        </p:txBody>
      </p:sp>
      <p:sp>
        <p:nvSpPr>
          <p:cNvPr id="465" name="Oval 10">
            <a:extLst>
              <a:ext uri="{FF2B5EF4-FFF2-40B4-BE49-F238E27FC236}">
                <a16:creationId xmlns:a16="http://schemas.microsoft.com/office/drawing/2014/main" id="{1DD854D8-613C-4912-AA85-60B7D72231C5}"/>
              </a:ext>
            </a:extLst>
          </p:cNvPr>
          <p:cNvSpPr>
            <a:spLocks noChangeArrowheads="1"/>
          </p:cNvSpPr>
          <p:nvPr/>
        </p:nvSpPr>
        <p:spPr bwMode="auto">
          <a:xfrm>
            <a:off x="6448711" y="3517996"/>
            <a:ext cx="152400" cy="1524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fr-FR"/>
          </a:p>
        </p:txBody>
      </p:sp>
      <p:sp>
        <p:nvSpPr>
          <p:cNvPr id="466" name="Oval 11">
            <a:extLst>
              <a:ext uri="{FF2B5EF4-FFF2-40B4-BE49-F238E27FC236}">
                <a16:creationId xmlns:a16="http://schemas.microsoft.com/office/drawing/2014/main" id="{025D0693-3F38-42C3-AE85-3919518D58EE}"/>
              </a:ext>
            </a:extLst>
          </p:cNvPr>
          <p:cNvSpPr>
            <a:spLocks noChangeArrowheads="1"/>
          </p:cNvSpPr>
          <p:nvPr/>
        </p:nvSpPr>
        <p:spPr bwMode="auto">
          <a:xfrm>
            <a:off x="5839111" y="3822796"/>
            <a:ext cx="152400" cy="1524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fr-FR"/>
          </a:p>
        </p:txBody>
      </p:sp>
      <p:sp>
        <p:nvSpPr>
          <p:cNvPr id="467" name="Oval 12">
            <a:extLst>
              <a:ext uri="{FF2B5EF4-FFF2-40B4-BE49-F238E27FC236}">
                <a16:creationId xmlns:a16="http://schemas.microsoft.com/office/drawing/2014/main" id="{562695C2-0881-4BD2-93B3-BB4A099CF9A1}"/>
              </a:ext>
            </a:extLst>
          </p:cNvPr>
          <p:cNvSpPr>
            <a:spLocks noChangeArrowheads="1"/>
          </p:cNvSpPr>
          <p:nvPr/>
        </p:nvSpPr>
        <p:spPr bwMode="auto">
          <a:xfrm>
            <a:off x="6143911" y="3822796"/>
            <a:ext cx="152400" cy="1524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fr-FR"/>
          </a:p>
        </p:txBody>
      </p:sp>
      <p:sp>
        <p:nvSpPr>
          <p:cNvPr id="468" name="Line 13">
            <a:extLst>
              <a:ext uri="{FF2B5EF4-FFF2-40B4-BE49-F238E27FC236}">
                <a16:creationId xmlns:a16="http://schemas.microsoft.com/office/drawing/2014/main" id="{363EA03B-A358-4E17-9F40-7A387D00023F}"/>
              </a:ext>
            </a:extLst>
          </p:cNvPr>
          <p:cNvSpPr>
            <a:spLocks noChangeShapeType="1"/>
          </p:cNvSpPr>
          <p:nvPr/>
        </p:nvSpPr>
        <p:spPr bwMode="auto">
          <a:xfrm>
            <a:off x="5686711" y="3213196"/>
            <a:ext cx="228600" cy="3810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fr-FR"/>
          </a:p>
        </p:txBody>
      </p:sp>
      <p:sp>
        <p:nvSpPr>
          <p:cNvPr id="469" name="Line 14">
            <a:extLst>
              <a:ext uri="{FF2B5EF4-FFF2-40B4-BE49-F238E27FC236}">
                <a16:creationId xmlns:a16="http://schemas.microsoft.com/office/drawing/2014/main" id="{B8CE71B6-C670-4BEE-B199-F342645F983E}"/>
              </a:ext>
            </a:extLst>
          </p:cNvPr>
          <p:cNvSpPr>
            <a:spLocks noChangeShapeType="1"/>
          </p:cNvSpPr>
          <p:nvPr/>
        </p:nvSpPr>
        <p:spPr bwMode="auto">
          <a:xfrm flipV="1">
            <a:off x="6524911" y="3289396"/>
            <a:ext cx="304800" cy="3048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fr-FR"/>
          </a:p>
        </p:txBody>
      </p:sp>
      <p:sp>
        <p:nvSpPr>
          <p:cNvPr id="470" name="Line 15">
            <a:extLst>
              <a:ext uri="{FF2B5EF4-FFF2-40B4-BE49-F238E27FC236}">
                <a16:creationId xmlns:a16="http://schemas.microsoft.com/office/drawing/2014/main" id="{39BD4679-F25F-47BF-8DC9-5D65B5D73DC9}"/>
              </a:ext>
            </a:extLst>
          </p:cNvPr>
          <p:cNvSpPr>
            <a:spLocks noChangeShapeType="1"/>
          </p:cNvSpPr>
          <p:nvPr/>
        </p:nvSpPr>
        <p:spPr bwMode="auto">
          <a:xfrm flipV="1">
            <a:off x="6220111" y="2984596"/>
            <a:ext cx="0" cy="6096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fr-FR"/>
          </a:p>
        </p:txBody>
      </p:sp>
      <p:sp>
        <p:nvSpPr>
          <p:cNvPr id="471" name="Rectangle 16">
            <a:extLst>
              <a:ext uri="{FF2B5EF4-FFF2-40B4-BE49-F238E27FC236}">
                <a16:creationId xmlns:a16="http://schemas.microsoft.com/office/drawing/2014/main" id="{034D82D5-DD43-4390-85FC-966E9306DC12}"/>
              </a:ext>
            </a:extLst>
          </p:cNvPr>
          <p:cNvSpPr>
            <a:spLocks noChangeArrowheads="1"/>
          </p:cNvSpPr>
          <p:nvPr/>
        </p:nvSpPr>
        <p:spPr bwMode="auto">
          <a:xfrm>
            <a:off x="5762911" y="4737196"/>
            <a:ext cx="914400" cy="609600"/>
          </a:xfrm>
          <a:prstGeom prst="rect">
            <a:avLst/>
          </a:prstGeom>
          <a:noFill/>
          <a:ln w="38100">
            <a:solidFill>
              <a:srgbClr val="339966"/>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fr-FR"/>
          </a:p>
        </p:txBody>
      </p:sp>
      <p:sp>
        <p:nvSpPr>
          <p:cNvPr id="472" name="Oval 17">
            <a:extLst>
              <a:ext uri="{FF2B5EF4-FFF2-40B4-BE49-F238E27FC236}">
                <a16:creationId xmlns:a16="http://schemas.microsoft.com/office/drawing/2014/main" id="{04D245D0-E6D9-4AFD-A7C3-06666A23C0A1}"/>
              </a:ext>
            </a:extLst>
          </p:cNvPr>
          <p:cNvSpPr>
            <a:spLocks noChangeArrowheads="1"/>
          </p:cNvSpPr>
          <p:nvPr/>
        </p:nvSpPr>
        <p:spPr bwMode="auto">
          <a:xfrm>
            <a:off x="5839111" y="4813396"/>
            <a:ext cx="152400" cy="1524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fr-FR"/>
          </a:p>
        </p:txBody>
      </p:sp>
      <p:sp>
        <p:nvSpPr>
          <p:cNvPr id="473" name="Oval 18">
            <a:extLst>
              <a:ext uri="{FF2B5EF4-FFF2-40B4-BE49-F238E27FC236}">
                <a16:creationId xmlns:a16="http://schemas.microsoft.com/office/drawing/2014/main" id="{CFD35C80-A8C6-47D8-93DF-2CD94251D397}"/>
              </a:ext>
            </a:extLst>
          </p:cNvPr>
          <p:cNvSpPr>
            <a:spLocks noChangeArrowheads="1"/>
          </p:cNvSpPr>
          <p:nvPr/>
        </p:nvSpPr>
        <p:spPr bwMode="auto">
          <a:xfrm>
            <a:off x="6143911" y="4813396"/>
            <a:ext cx="152400" cy="1524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fr-FR"/>
          </a:p>
        </p:txBody>
      </p:sp>
      <p:sp>
        <p:nvSpPr>
          <p:cNvPr id="474" name="Oval 19">
            <a:extLst>
              <a:ext uri="{FF2B5EF4-FFF2-40B4-BE49-F238E27FC236}">
                <a16:creationId xmlns:a16="http://schemas.microsoft.com/office/drawing/2014/main" id="{D4AAB638-5E2F-458D-8CD4-4068D507BEB9}"/>
              </a:ext>
            </a:extLst>
          </p:cNvPr>
          <p:cNvSpPr>
            <a:spLocks noChangeArrowheads="1"/>
          </p:cNvSpPr>
          <p:nvPr/>
        </p:nvSpPr>
        <p:spPr bwMode="auto">
          <a:xfrm>
            <a:off x="6448711" y="4813396"/>
            <a:ext cx="152400" cy="1524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fr-FR"/>
          </a:p>
        </p:txBody>
      </p:sp>
      <p:sp>
        <p:nvSpPr>
          <p:cNvPr id="475" name="Oval 20">
            <a:extLst>
              <a:ext uri="{FF2B5EF4-FFF2-40B4-BE49-F238E27FC236}">
                <a16:creationId xmlns:a16="http://schemas.microsoft.com/office/drawing/2014/main" id="{7DEF4E6F-8B4A-4C2B-85B2-5AB30A81FBD0}"/>
              </a:ext>
            </a:extLst>
          </p:cNvPr>
          <p:cNvSpPr>
            <a:spLocks noChangeArrowheads="1"/>
          </p:cNvSpPr>
          <p:nvPr/>
        </p:nvSpPr>
        <p:spPr bwMode="auto">
          <a:xfrm>
            <a:off x="5839111" y="5118196"/>
            <a:ext cx="152400" cy="1524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fr-FR"/>
          </a:p>
        </p:txBody>
      </p:sp>
      <p:sp>
        <p:nvSpPr>
          <p:cNvPr id="476" name="Oval 21">
            <a:extLst>
              <a:ext uri="{FF2B5EF4-FFF2-40B4-BE49-F238E27FC236}">
                <a16:creationId xmlns:a16="http://schemas.microsoft.com/office/drawing/2014/main" id="{1AA43FFC-EC32-4136-80CF-CCAA4F787BED}"/>
              </a:ext>
            </a:extLst>
          </p:cNvPr>
          <p:cNvSpPr>
            <a:spLocks noChangeArrowheads="1"/>
          </p:cNvSpPr>
          <p:nvPr/>
        </p:nvSpPr>
        <p:spPr bwMode="auto">
          <a:xfrm>
            <a:off x="6143911" y="5118196"/>
            <a:ext cx="152400" cy="1524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fr-FR"/>
          </a:p>
        </p:txBody>
      </p:sp>
      <p:sp>
        <p:nvSpPr>
          <p:cNvPr id="477" name="Oval 22">
            <a:extLst>
              <a:ext uri="{FF2B5EF4-FFF2-40B4-BE49-F238E27FC236}">
                <a16:creationId xmlns:a16="http://schemas.microsoft.com/office/drawing/2014/main" id="{7575A2FD-0232-4CC7-917D-FB8375AD2D50}"/>
              </a:ext>
            </a:extLst>
          </p:cNvPr>
          <p:cNvSpPr>
            <a:spLocks noChangeArrowheads="1"/>
          </p:cNvSpPr>
          <p:nvPr/>
        </p:nvSpPr>
        <p:spPr bwMode="auto">
          <a:xfrm>
            <a:off x="6448711" y="5118196"/>
            <a:ext cx="152400" cy="1524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fr-FR"/>
          </a:p>
        </p:txBody>
      </p:sp>
      <p:sp>
        <p:nvSpPr>
          <p:cNvPr id="478" name="Line 23">
            <a:extLst>
              <a:ext uri="{FF2B5EF4-FFF2-40B4-BE49-F238E27FC236}">
                <a16:creationId xmlns:a16="http://schemas.microsoft.com/office/drawing/2014/main" id="{22E0AB31-323F-4F6B-B793-9149AF280512}"/>
              </a:ext>
            </a:extLst>
          </p:cNvPr>
          <p:cNvSpPr>
            <a:spLocks noChangeShapeType="1"/>
          </p:cNvSpPr>
          <p:nvPr/>
        </p:nvSpPr>
        <p:spPr bwMode="auto">
          <a:xfrm flipV="1">
            <a:off x="5610511" y="5194396"/>
            <a:ext cx="304800" cy="3048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fr-FR"/>
          </a:p>
        </p:txBody>
      </p:sp>
      <p:sp>
        <p:nvSpPr>
          <p:cNvPr id="479" name="Rectangle 24">
            <a:extLst>
              <a:ext uri="{FF2B5EF4-FFF2-40B4-BE49-F238E27FC236}">
                <a16:creationId xmlns:a16="http://schemas.microsoft.com/office/drawing/2014/main" id="{0B469BE2-3EDD-4D52-8A83-2800E6150302}"/>
              </a:ext>
            </a:extLst>
          </p:cNvPr>
          <p:cNvSpPr>
            <a:spLocks noChangeArrowheads="1"/>
          </p:cNvSpPr>
          <p:nvPr/>
        </p:nvSpPr>
        <p:spPr bwMode="auto">
          <a:xfrm rot="5386239">
            <a:off x="6790024" y="4391121"/>
            <a:ext cx="1143000" cy="304800"/>
          </a:xfrm>
          <a:prstGeom prst="rect">
            <a:avLst/>
          </a:prstGeom>
          <a:noFill/>
          <a:ln w="381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fr-FR"/>
          </a:p>
        </p:txBody>
      </p:sp>
      <p:sp>
        <p:nvSpPr>
          <p:cNvPr id="480" name="Oval 25">
            <a:extLst>
              <a:ext uri="{FF2B5EF4-FFF2-40B4-BE49-F238E27FC236}">
                <a16:creationId xmlns:a16="http://schemas.microsoft.com/office/drawing/2014/main" id="{E981A973-8BED-40BD-885F-849CD778A603}"/>
              </a:ext>
            </a:extLst>
          </p:cNvPr>
          <p:cNvSpPr>
            <a:spLocks noChangeArrowheads="1"/>
          </p:cNvSpPr>
          <p:nvPr/>
        </p:nvSpPr>
        <p:spPr bwMode="auto">
          <a:xfrm rot="5386239">
            <a:off x="7285324" y="4049809"/>
            <a:ext cx="152400" cy="1524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fr-FR"/>
          </a:p>
        </p:txBody>
      </p:sp>
      <p:sp>
        <p:nvSpPr>
          <p:cNvPr id="481" name="Oval 26">
            <a:extLst>
              <a:ext uri="{FF2B5EF4-FFF2-40B4-BE49-F238E27FC236}">
                <a16:creationId xmlns:a16="http://schemas.microsoft.com/office/drawing/2014/main" id="{E92FD66D-1F75-4C20-BF2B-769925515068}"/>
              </a:ext>
            </a:extLst>
          </p:cNvPr>
          <p:cNvSpPr>
            <a:spLocks noChangeArrowheads="1"/>
          </p:cNvSpPr>
          <p:nvPr/>
        </p:nvSpPr>
        <p:spPr bwMode="auto">
          <a:xfrm rot="5386239">
            <a:off x="7285324" y="4354609"/>
            <a:ext cx="152400" cy="1524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fr-FR"/>
          </a:p>
        </p:txBody>
      </p:sp>
      <p:sp>
        <p:nvSpPr>
          <p:cNvPr id="482" name="Oval 27">
            <a:extLst>
              <a:ext uri="{FF2B5EF4-FFF2-40B4-BE49-F238E27FC236}">
                <a16:creationId xmlns:a16="http://schemas.microsoft.com/office/drawing/2014/main" id="{E46D58E3-4026-42B2-AAE9-B09B93AEF77E}"/>
              </a:ext>
            </a:extLst>
          </p:cNvPr>
          <p:cNvSpPr>
            <a:spLocks noChangeArrowheads="1"/>
          </p:cNvSpPr>
          <p:nvPr/>
        </p:nvSpPr>
        <p:spPr bwMode="auto">
          <a:xfrm rot="5386239">
            <a:off x="7286911" y="4584796"/>
            <a:ext cx="152400" cy="1524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fr-FR"/>
          </a:p>
        </p:txBody>
      </p:sp>
      <p:sp>
        <p:nvSpPr>
          <p:cNvPr id="483" name="Oval 28">
            <a:extLst>
              <a:ext uri="{FF2B5EF4-FFF2-40B4-BE49-F238E27FC236}">
                <a16:creationId xmlns:a16="http://schemas.microsoft.com/office/drawing/2014/main" id="{C6D4DA25-235A-40C6-97D1-C3C476DBFE7C}"/>
              </a:ext>
            </a:extLst>
          </p:cNvPr>
          <p:cNvSpPr>
            <a:spLocks noChangeArrowheads="1"/>
          </p:cNvSpPr>
          <p:nvPr/>
        </p:nvSpPr>
        <p:spPr bwMode="auto">
          <a:xfrm rot="5386239">
            <a:off x="7286911" y="4889596"/>
            <a:ext cx="152400" cy="1524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fr-FR"/>
          </a:p>
        </p:txBody>
      </p:sp>
      <p:sp>
        <p:nvSpPr>
          <p:cNvPr id="484" name="Line 29">
            <a:extLst>
              <a:ext uri="{FF2B5EF4-FFF2-40B4-BE49-F238E27FC236}">
                <a16:creationId xmlns:a16="http://schemas.microsoft.com/office/drawing/2014/main" id="{2A90F549-39A1-4EED-B3AD-21AB3B69C3FD}"/>
              </a:ext>
            </a:extLst>
          </p:cNvPr>
          <p:cNvSpPr>
            <a:spLocks noChangeShapeType="1"/>
          </p:cNvSpPr>
          <p:nvPr/>
        </p:nvSpPr>
        <p:spPr bwMode="auto">
          <a:xfrm flipV="1">
            <a:off x="7404386" y="4432396"/>
            <a:ext cx="415925" cy="23653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fr-FR"/>
          </a:p>
        </p:txBody>
      </p:sp>
      <p:sp>
        <p:nvSpPr>
          <p:cNvPr id="485" name="Line 30">
            <a:extLst>
              <a:ext uri="{FF2B5EF4-FFF2-40B4-BE49-F238E27FC236}">
                <a16:creationId xmlns:a16="http://schemas.microsoft.com/office/drawing/2014/main" id="{8DAA2F93-8DA7-4CE2-B8CA-2A34AB874630}"/>
              </a:ext>
            </a:extLst>
          </p:cNvPr>
          <p:cNvSpPr>
            <a:spLocks noChangeShapeType="1"/>
          </p:cNvSpPr>
          <p:nvPr/>
        </p:nvSpPr>
        <p:spPr bwMode="auto">
          <a:xfrm flipV="1">
            <a:off x="7363111" y="3746596"/>
            <a:ext cx="381000" cy="3810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fr-FR"/>
          </a:p>
        </p:txBody>
      </p:sp>
      <p:grpSp>
        <p:nvGrpSpPr>
          <p:cNvPr id="486" name="Group 31">
            <a:extLst>
              <a:ext uri="{FF2B5EF4-FFF2-40B4-BE49-F238E27FC236}">
                <a16:creationId xmlns:a16="http://schemas.microsoft.com/office/drawing/2014/main" id="{800446CC-651B-4F95-A81F-2891D3376E5C}"/>
              </a:ext>
            </a:extLst>
          </p:cNvPr>
          <p:cNvGrpSpPr>
            <a:grpSpLocks noChangeAspect="1"/>
          </p:cNvGrpSpPr>
          <p:nvPr/>
        </p:nvGrpSpPr>
        <p:grpSpPr bwMode="auto">
          <a:xfrm>
            <a:off x="5099336" y="2651221"/>
            <a:ext cx="693738" cy="627063"/>
            <a:chOff x="431" y="391"/>
            <a:chExt cx="573" cy="518"/>
          </a:xfrm>
        </p:grpSpPr>
        <p:sp>
          <p:nvSpPr>
            <p:cNvPr id="487" name="AutoShape 32">
              <a:extLst>
                <a:ext uri="{FF2B5EF4-FFF2-40B4-BE49-F238E27FC236}">
                  <a16:creationId xmlns:a16="http://schemas.microsoft.com/office/drawing/2014/main" id="{09EF65D4-5A79-45E3-81D5-12C8D3573CAE}"/>
                </a:ext>
              </a:extLst>
            </p:cNvPr>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488" name="Rectangle 33">
              <a:extLst>
                <a:ext uri="{FF2B5EF4-FFF2-40B4-BE49-F238E27FC236}">
                  <a16:creationId xmlns:a16="http://schemas.microsoft.com/office/drawing/2014/main" id="{72567549-FA2A-4F7E-BD59-0E966FF7EB05}"/>
                </a:ext>
              </a:extLst>
            </p:cNvPr>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489" name="Rectangle 34">
              <a:extLst>
                <a:ext uri="{FF2B5EF4-FFF2-40B4-BE49-F238E27FC236}">
                  <a16:creationId xmlns:a16="http://schemas.microsoft.com/office/drawing/2014/main" id="{189E776D-2709-49BD-846C-71B1131D84BD}"/>
                </a:ext>
              </a:extLst>
            </p:cNvPr>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490" name="Freeform 35">
              <a:extLst>
                <a:ext uri="{FF2B5EF4-FFF2-40B4-BE49-F238E27FC236}">
                  <a16:creationId xmlns:a16="http://schemas.microsoft.com/office/drawing/2014/main" id="{6603C1DF-2BB6-446D-8D36-6C9809EA3186}"/>
                </a:ext>
              </a:extLst>
            </p:cNvPr>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91" name="Freeform 36">
              <a:extLst>
                <a:ext uri="{FF2B5EF4-FFF2-40B4-BE49-F238E27FC236}">
                  <a16:creationId xmlns:a16="http://schemas.microsoft.com/office/drawing/2014/main" id="{C9E8DD4D-61E6-4466-AF92-FB13EDDD9B15}"/>
                </a:ext>
              </a:extLst>
            </p:cNvPr>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492" name="Line 37">
              <a:extLst>
                <a:ext uri="{FF2B5EF4-FFF2-40B4-BE49-F238E27FC236}">
                  <a16:creationId xmlns:a16="http://schemas.microsoft.com/office/drawing/2014/main" id="{4ECBCCE7-EF5E-4852-AE40-8B3EC0197508}"/>
                </a:ext>
              </a:extLst>
            </p:cNvPr>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493" name="Freeform 38">
              <a:extLst>
                <a:ext uri="{FF2B5EF4-FFF2-40B4-BE49-F238E27FC236}">
                  <a16:creationId xmlns:a16="http://schemas.microsoft.com/office/drawing/2014/main" id="{EB4972B9-9937-4142-A6DD-B2437395C486}"/>
                </a:ext>
              </a:extLst>
            </p:cNvPr>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94" name="Freeform 39">
              <a:extLst>
                <a:ext uri="{FF2B5EF4-FFF2-40B4-BE49-F238E27FC236}">
                  <a16:creationId xmlns:a16="http://schemas.microsoft.com/office/drawing/2014/main" id="{27D2BB6C-81CB-4D74-8C44-ACFD66E3A03F}"/>
                </a:ext>
              </a:extLst>
            </p:cNvPr>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495" name="Freeform 40">
              <a:extLst>
                <a:ext uri="{FF2B5EF4-FFF2-40B4-BE49-F238E27FC236}">
                  <a16:creationId xmlns:a16="http://schemas.microsoft.com/office/drawing/2014/main" id="{AC2E8399-559D-4D14-BB88-4E12928F240D}"/>
                </a:ext>
              </a:extLst>
            </p:cNvPr>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96" name="Freeform 41">
              <a:extLst>
                <a:ext uri="{FF2B5EF4-FFF2-40B4-BE49-F238E27FC236}">
                  <a16:creationId xmlns:a16="http://schemas.microsoft.com/office/drawing/2014/main" id="{87569FE7-945A-4B3A-92BB-8FB403EFDF1E}"/>
                </a:ext>
              </a:extLst>
            </p:cNvPr>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497" name="Freeform 42">
              <a:extLst>
                <a:ext uri="{FF2B5EF4-FFF2-40B4-BE49-F238E27FC236}">
                  <a16:creationId xmlns:a16="http://schemas.microsoft.com/office/drawing/2014/main" id="{FE08F9A5-6DDC-485F-8DB2-846B061AAAAB}"/>
                </a:ext>
              </a:extLst>
            </p:cNvPr>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98" name="Freeform 43">
              <a:extLst>
                <a:ext uri="{FF2B5EF4-FFF2-40B4-BE49-F238E27FC236}">
                  <a16:creationId xmlns:a16="http://schemas.microsoft.com/office/drawing/2014/main" id="{C2447A3F-79E2-47C3-A0AB-A0976DC9FD19}"/>
                </a:ext>
              </a:extLst>
            </p:cNvPr>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499" name="Rectangle 44">
              <a:extLst>
                <a:ext uri="{FF2B5EF4-FFF2-40B4-BE49-F238E27FC236}">
                  <a16:creationId xmlns:a16="http://schemas.microsoft.com/office/drawing/2014/main" id="{BEF3081B-F985-4672-A514-04497F5C1218}"/>
                </a:ext>
              </a:extLst>
            </p:cNvPr>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500" name="Rectangle 45">
              <a:extLst>
                <a:ext uri="{FF2B5EF4-FFF2-40B4-BE49-F238E27FC236}">
                  <a16:creationId xmlns:a16="http://schemas.microsoft.com/office/drawing/2014/main" id="{F631A6B9-9F53-4EFD-94BB-2F66A5F0F9FF}"/>
                </a:ext>
              </a:extLst>
            </p:cNvPr>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501" name="Freeform 46">
              <a:extLst>
                <a:ext uri="{FF2B5EF4-FFF2-40B4-BE49-F238E27FC236}">
                  <a16:creationId xmlns:a16="http://schemas.microsoft.com/office/drawing/2014/main" id="{20CFD0B1-B8FE-4E47-879D-97FF32236FA5}"/>
                </a:ext>
              </a:extLst>
            </p:cNvPr>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02" name="Rectangle 47">
              <a:extLst>
                <a:ext uri="{FF2B5EF4-FFF2-40B4-BE49-F238E27FC236}">
                  <a16:creationId xmlns:a16="http://schemas.microsoft.com/office/drawing/2014/main" id="{D81E35CC-E2D5-42A2-97FC-E6B4B7B93EF2}"/>
                </a:ext>
              </a:extLst>
            </p:cNvPr>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503" name="Rectangle 48">
              <a:extLst>
                <a:ext uri="{FF2B5EF4-FFF2-40B4-BE49-F238E27FC236}">
                  <a16:creationId xmlns:a16="http://schemas.microsoft.com/office/drawing/2014/main" id="{E1B69607-88A8-4476-988E-0FCB16364A29}"/>
                </a:ext>
              </a:extLst>
            </p:cNvPr>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504" name="Group 49">
            <a:extLst>
              <a:ext uri="{FF2B5EF4-FFF2-40B4-BE49-F238E27FC236}">
                <a16:creationId xmlns:a16="http://schemas.microsoft.com/office/drawing/2014/main" id="{D5C94AAD-E485-497C-A3CD-BDEB82BC8CD0}"/>
              </a:ext>
            </a:extLst>
          </p:cNvPr>
          <p:cNvGrpSpPr>
            <a:grpSpLocks noChangeAspect="1"/>
          </p:cNvGrpSpPr>
          <p:nvPr/>
        </p:nvGrpSpPr>
        <p:grpSpPr bwMode="auto">
          <a:xfrm>
            <a:off x="5891499" y="2435321"/>
            <a:ext cx="693737" cy="627063"/>
            <a:chOff x="431" y="391"/>
            <a:chExt cx="573" cy="518"/>
          </a:xfrm>
        </p:grpSpPr>
        <p:sp>
          <p:nvSpPr>
            <p:cNvPr id="505" name="AutoShape 50">
              <a:extLst>
                <a:ext uri="{FF2B5EF4-FFF2-40B4-BE49-F238E27FC236}">
                  <a16:creationId xmlns:a16="http://schemas.microsoft.com/office/drawing/2014/main" id="{A7787615-F53D-4831-AF25-5A6947988F62}"/>
                </a:ext>
              </a:extLst>
            </p:cNvPr>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506" name="Rectangle 51">
              <a:extLst>
                <a:ext uri="{FF2B5EF4-FFF2-40B4-BE49-F238E27FC236}">
                  <a16:creationId xmlns:a16="http://schemas.microsoft.com/office/drawing/2014/main" id="{82486B67-822D-4BAA-A360-4901FE0F136C}"/>
                </a:ext>
              </a:extLst>
            </p:cNvPr>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507" name="Rectangle 52">
              <a:extLst>
                <a:ext uri="{FF2B5EF4-FFF2-40B4-BE49-F238E27FC236}">
                  <a16:creationId xmlns:a16="http://schemas.microsoft.com/office/drawing/2014/main" id="{8304F881-3715-4761-BA77-1BCD05D66B46}"/>
                </a:ext>
              </a:extLst>
            </p:cNvPr>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508" name="Freeform 53">
              <a:extLst>
                <a:ext uri="{FF2B5EF4-FFF2-40B4-BE49-F238E27FC236}">
                  <a16:creationId xmlns:a16="http://schemas.microsoft.com/office/drawing/2014/main" id="{37D84CA9-6607-4A41-9AD8-53117F9A89E3}"/>
                </a:ext>
              </a:extLst>
            </p:cNvPr>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09" name="Freeform 54">
              <a:extLst>
                <a:ext uri="{FF2B5EF4-FFF2-40B4-BE49-F238E27FC236}">
                  <a16:creationId xmlns:a16="http://schemas.microsoft.com/office/drawing/2014/main" id="{1FE236B5-50AE-4EA6-98A3-54FDB5826F04}"/>
                </a:ext>
              </a:extLst>
            </p:cNvPr>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510" name="Line 55">
              <a:extLst>
                <a:ext uri="{FF2B5EF4-FFF2-40B4-BE49-F238E27FC236}">
                  <a16:creationId xmlns:a16="http://schemas.microsoft.com/office/drawing/2014/main" id="{2D9DBF17-A808-4CF5-BD95-4AC3DCE74EA3}"/>
                </a:ext>
              </a:extLst>
            </p:cNvPr>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511" name="Freeform 56">
              <a:extLst>
                <a:ext uri="{FF2B5EF4-FFF2-40B4-BE49-F238E27FC236}">
                  <a16:creationId xmlns:a16="http://schemas.microsoft.com/office/drawing/2014/main" id="{DD94B351-F242-4376-9B22-92F85E0ECAD7}"/>
                </a:ext>
              </a:extLst>
            </p:cNvPr>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12" name="Freeform 57">
              <a:extLst>
                <a:ext uri="{FF2B5EF4-FFF2-40B4-BE49-F238E27FC236}">
                  <a16:creationId xmlns:a16="http://schemas.microsoft.com/office/drawing/2014/main" id="{320883DA-F133-4AF4-B429-8BFCF0CC2264}"/>
                </a:ext>
              </a:extLst>
            </p:cNvPr>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513" name="Freeform 58">
              <a:extLst>
                <a:ext uri="{FF2B5EF4-FFF2-40B4-BE49-F238E27FC236}">
                  <a16:creationId xmlns:a16="http://schemas.microsoft.com/office/drawing/2014/main" id="{0414F966-B458-4324-9CB0-C68F71F4CAAF}"/>
                </a:ext>
              </a:extLst>
            </p:cNvPr>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14" name="Freeform 59">
              <a:extLst>
                <a:ext uri="{FF2B5EF4-FFF2-40B4-BE49-F238E27FC236}">
                  <a16:creationId xmlns:a16="http://schemas.microsoft.com/office/drawing/2014/main" id="{AB85C75C-ACD8-42FA-99BE-887C5A3ADC0B}"/>
                </a:ext>
              </a:extLst>
            </p:cNvPr>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515" name="Freeform 60">
              <a:extLst>
                <a:ext uri="{FF2B5EF4-FFF2-40B4-BE49-F238E27FC236}">
                  <a16:creationId xmlns:a16="http://schemas.microsoft.com/office/drawing/2014/main" id="{94E8C999-3D8B-455F-99B4-904B72FCBE58}"/>
                </a:ext>
              </a:extLst>
            </p:cNvPr>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16" name="Freeform 61">
              <a:extLst>
                <a:ext uri="{FF2B5EF4-FFF2-40B4-BE49-F238E27FC236}">
                  <a16:creationId xmlns:a16="http://schemas.microsoft.com/office/drawing/2014/main" id="{E726E518-D1D7-49AC-ABF5-E19C1D06086D}"/>
                </a:ext>
              </a:extLst>
            </p:cNvPr>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517" name="Rectangle 62">
              <a:extLst>
                <a:ext uri="{FF2B5EF4-FFF2-40B4-BE49-F238E27FC236}">
                  <a16:creationId xmlns:a16="http://schemas.microsoft.com/office/drawing/2014/main" id="{B2E66C25-71DA-4380-A7CE-9A13C58E3DA9}"/>
                </a:ext>
              </a:extLst>
            </p:cNvPr>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518" name="Rectangle 63">
              <a:extLst>
                <a:ext uri="{FF2B5EF4-FFF2-40B4-BE49-F238E27FC236}">
                  <a16:creationId xmlns:a16="http://schemas.microsoft.com/office/drawing/2014/main" id="{11BFD39C-FA5C-4106-82DF-A3D74E7B5E5C}"/>
                </a:ext>
              </a:extLst>
            </p:cNvPr>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519" name="Freeform 64">
              <a:extLst>
                <a:ext uri="{FF2B5EF4-FFF2-40B4-BE49-F238E27FC236}">
                  <a16:creationId xmlns:a16="http://schemas.microsoft.com/office/drawing/2014/main" id="{8CE0EDE8-F40E-4A39-B8B9-35D6F3626AD3}"/>
                </a:ext>
              </a:extLst>
            </p:cNvPr>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20" name="Rectangle 65">
              <a:extLst>
                <a:ext uri="{FF2B5EF4-FFF2-40B4-BE49-F238E27FC236}">
                  <a16:creationId xmlns:a16="http://schemas.microsoft.com/office/drawing/2014/main" id="{0C7484F9-5CE2-42F6-A726-E0E7ABE0300A}"/>
                </a:ext>
              </a:extLst>
            </p:cNvPr>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521" name="Rectangle 66">
              <a:extLst>
                <a:ext uri="{FF2B5EF4-FFF2-40B4-BE49-F238E27FC236}">
                  <a16:creationId xmlns:a16="http://schemas.microsoft.com/office/drawing/2014/main" id="{312F57F1-3DAF-430C-92D1-4FAAAAA69D97}"/>
                </a:ext>
              </a:extLst>
            </p:cNvPr>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522" name="Group 67">
            <a:extLst>
              <a:ext uri="{FF2B5EF4-FFF2-40B4-BE49-F238E27FC236}">
                <a16:creationId xmlns:a16="http://schemas.microsoft.com/office/drawing/2014/main" id="{6C2FA260-EFF4-4257-AD5E-378016EC9573}"/>
              </a:ext>
            </a:extLst>
          </p:cNvPr>
          <p:cNvGrpSpPr>
            <a:grpSpLocks noChangeAspect="1"/>
          </p:cNvGrpSpPr>
          <p:nvPr/>
        </p:nvGrpSpPr>
        <p:grpSpPr bwMode="auto">
          <a:xfrm>
            <a:off x="6683661" y="2651221"/>
            <a:ext cx="693738" cy="627063"/>
            <a:chOff x="431" y="391"/>
            <a:chExt cx="573" cy="518"/>
          </a:xfrm>
        </p:grpSpPr>
        <p:sp>
          <p:nvSpPr>
            <p:cNvPr id="523" name="AutoShape 68">
              <a:extLst>
                <a:ext uri="{FF2B5EF4-FFF2-40B4-BE49-F238E27FC236}">
                  <a16:creationId xmlns:a16="http://schemas.microsoft.com/office/drawing/2014/main" id="{A06C53DF-048C-4D4B-BD21-484D73E036D5}"/>
                </a:ext>
              </a:extLst>
            </p:cNvPr>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524" name="Rectangle 69">
              <a:extLst>
                <a:ext uri="{FF2B5EF4-FFF2-40B4-BE49-F238E27FC236}">
                  <a16:creationId xmlns:a16="http://schemas.microsoft.com/office/drawing/2014/main" id="{91C0E0A9-FD6B-4912-BFAB-DC02D994115C}"/>
                </a:ext>
              </a:extLst>
            </p:cNvPr>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525" name="Rectangle 70">
              <a:extLst>
                <a:ext uri="{FF2B5EF4-FFF2-40B4-BE49-F238E27FC236}">
                  <a16:creationId xmlns:a16="http://schemas.microsoft.com/office/drawing/2014/main" id="{E26269F7-F5EE-49DD-8946-235B3A4E5511}"/>
                </a:ext>
              </a:extLst>
            </p:cNvPr>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526" name="Freeform 71">
              <a:extLst>
                <a:ext uri="{FF2B5EF4-FFF2-40B4-BE49-F238E27FC236}">
                  <a16:creationId xmlns:a16="http://schemas.microsoft.com/office/drawing/2014/main" id="{10C286C4-541E-49F6-BACB-7AC113391073}"/>
                </a:ext>
              </a:extLst>
            </p:cNvPr>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27" name="Freeform 72">
              <a:extLst>
                <a:ext uri="{FF2B5EF4-FFF2-40B4-BE49-F238E27FC236}">
                  <a16:creationId xmlns:a16="http://schemas.microsoft.com/office/drawing/2014/main" id="{4F47001A-E05A-4037-92EC-F45589700819}"/>
                </a:ext>
              </a:extLst>
            </p:cNvPr>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528" name="Line 73">
              <a:extLst>
                <a:ext uri="{FF2B5EF4-FFF2-40B4-BE49-F238E27FC236}">
                  <a16:creationId xmlns:a16="http://schemas.microsoft.com/office/drawing/2014/main" id="{58F11C49-F8D6-49C1-8455-87DD75024677}"/>
                </a:ext>
              </a:extLst>
            </p:cNvPr>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529" name="Freeform 74">
              <a:extLst>
                <a:ext uri="{FF2B5EF4-FFF2-40B4-BE49-F238E27FC236}">
                  <a16:creationId xmlns:a16="http://schemas.microsoft.com/office/drawing/2014/main" id="{A1485E6C-A3F9-4651-B66D-8EAC27462BCF}"/>
                </a:ext>
              </a:extLst>
            </p:cNvPr>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30" name="Freeform 75">
              <a:extLst>
                <a:ext uri="{FF2B5EF4-FFF2-40B4-BE49-F238E27FC236}">
                  <a16:creationId xmlns:a16="http://schemas.microsoft.com/office/drawing/2014/main" id="{728E89DB-30DD-42B3-8498-88C25CBE9198}"/>
                </a:ext>
              </a:extLst>
            </p:cNvPr>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531" name="Freeform 76">
              <a:extLst>
                <a:ext uri="{FF2B5EF4-FFF2-40B4-BE49-F238E27FC236}">
                  <a16:creationId xmlns:a16="http://schemas.microsoft.com/office/drawing/2014/main" id="{BD7F96AB-E5F7-4AB0-B965-CB1E1E540D6C}"/>
                </a:ext>
              </a:extLst>
            </p:cNvPr>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32" name="Freeform 77">
              <a:extLst>
                <a:ext uri="{FF2B5EF4-FFF2-40B4-BE49-F238E27FC236}">
                  <a16:creationId xmlns:a16="http://schemas.microsoft.com/office/drawing/2014/main" id="{4EE9813C-4A0F-4CD6-B190-69EF2F918099}"/>
                </a:ext>
              </a:extLst>
            </p:cNvPr>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533" name="Freeform 78">
              <a:extLst>
                <a:ext uri="{FF2B5EF4-FFF2-40B4-BE49-F238E27FC236}">
                  <a16:creationId xmlns:a16="http://schemas.microsoft.com/office/drawing/2014/main" id="{4D436519-1B95-4619-9EA4-65506AD5978E}"/>
                </a:ext>
              </a:extLst>
            </p:cNvPr>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34" name="Freeform 79">
              <a:extLst>
                <a:ext uri="{FF2B5EF4-FFF2-40B4-BE49-F238E27FC236}">
                  <a16:creationId xmlns:a16="http://schemas.microsoft.com/office/drawing/2014/main" id="{FF35CAFC-CAAC-4328-9AC9-75FAE5EAC40F}"/>
                </a:ext>
              </a:extLst>
            </p:cNvPr>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535" name="Rectangle 80">
              <a:extLst>
                <a:ext uri="{FF2B5EF4-FFF2-40B4-BE49-F238E27FC236}">
                  <a16:creationId xmlns:a16="http://schemas.microsoft.com/office/drawing/2014/main" id="{063E6F40-423B-46D9-9489-E141441A27B0}"/>
                </a:ext>
              </a:extLst>
            </p:cNvPr>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536" name="Rectangle 81">
              <a:extLst>
                <a:ext uri="{FF2B5EF4-FFF2-40B4-BE49-F238E27FC236}">
                  <a16:creationId xmlns:a16="http://schemas.microsoft.com/office/drawing/2014/main" id="{E50D85AA-E18F-4E73-B285-682348B378DC}"/>
                </a:ext>
              </a:extLst>
            </p:cNvPr>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537" name="Freeform 82">
              <a:extLst>
                <a:ext uri="{FF2B5EF4-FFF2-40B4-BE49-F238E27FC236}">
                  <a16:creationId xmlns:a16="http://schemas.microsoft.com/office/drawing/2014/main" id="{8C4DDD2D-A727-4B95-A1F8-2C1BEDE575DE}"/>
                </a:ext>
              </a:extLst>
            </p:cNvPr>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38" name="Rectangle 83">
              <a:extLst>
                <a:ext uri="{FF2B5EF4-FFF2-40B4-BE49-F238E27FC236}">
                  <a16:creationId xmlns:a16="http://schemas.microsoft.com/office/drawing/2014/main" id="{2BD9908B-7909-4203-8FA6-C6F41F9C341C}"/>
                </a:ext>
              </a:extLst>
            </p:cNvPr>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539" name="Rectangle 84">
              <a:extLst>
                <a:ext uri="{FF2B5EF4-FFF2-40B4-BE49-F238E27FC236}">
                  <a16:creationId xmlns:a16="http://schemas.microsoft.com/office/drawing/2014/main" id="{4B0BB566-7183-42AD-B429-3662448E82BE}"/>
                </a:ext>
              </a:extLst>
            </p:cNvPr>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540" name="Group 85">
            <a:extLst>
              <a:ext uri="{FF2B5EF4-FFF2-40B4-BE49-F238E27FC236}">
                <a16:creationId xmlns:a16="http://schemas.microsoft.com/office/drawing/2014/main" id="{11BD9FF6-4DE4-4895-A58B-7D5CFB6AF9E6}"/>
              </a:ext>
            </a:extLst>
          </p:cNvPr>
          <p:cNvGrpSpPr>
            <a:grpSpLocks noChangeAspect="1"/>
          </p:cNvGrpSpPr>
          <p:nvPr/>
        </p:nvGrpSpPr>
        <p:grpSpPr bwMode="auto">
          <a:xfrm>
            <a:off x="7691724" y="3156046"/>
            <a:ext cx="693737" cy="627063"/>
            <a:chOff x="431" y="391"/>
            <a:chExt cx="573" cy="518"/>
          </a:xfrm>
        </p:grpSpPr>
        <p:sp>
          <p:nvSpPr>
            <p:cNvPr id="541" name="AutoShape 86">
              <a:extLst>
                <a:ext uri="{FF2B5EF4-FFF2-40B4-BE49-F238E27FC236}">
                  <a16:creationId xmlns:a16="http://schemas.microsoft.com/office/drawing/2014/main" id="{4BEB3438-4649-4C5E-9A4C-1220E9619812}"/>
                </a:ext>
              </a:extLst>
            </p:cNvPr>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542" name="Rectangle 87">
              <a:extLst>
                <a:ext uri="{FF2B5EF4-FFF2-40B4-BE49-F238E27FC236}">
                  <a16:creationId xmlns:a16="http://schemas.microsoft.com/office/drawing/2014/main" id="{085DE848-834F-435A-ADA3-1DCAFC667F56}"/>
                </a:ext>
              </a:extLst>
            </p:cNvPr>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543" name="Rectangle 88">
              <a:extLst>
                <a:ext uri="{FF2B5EF4-FFF2-40B4-BE49-F238E27FC236}">
                  <a16:creationId xmlns:a16="http://schemas.microsoft.com/office/drawing/2014/main" id="{A1E10973-C06A-41A2-9C63-79C85D21ECD7}"/>
                </a:ext>
              </a:extLst>
            </p:cNvPr>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544" name="Freeform 89">
              <a:extLst>
                <a:ext uri="{FF2B5EF4-FFF2-40B4-BE49-F238E27FC236}">
                  <a16:creationId xmlns:a16="http://schemas.microsoft.com/office/drawing/2014/main" id="{34898CF1-9F4A-4701-B006-90832EF9C963}"/>
                </a:ext>
              </a:extLst>
            </p:cNvPr>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45" name="Freeform 90">
              <a:extLst>
                <a:ext uri="{FF2B5EF4-FFF2-40B4-BE49-F238E27FC236}">
                  <a16:creationId xmlns:a16="http://schemas.microsoft.com/office/drawing/2014/main" id="{80981B5D-F8D6-4225-ABAD-7E5F5FB56D73}"/>
                </a:ext>
              </a:extLst>
            </p:cNvPr>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546" name="Line 91">
              <a:extLst>
                <a:ext uri="{FF2B5EF4-FFF2-40B4-BE49-F238E27FC236}">
                  <a16:creationId xmlns:a16="http://schemas.microsoft.com/office/drawing/2014/main" id="{7581741F-4761-4A15-AE67-E64DB9CE4E2F}"/>
                </a:ext>
              </a:extLst>
            </p:cNvPr>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547" name="Freeform 92">
              <a:extLst>
                <a:ext uri="{FF2B5EF4-FFF2-40B4-BE49-F238E27FC236}">
                  <a16:creationId xmlns:a16="http://schemas.microsoft.com/office/drawing/2014/main" id="{F577ED10-1E5C-40D4-9A01-84F139700198}"/>
                </a:ext>
              </a:extLst>
            </p:cNvPr>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48" name="Freeform 93">
              <a:extLst>
                <a:ext uri="{FF2B5EF4-FFF2-40B4-BE49-F238E27FC236}">
                  <a16:creationId xmlns:a16="http://schemas.microsoft.com/office/drawing/2014/main" id="{D6EC4038-932A-4BB2-B602-19F97D9C3EA6}"/>
                </a:ext>
              </a:extLst>
            </p:cNvPr>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549" name="Freeform 94">
              <a:extLst>
                <a:ext uri="{FF2B5EF4-FFF2-40B4-BE49-F238E27FC236}">
                  <a16:creationId xmlns:a16="http://schemas.microsoft.com/office/drawing/2014/main" id="{0366A995-7E40-47D9-B270-5770FBCA3D65}"/>
                </a:ext>
              </a:extLst>
            </p:cNvPr>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50" name="Freeform 95">
              <a:extLst>
                <a:ext uri="{FF2B5EF4-FFF2-40B4-BE49-F238E27FC236}">
                  <a16:creationId xmlns:a16="http://schemas.microsoft.com/office/drawing/2014/main" id="{76123125-118A-4C18-AAE9-3642F9968A2F}"/>
                </a:ext>
              </a:extLst>
            </p:cNvPr>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551" name="Freeform 96">
              <a:extLst>
                <a:ext uri="{FF2B5EF4-FFF2-40B4-BE49-F238E27FC236}">
                  <a16:creationId xmlns:a16="http://schemas.microsoft.com/office/drawing/2014/main" id="{84EE9058-CA84-43EE-BADF-2E02DD7B0D3E}"/>
                </a:ext>
              </a:extLst>
            </p:cNvPr>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52" name="Freeform 97">
              <a:extLst>
                <a:ext uri="{FF2B5EF4-FFF2-40B4-BE49-F238E27FC236}">
                  <a16:creationId xmlns:a16="http://schemas.microsoft.com/office/drawing/2014/main" id="{AF0EA754-62BE-4BF7-8004-16D1EFD2C39D}"/>
                </a:ext>
              </a:extLst>
            </p:cNvPr>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553" name="Rectangle 98">
              <a:extLst>
                <a:ext uri="{FF2B5EF4-FFF2-40B4-BE49-F238E27FC236}">
                  <a16:creationId xmlns:a16="http://schemas.microsoft.com/office/drawing/2014/main" id="{F810E57A-F87B-4451-9226-C1773C519C1E}"/>
                </a:ext>
              </a:extLst>
            </p:cNvPr>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554" name="Rectangle 99">
              <a:extLst>
                <a:ext uri="{FF2B5EF4-FFF2-40B4-BE49-F238E27FC236}">
                  <a16:creationId xmlns:a16="http://schemas.microsoft.com/office/drawing/2014/main" id="{DFF5A3C3-8A0F-45C9-B4FE-C8317968C50F}"/>
                </a:ext>
              </a:extLst>
            </p:cNvPr>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555" name="Freeform 100">
              <a:extLst>
                <a:ext uri="{FF2B5EF4-FFF2-40B4-BE49-F238E27FC236}">
                  <a16:creationId xmlns:a16="http://schemas.microsoft.com/office/drawing/2014/main" id="{72F428C6-877D-4792-B8A3-C65737475934}"/>
                </a:ext>
              </a:extLst>
            </p:cNvPr>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56" name="Rectangle 101">
              <a:extLst>
                <a:ext uri="{FF2B5EF4-FFF2-40B4-BE49-F238E27FC236}">
                  <a16:creationId xmlns:a16="http://schemas.microsoft.com/office/drawing/2014/main" id="{6B8A5648-85FB-4EC9-A81C-6A478430FF22}"/>
                </a:ext>
              </a:extLst>
            </p:cNvPr>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557" name="Rectangle 102">
              <a:extLst>
                <a:ext uri="{FF2B5EF4-FFF2-40B4-BE49-F238E27FC236}">
                  <a16:creationId xmlns:a16="http://schemas.microsoft.com/office/drawing/2014/main" id="{9978EF8F-5864-45EC-AD92-09805336909D}"/>
                </a:ext>
              </a:extLst>
            </p:cNvPr>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558" name="Group 103">
            <a:extLst>
              <a:ext uri="{FF2B5EF4-FFF2-40B4-BE49-F238E27FC236}">
                <a16:creationId xmlns:a16="http://schemas.microsoft.com/office/drawing/2014/main" id="{5DD9815B-F839-4B7C-9FC7-77851D941AF0}"/>
              </a:ext>
            </a:extLst>
          </p:cNvPr>
          <p:cNvGrpSpPr>
            <a:grpSpLocks noChangeAspect="1"/>
          </p:cNvGrpSpPr>
          <p:nvPr/>
        </p:nvGrpSpPr>
        <p:grpSpPr bwMode="auto">
          <a:xfrm>
            <a:off x="7836186" y="4019646"/>
            <a:ext cx="693738" cy="627063"/>
            <a:chOff x="431" y="391"/>
            <a:chExt cx="573" cy="518"/>
          </a:xfrm>
        </p:grpSpPr>
        <p:sp>
          <p:nvSpPr>
            <p:cNvPr id="559" name="AutoShape 104">
              <a:extLst>
                <a:ext uri="{FF2B5EF4-FFF2-40B4-BE49-F238E27FC236}">
                  <a16:creationId xmlns:a16="http://schemas.microsoft.com/office/drawing/2014/main" id="{9FDDFCCA-9EAA-48D0-A2F1-1E10CAA5CCA0}"/>
                </a:ext>
              </a:extLst>
            </p:cNvPr>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560" name="Rectangle 105">
              <a:extLst>
                <a:ext uri="{FF2B5EF4-FFF2-40B4-BE49-F238E27FC236}">
                  <a16:creationId xmlns:a16="http://schemas.microsoft.com/office/drawing/2014/main" id="{0044F3F2-E87D-4210-BBF0-FFC774DA61DE}"/>
                </a:ext>
              </a:extLst>
            </p:cNvPr>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561" name="Rectangle 106">
              <a:extLst>
                <a:ext uri="{FF2B5EF4-FFF2-40B4-BE49-F238E27FC236}">
                  <a16:creationId xmlns:a16="http://schemas.microsoft.com/office/drawing/2014/main" id="{261F51E0-2B44-4E51-A6DB-5AE6588190C6}"/>
                </a:ext>
              </a:extLst>
            </p:cNvPr>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562" name="Freeform 107">
              <a:extLst>
                <a:ext uri="{FF2B5EF4-FFF2-40B4-BE49-F238E27FC236}">
                  <a16:creationId xmlns:a16="http://schemas.microsoft.com/office/drawing/2014/main" id="{3BDB282A-83DC-4B21-A555-862BE666D4B6}"/>
                </a:ext>
              </a:extLst>
            </p:cNvPr>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63" name="Freeform 108">
              <a:extLst>
                <a:ext uri="{FF2B5EF4-FFF2-40B4-BE49-F238E27FC236}">
                  <a16:creationId xmlns:a16="http://schemas.microsoft.com/office/drawing/2014/main" id="{3FA9C025-97CD-4237-B9BC-D1A2D27958E7}"/>
                </a:ext>
              </a:extLst>
            </p:cNvPr>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564" name="Line 109">
              <a:extLst>
                <a:ext uri="{FF2B5EF4-FFF2-40B4-BE49-F238E27FC236}">
                  <a16:creationId xmlns:a16="http://schemas.microsoft.com/office/drawing/2014/main" id="{6B841E3D-3E47-4E80-9785-61AC0AD20338}"/>
                </a:ext>
              </a:extLst>
            </p:cNvPr>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565" name="Freeform 110">
              <a:extLst>
                <a:ext uri="{FF2B5EF4-FFF2-40B4-BE49-F238E27FC236}">
                  <a16:creationId xmlns:a16="http://schemas.microsoft.com/office/drawing/2014/main" id="{422EA224-1028-42DC-954B-117FACF856C8}"/>
                </a:ext>
              </a:extLst>
            </p:cNvPr>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66" name="Freeform 111">
              <a:extLst>
                <a:ext uri="{FF2B5EF4-FFF2-40B4-BE49-F238E27FC236}">
                  <a16:creationId xmlns:a16="http://schemas.microsoft.com/office/drawing/2014/main" id="{775DBCFE-C8F8-460A-BD44-05CA5C2A6EB6}"/>
                </a:ext>
              </a:extLst>
            </p:cNvPr>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567" name="Freeform 112">
              <a:extLst>
                <a:ext uri="{FF2B5EF4-FFF2-40B4-BE49-F238E27FC236}">
                  <a16:creationId xmlns:a16="http://schemas.microsoft.com/office/drawing/2014/main" id="{4DD70DC5-56B4-480B-84B3-281FA93AD476}"/>
                </a:ext>
              </a:extLst>
            </p:cNvPr>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68" name="Freeform 113">
              <a:extLst>
                <a:ext uri="{FF2B5EF4-FFF2-40B4-BE49-F238E27FC236}">
                  <a16:creationId xmlns:a16="http://schemas.microsoft.com/office/drawing/2014/main" id="{CC3DAD35-0B53-4EB1-BEE3-A0A2A559C4F5}"/>
                </a:ext>
              </a:extLst>
            </p:cNvPr>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569" name="Freeform 114">
              <a:extLst>
                <a:ext uri="{FF2B5EF4-FFF2-40B4-BE49-F238E27FC236}">
                  <a16:creationId xmlns:a16="http://schemas.microsoft.com/office/drawing/2014/main" id="{924E0722-EB8D-4A5F-A25A-FED6FC95FCE8}"/>
                </a:ext>
              </a:extLst>
            </p:cNvPr>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70" name="Freeform 115">
              <a:extLst>
                <a:ext uri="{FF2B5EF4-FFF2-40B4-BE49-F238E27FC236}">
                  <a16:creationId xmlns:a16="http://schemas.microsoft.com/office/drawing/2014/main" id="{335EF9B7-F096-49C3-814D-017413976D9F}"/>
                </a:ext>
              </a:extLst>
            </p:cNvPr>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571" name="Rectangle 116">
              <a:extLst>
                <a:ext uri="{FF2B5EF4-FFF2-40B4-BE49-F238E27FC236}">
                  <a16:creationId xmlns:a16="http://schemas.microsoft.com/office/drawing/2014/main" id="{829D289F-EB08-4696-8605-301C6494466F}"/>
                </a:ext>
              </a:extLst>
            </p:cNvPr>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572" name="Rectangle 117">
              <a:extLst>
                <a:ext uri="{FF2B5EF4-FFF2-40B4-BE49-F238E27FC236}">
                  <a16:creationId xmlns:a16="http://schemas.microsoft.com/office/drawing/2014/main" id="{5AEE8C97-0914-41C9-9FAE-A84877817E20}"/>
                </a:ext>
              </a:extLst>
            </p:cNvPr>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573" name="Freeform 118">
              <a:extLst>
                <a:ext uri="{FF2B5EF4-FFF2-40B4-BE49-F238E27FC236}">
                  <a16:creationId xmlns:a16="http://schemas.microsoft.com/office/drawing/2014/main" id="{A05C1DD5-7315-4D41-8625-DD07606BB7AA}"/>
                </a:ext>
              </a:extLst>
            </p:cNvPr>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74" name="Rectangle 119">
              <a:extLst>
                <a:ext uri="{FF2B5EF4-FFF2-40B4-BE49-F238E27FC236}">
                  <a16:creationId xmlns:a16="http://schemas.microsoft.com/office/drawing/2014/main" id="{57AC9E49-E765-4FA9-9541-47003EDA60C8}"/>
                </a:ext>
              </a:extLst>
            </p:cNvPr>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575" name="Rectangle 120">
              <a:extLst>
                <a:ext uri="{FF2B5EF4-FFF2-40B4-BE49-F238E27FC236}">
                  <a16:creationId xmlns:a16="http://schemas.microsoft.com/office/drawing/2014/main" id="{7261BC3D-FB12-486C-BEB9-2F9C6FB8D6BE}"/>
                </a:ext>
              </a:extLst>
            </p:cNvPr>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576" name="Group 121">
            <a:extLst>
              <a:ext uri="{FF2B5EF4-FFF2-40B4-BE49-F238E27FC236}">
                <a16:creationId xmlns:a16="http://schemas.microsoft.com/office/drawing/2014/main" id="{4C1BDBF5-F37E-4216-A67B-9FCDACDEEBF8}"/>
              </a:ext>
            </a:extLst>
          </p:cNvPr>
          <p:cNvGrpSpPr>
            <a:grpSpLocks noChangeAspect="1"/>
          </p:cNvGrpSpPr>
          <p:nvPr/>
        </p:nvGrpSpPr>
        <p:grpSpPr bwMode="auto">
          <a:xfrm>
            <a:off x="7620286" y="4884834"/>
            <a:ext cx="693738" cy="627062"/>
            <a:chOff x="431" y="391"/>
            <a:chExt cx="573" cy="518"/>
          </a:xfrm>
        </p:grpSpPr>
        <p:sp>
          <p:nvSpPr>
            <p:cNvPr id="577" name="AutoShape 122">
              <a:extLst>
                <a:ext uri="{FF2B5EF4-FFF2-40B4-BE49-F238E27FC236}">
                  <a16:creationId xmlns:a16="http://schemas.microsoft.com/office/drawing/2014/main" id="{EEB507BB-6560-42E0-872E-72BEB79F8319}"/>
                </a:ext>
              </a:extLst>
            </p:cNvPr>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578" name="Rectangle 123">
              <a:extLst>
                <a:ext uri="{FF2B5EF4-FFF2-40B4-BE49-F238E27FC236}">
                  <a16:creationId xmlns:a16="http://schemas.microsoft.com/office/drawing/2014/main" id="{33721ABB-ADE9-4A6B-8278-40F83156EFA7}"/>
                </a:ext>
              </a:extLst>
            </p:cNvPr>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579" name="Rectangle 124">
              <a:extLst>
                <a:ext uri="{FF2B5EF4-FFF2-40B4-BE49-F238E27FC236}">
                  <a16:creationId xmlns:a16="http://schemas.microsoft.com/office/drawing/2014/main" id="{986FE3BC-9242-4799-AFB6-5E2F521B5B4B}"/>
                </a:ext>
              </a:extLst>
            </p:cNvPr>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580" name="Freeform 125">
              <a:extLst>
                <a:ext uri="{FF2B5EF4-FFF2-40B4-BE49-F238E27FC236}">
                  <a16:creationId xmlns:a16="http://schemas.microsoft.com/office/drawing/2014/main" id="{8681699B-C642-4022-BE01-D3514DFB0A65}"/>
                </a:ext>
              </a:extLst>
            </p:cNvPr>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81" name="Freeform 126">
              <a:extLst>
                <a:ext uri="{FF2B5EF4-FFF2-40B4-BE49-F238E27FC236}">
                  <a16:creationId xmlns:a16="http://schemas.microsoft.com/office/drawing/2014/main" id="{457C610D-BA96-4905-AC37-2344CAF6C967}"/>
                </a:ext>
              </a:extLst>
            </p:cNvPr>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582" name="Line 127">
              <a:extLst>
                <a:ext uri="{FF2B5EF4-FFF2-40B4-BE49-F238E27FC236}">
                  <a16:creationId xmlns:a16="http://schemas.microsoft.com/office/drawing/2014/main" id="{256381FE-8265-41B4-8363-064F993CA2AC}"/>
                </a:ext>
              </a:extLst>
            </p:cNvPr>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583" name="Freeform 128">
              <a:extLst>
                <a:ext uri="{FF2B5EF4-FFF2-40B4-BE49-F238E27FC236}">
                  <a16:creationId xmlns:a16="http://schemas.microsoft.com/office/drawing/2014/main" id="{DE023545-76C6-43AE-B3A1-07031CD81D9C}"/>
                </a:ext>
              </a:extLst>
            </p:cNvPr>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84" name="Freeform 129">
              <a:extLst>
                <a:ext uri="{FF2B5EF4-FFF2-40B4-BE49-F238E27FC236}">
                  <a16:creationId xmlns:a16="http://schemas.microsoft.com/office/drawing/2014/main" id="{2D205479-FEA1-4BEB-926B-B2DE0ADC042C}"/>
                </a:ext>
              </a:extLst>
            </p:cNvPr>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585" name="Freeform 130">
              <a:extLst>
                <a:ext uri="{FF2B5EF4-FFF2-40B4-BE49-F238E27FC236}">
                  <a16:creationId xmlns:a16="http://schemas.microsoft.com/office/drawing/2014/main" id="{E203A0EA-BD8B-4C2E-9AB6-FE7A5F3AB99E}"/>
                </a:ext>
              </a:extLst>
            </p:cNvPr>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86" name="Freeform 131">
              <a:extLst>
                <a:ext uri="{FF2B5EF4-FFF2-40B4-BE49-F238E27FC236}">
                  <a16:creationId xmlns:a16="http://schemas.microsoft.com/office/drawing/2014/main" id="{826FBF4D-F3D6-4634-ACFA-01B44750C482}"/>
                </a:ext>
              </a:extLst>
            </p:cNvPr>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587" name="Freeform 132">
              <a:extLst>
                <a:ext uri="{FF2B5EF4-FFF2-40B4-BE49-F238E27FC236}">
                  <a16:creationId xmlns:a16="http://schemas.microsoft.com/office/drawing/2014/main" id="{1B657AB8-FFFE-4A3E-ADF8-3421CEE0475F}"/>
                </a:ext>
              </a:extLst>
            </p:cNvPr>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88" name="Freeform 133">
              <a:extLst>
                <a:ext uri="{FF2B5EF4-FFF2-40B4-BE49-F238E27FC236}">
                  <a16:creationId xmlns:a16="http://schemas.microsoft.com/office/drawing/2014/main" id="{D33EE50A-05AC-4D96-B2D9-8F282F7DBB94}"/>
                </a:ext>
              </a:extLst>
            </p:cNvPr>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589" name="Rectangle 134">
              <a:extLst>
                <a:ext uri="{FF2B5EF4-FFF2-40B4-BE49-F238E27FC236}">
                  <a16:creationId xmlns:a16="http://schemas.microsoft.com/office/drawing/2014/main" id="{C13DB7CD-BC14-45DE-A67C-E2FE48734BD8}"/>
                </a:ext>
              </a:extLst>
            </p:cNvPr>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590" name="Rectangle 135">
              <a:extLst>
                <a:ext uri="{FF2B5EF4-FFF2-40B4-BE49-F238E27FC236}">
                  <a16:creationId xmlns:a16="http://schemas.microsoft.com/office/drawing/2014/main" id="{30690E8A-36B1-4628-9EE7-4EEB32EE7C8E}"/>
                </a:ext>
              </a:extLst>
            </p:cNvPr>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591" name="Freeform 136">
              <a:extLst>
                <a:ext uri="{FF2B5EF4-FFF2-40B4-BE49-F238E27FC236}">
                  <a16:creationId xmlns:a16="http://schemas.microsoft.com/office/drawing/2014/main" id="{81072A55-82C0-4A5D-A4F8-E718E3F448E2}"/>
                </a:ext>
              </a:extLst>
            </p:cNvPr>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92" name="Rectangle 137">
              <a:extLst>
                <a:ext uri="{FF2B5EF4-FFF2-40B4-BE49-F238E27FC236}">
                  <a16:creationId xmlns:a16="http://schemas.microsoft.com/office/drawing/2014/main" id="{FE1575B6-F615-4740-974E-16B5B3BCC4BE}"/>
                </a:ext>
              </a:extLst>
            </p:cNvPr>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593" name="Rectangle 138">
              <a:extLst>
                <a:ext uri="{FF2B5EF4-FFF2-40B4-BE49-F238E27FC236}">
                  <a16:creationId xmlns:a16="http://schemas.microsoft.com/office/drawing/2014/main" id="{F04C9F34-FB27-4D39-9A92-FBF84F764AC0}"/>
                </a:ext>
              </a:extLst>
            </p:cNvPr>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594" name="Group 139">
            <a:extLst>
              <a:ext uri="{FF2B5EF4-FFF2-40B4-BE49-F238E27FC236}">
                <a16:creationId xmlns:a16="http://schemas.microsoft.com/office/drawing/2014/main" id="{67CE3EF0-6DA1-408E-B3CB-CE10FBB5B53E}"/>
              </a:ext>
            </a:extLst>
          </p:cNvPr>
          <p:cNvGrpSpPr>
            <a:grpSpLocks noChangeAspect="1"/>
          </p:cNvGrpSpPr>
          <p:nvPr/>
        </p:nvGrpSpPr>
        <p:grpSpPr bwMode="auto">
          <a:xfrm>
            <a:off x="6755099" y="5388071"/>
            <a:ext cx="693737" cy="627063"/>
            <a:chOff x="431" y="391"/>
            <a:chExt cx="573" cy="518"/>
          </a:xfrm>
        </p:grpSpPr>
        <p:sp>
          <p:nvSpPr>
            <p:cNvPr id="595" name="AutoShape 140">
              <a:extLst>
                <a:ext uri="{FF2B5EF4-FFF2-40B4-BE49-F238E27FC236}">
                  <a16:creationId xmlns:a16="http://schemas.microsoft.com/office/drawing/2014/main" id="{7471F5B3-0AC8-46C0-89C0-EB5451746225}"/>
                </a:ext>
              </a:extLst>
            </p:cNvPr>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596" name="Rectangle 141">
              <a:extLst>
                <a:ext uri="{FF2B5EF4-FFF2-40B4-BE49-F238E27FC236}">
                  <a16:creationId xmlns:a16="http://schemas.microsoft.com/office/drawing/2014/main" id="{7330A7E1-144D-4050-A1DD-862B86CD199C}"/>
                </a:ext>
              </a:extLst>
            </p:cNvPr>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597" name="Rectangle 142">
              <a:extLst>
                <a:ext uri="{FF2B5EF4-FFF2-40B4-BE49-F238E27FC236}">
                  <a16:creationId xmlns:a16="http://schemas.microsoft.com/office/drawing/2014/main" id="{CBF2F6B7-5D83-4452-ADE8-22B48FD67E2B}"/>
                </a:ext>
              </a:extLst>
            </p:cNvPr>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598" name="Freeform 143">
              <a:extLst>
                <a:ext uri="{FF2B5EF4-FFF2-40B4-BE49-F238E27FC236}">
                  <a16:creationId xmlns:a16="http://schemas.microsoft.com/office/drawing/2014/main" id="{AE00EFC7-9B65-4BD3-96AE-9BF744D1A9DE}"/>
                </a:ext>
              </a:extLst>
            </p:cNvPr>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99" name="Freeform 144">
              <a:extLst>
                <a:ext uri="{FF2B5EF4-FFF2-40B4-BE49-F238E27FC236}">
                  <a16:creationId xmlns:a16="http://schemas.microsoft.com/office/drawing/2014/main" id="{BB9A2D6F-CC46-4336-9B9B-037390F36AD9}"/>
                </a:ext>
              </a:extLst>
            </p:cNvPr>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600" name="Line 145">
              <a:extLst>
                <a:ext uri="{FF2B5EF4-FFF2-40B4-BE49-F238E27FC236}">
                  <a16:creationId xmlns:a16="http://schemas.microsoft.com/office/drawing/2014/main" id="{32F1D655-721C-400A-BB56-D147A74CB2A2}"/>
                </a:ext>
              </a:extLst>
            </p:cNvPr>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601" name="Freeform 146">
              <a:extLst>
                <a:ext uri="{FF2B5EF4-FFF2-40B4-BE49-F238E27FC236}">
                  <a16:creationId xmlns:a16="http://schemas.microsoft.com/office/drawing/2014/main" id="{85052468-32ED-4219-AC0B-0522B1C13B25}"/>
                </a:ext>
              </a:extLst>
            </p:cNvPr>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02" name="Freeform 147">
              <a:extLst>
                <a:ext uri="{FF2B5EF4-FFF2-40B4-BE49-F238E27FC236}">
                  <a16:creationId xmlns:a16="http://schemas.microsoft.com/office/drawing/2014/main" id="{F8DFA338-5DAB-4AF4-899C-CC2F4F30C5DB}"/>
                </a:ext>
              </a:extLst>
            </p:cNvPr>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603" name="Freeform 148">
              <a:extLst>
                <a:ext uri="{FF2B5EF4-FFF2-40B4-BE49-F238E27FC236}">
                  <a16:creationId xmlns:a16="http://schemas.microsoft.com/office/drawing/2014/main" id="{9F90581E-B164-49EB-9333-83232EF3B4E9}"/>
                </a:ext>
              </a:extLst>
            </p:cNvPr>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04" name="Freeform 149">
              <a:extLst>
                <a:ext uri="{FF2B5EF4-FFF2-40B4-BE49-F238E27FC236}">
                  <a16:creationId xmlns:a16="http://schemas.microsoft.com/office/drawing/2014/main" id="{FBC0D537-5219-4D27-BE04-132F4A5CC6F5}"/>
                </a:ext>
              </a:extLst>
            </p:cNvPr>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605" name="Freeform 150">
              <a:extLst>
                <a:ext uri="{FF2B5EF4-FFF2-40B4-BE49-F238E27FC236}">
                  <a16:creationId xmlns:a16="http://schemas.microsoft.com/office/drawing/2014/main" id="{21542331-6A0F-40D7-8B4D-22B0EF4351AB}"/>
                </a:ext>
              </a:extLst>
            </p:cNvPr>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06" name="Freeform 151">
              <a:extLst>
                <a:ext uri="{FF2B5EF4-FFF2-40B4-BE49-F238E27FC236}">
                  <a16:creationId xmlns:a16="http://schemas.microsoft.com/office/drawing/2014/main" id="{68D34B41-EC94-451D-8FC4-5B2E0E543DDA}"/>
                </a:ext>
              </a:extLst>
            </p:cNvPr>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607" name="Rectangle 152">
              <a:extLst>
                <a:ext uri="{FF2B5EF4-FFF2-40B4-BE49-F238E27FC236}">
                  <a16:creationId xmlns:a16="http://schemas.microsoft.com/office/drawing/2014/main" id="{DF8B1B59-F73E-4D45-92F7-3CDF64950D8A}"/>
                </a:ext>
              </a:extLst>
            </p:cNvPr>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608" name="Rectangle 153">
              <a:extLst>
                <a:ext uri="{FF2B5EF4-FFF2-40B4-BE49-F238E27FC236}">
                  <a16:creationId xmlns:a16="http://schemas.microsoft.com/office/drawing/2014/main" id="{7A119A33-17A2-4374-A7B0-373D138F6FD0}"/>
                </a:ext>
              </a:extLst>
            </p:cNvPr>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609" name="Freeform 154">
              <a:extLst>
                <a:ext uri="{FF2B5EF4-FFF2-40B4-BE49-F238E27FC236}">
                  <a16:creationId xmlns:a16="http://schemas.microsoft.com/office/drawing/2014/main" id="{6AF1CD80-46DE-481F-BF18-0BA6B6AC7B9C}"/>
                </a:ext>
              </a:extLst>
            </p:cNvPr>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10" name="Rectangle 155">
              <a:extLst>
                <a:ext uri="{FF2B5EF4-FFF2-40B4-BE49-F238E27FC236}">
                  <a16:creationId xmlns:a16="http://schemas.microsoft.com/office/drawing/2014/main" id="{ADB4E53B-427B-43F6-849A-7E6242FE3014}"/>
                </a:ext>
              </a:extLst>
            </p:cNvPr>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611" name="Rectangle 156">
              <a:extLst>
                <a:ext uri="{FF2B5EF4-FFF2-40B4-BE49-F238E27FC236}">
                  <a16:creationId xmlns:a16="http://schemas.microsoft.com/office/drawing/2014/main" id="{67180088-6506-4B12-A6FA-4449EA4C2F98}"/>
                </a:ext>
              </a:extLst>
            </p:cNvPr>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612" name="Group 157">
            <a:extLst>
              <a:ext uri="{FF2B5EF4-FFF2-40B4-BE49-F238E27FC236}">
                <a16:creationId xmlns:a16="http://schemas.microsoft.com/office/drawing/2014/main" id="{C7893C23-C777-4860-980B-EAB5A34D6F5D}"/>
              </a:ext>
            </a:extLst>
          </p:cNvPr>
          <p:cNvGrpSpPr>
            <a:grpSpLocks noChangeAspect="1"/>
          </p:cNvGrpSpPr>
          <p:nvPr/>
        </p:nvGrpSpPr>
        <p:grpSpPr bwMode="auto">
          <a:xfrm>
            <a:off x="5820061" y="5748434"/>
            <a:ext cx="693738" cy="627062"/>
            <a:chOff x="431" y="391"/>
            <a:chExt cx="573" cy="518"/>
          </a:xfrm>
        </p:grpSpPr>
        <p:sp>
          <p:nvSpPr>
            <p:cNvPr id="613" name="AutoShape 158">
              <a:extLst>
                <a:ext uri="{FF2B5EF4-FFF2-40B4-BE49-F238E27FC236}">
                  <a16:creationId xmlns:a16="http://schemas.microsoft.com/office/drawing/2014/main" id="{2FA248DE-D5D8-4F49-96D3-455299D9BFFC}"/>
                </a:ext>
              </a:extLst>
            </p:cNvPr>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614" name="Rectangle 159">
              <a:extLst>
                <a:ext uri="{FF2B5EF4-FFF2-40B4-BE49-F238E27FC236}">
                  <a16:creationId xmlns:a16="http://schemas.microsoft.com/office/drawing/2014/main" id="{1508A637-D9E1-4E53-A993-593EBB384680}"/>
                </a:ext>
              </a:extLst>
            </p:cNvPr>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615" name="Rectangle 160">
              <a:extLst>
                <a:ext uri="{FF2B5EF4-FFF2-40B4-BE49-F238E27FC236}">
                  <a16:creationId xmlns:a16="http://schemas.microsoft.com/office/drawing/2014/main" id="{A51A45C1-2638-4EC8-A98C-04DA21389373}"/>
                </a:ext>
              </a:extLst>
            </p:cNvPr>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616" name="Freeform 161">
              <a:extLst>
                <a:ext uri="{FF2B5EF4-FFF2-40B4-BE49-F238E27FC236}">
                  <a16:creationId xmlns:a16="http://schemas.microsoft.com/office/drawing/2014/main" id="{3093A3BA-961A-4EF5-8BBD-5D2CE50E0040}"/>
                </a:ext>
              </a:extLst>
            </p:cNvPr>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17" name="Freeform 162">
              <a:extLst>
                <a:ext uri="{FF2B5EF4-FFF2-40B4-BE49-F238E27FC236}">
                  <a16:creationId xmlns:a16="http://schemas.microsoft.com/office/drawing/2014/main" id="{6764795F-2FB7-41EB-819C-B52ED88263FE}"/>
                </a:ext>
              </a:extLst>
            </p:cNvPr>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618" name="Line 163">
              <a:extLst>
                <a:ext uri="{FF2B5EF4-FFF2-40B4-BE49-F238E27FC236}">
                  <a16:creationId xmlns:a16="http://schemas.microsoft.com/office/drawing/2014/main" id="{25090562-1816-481D-8558-7913352BD035}"/>
                </a:ext>
              </a:extLst>
            </p:cNvPr>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619" name="Freeform 164">
              <a:extLst>
                <a:ext uri="{FF2B5EF4-FFF2-40B4-BE49-F238E27FC236}">
                  <a16:creationId xmlns:a16="http://schemas.microsoft.com/office/drawing/2014/main" id="{72FBF309-6FEE-4AD8-AADB-E3F505E69A3E}"/>
                </a:ext>
              </a:extLst>
            </p:cNvPr>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20" name="Freeform 165">
              <a:extLst>
                <a:ext uri="{FF2B5EF4-FFF2-40B4-BE49-F238E27FC236}">
                  <a16:creationId xmlns:a16="http://schemas.microsoft.com/office/drawing/2014/main" id="{3D61B9BC-424C-4AC6-AC70-D1E051672886}"/>
                </a:ext>
              </a:extLst>
            </p:cNvPr>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621" name="Freeform 166">
              <a:extLst>
                <a:ext uri="{FF2B5EF4-FFF2-40B4-BE49-F238E27FC236}">
                  <a16:creationId xmlns:a16="http://schemas.microsoft.com/office/drawing/2014/main" id="{85751355-7D58-4EA7-B31A-8D760834CACE}"/>
                </a:ext>
              </a:extLst>
            </p:cNvPr>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22" name="Freeform 167">
              <a:extLst>
                <a:ext uri="{FF2B5EF4-FFF2-40B4-BE49-F238E27FC236}">
                  <a16:creationId xmlns:a16="http://schemas.microsoft.com/office/drawing/2014/main" id="{CA7E997B-4F1C-4E18-9E05-1FBF1556E2A0}"/>
                </a:ext>
              </a:extLst>
            </p:cNvPr>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623" name="Freeform 168">
              <a:extLst>
                <a:ext uri="{FF2B5EF4-FFF2-40B4-BE49-F238E27FC236}">
                  <a16:creationId xmlns:a16="http://schemas.microsoft.com/office/drawing/2014/main" id="{5AA3C294-6C58-4628-99DB-A9B169997F59}"/>
                </a:ext>
              </a:extLst>
            </p:cNvPr>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24" name="Freeform 169">
              <a:extLst>
                <a:ext uri="{FF2B5EF4-FFF2-40B4-BE49-F238E27FC236}">
                  <a16:creationId xmlns:a16="http://schemas.microsoft.com/office/drawing/2014/main" id="{9FF89527-0BDD-4DD6-8927-6EBB134C7E31}"/>
                </a:ext>
              </a:extLst>
            </p:cNvPr>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625" name="Rectangle 170">
              <a:extLst>
                <a:ext uri="{FF2B5EF4-FFF2-40B4-BE49-F238E27FC236}">
                  <a16:creationId xmlns:a16="http://schemas.microsoft.com/office/drawing/2014/main" id="{04B673EC-32C4-42AB-94D2-EAF20C6AB63B}"/>
                </a:ext>
              </a:extLst>
            </p:cNvPr>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626" name="Rectangle 171">
              <a:extLst>
                <a:ext uri="{FF2B5EF4-FFF2-40B4-BE49-F238E27FC236}">
                  <a16:creationId xmlns:a16="http://schemas.microsoft.com/office/drawing/2014/main" id="{8FC1DE21-BCF5-44FB-AE93-F2B836414815}"/>
                </a:ext>
              </a:extLst>
            </p:cNvPr>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627" name="Freeform 172">
              <a:extLst>
                <a:ext uri="{FF2B5EF4-FFF2-40B4-BE49-F238E27FC236}">
                  <a16:creationId xmlns:a16="http://schemas.microsoft.com/office/drawing/2014/main" id="{06636B0B-11B6-4825-8D1D-3CA5C586025F}"/>
                </a:ext>
              </a:extLst>
            </p:cNvPr>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28" name="Rectangle 173">
              <a:extLst>
                <a:ext uri="{FF2B5EF4-FFF2-40B4-BE49-F238E27FC236}">
                  <a16:creationId xmlns:a16="http://schemas.microsoft.com/office/drawing/2014/main" id="{DB8662E1-72DF-4676-8A29-3AA39BDE75EF}"/>
                </a:ext>
              </a:extLst>
            </p:cNvPr>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629" name="Rectangle 174">
              <a:extLst>
                <a:ext uri="{FF2B5EF4-FFF2-40B4-BE49-F238E27FC236}">
                  <a16:creationId xmlns:a16="http://schemas.microsoft.com/office/drawing/2014/main" id="{F133FE53-5A3C-42D0-9B06-9B58F333BC1B}"/>
                </a:ext>
              </a:extLst>
            </p:cNvPr>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630" name="Group 175">
            <a:extLst>
              <a:ext uri="{FF2B5EF4-FFF2-40B4-BE49-F238E27FC236}">
                <a16:creationId xmlns:a16="http://schemas.microsoft.com/office/drawing/2014/main" id="{A8187AEE-9FD9-408F-AD21-7D2C814925C6}"/>
              </a:ext>
            </a:extLst>
          </p:cNvPr>
          <p:cNvGrpSpPr>
            <a:grpSpLocks noChangeAspect="1"/>
          </p:cNvGrpSpPr>
          <p:nvPr/>
        </p:nvGrpSpPr>
        <p:grpSpPr bwMode="auto">
          <a:xfrm>
            <a:off x="4954874" y="5388071"/>
            <a:ext cx="693737" cy="627063"/>
            <a:chOff x="431" y="391"/>
            <a:chExt cx="573" cy="518"/>
          </a:xfrm>
        </p:grpSpPr>
        <p:sp>
          <p:nvSpPr>
            <p:cNvPr id="631" name="AutoShape 176">
              <a:extLst>
                <a:ext uri="{FF2B5EF4-FFF2-40B4-BE49-F238E27FC236}">
                  <a16:creationId xmlns:a16="http://schemas.microsoft.com/office/drawing/2014/main" id="{BC682559-C566-486C-9B47-D6ABFF7B5DF3}"/>
                </a:ext>
              </a:extLst>
            </p:cNvPr>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632" name="Rectangle 177">
              <a:extLst>
                <a:ext uri="{FF2B5EF4-FFF2-40B4-BE49-F238E27FC236}">
                  <a16:creationId xmlns:a16="http://schemas.microsoft.com/office/drawing/2014/main" id="{7F1CE323-9259-42F8-AF72-3ABA1588A7D7}"/>
                </a:ext>
              </a:extLst>
            </p:cNvPr>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633" name="Rectangle 178">
              <a:extLst>
                <a:ext uri="{FF2B5EF4-FFF2-40B4-BE49-F238E27FC236}">
                  <a16:creationId xmlns:a16="http://schemas.microsoft.com/office/drawing/2014/main" id="{3767E642-31AA-4D1B-A998-D60ECB7826EA}"/>
                </a:ext>
              </a:extLst>
            </p:cNvPr>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634" name="Freeform 179">
              <a:extLst>
                <a:ext uri="{FF2B5EF4-FFF2-40B4-BE49-F238E27FC236}">
                  <a16:creationId xmlns:a16="http://schemas.microsoft.com/office/drawing/2014/main" id="{A5205527-F51E-454D-B106-750B323B7076}"/>
                </a:ext>
              </a:extLst>
            </p:cNvPr>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35" name="Freeform 180">
              <a:extLst>
                <a:ext uri="{FF2B5EF4-FFF2-40B4-BE49-F238E27FC236}">
                  <a16:creationId xmlns:a16="http://schemas.microsoft.com/office/drawing/2014/main" id="{EDC6C14C-6F4A-4EA8-A52B-CAAC2C64DE15}"/>
                </a:ext>
              </a:extLst>
            </p:cNvPr>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636" name="Line 181">
              <a:extLst>
                <a:ext uri="{FF2B5EF4-FFF2-40B4-BE49-F238E27FC236}">
                  <a16:creationId xmlns:a16="http://schemas.microsoft.com/office/drawing/2014/main" id="{FEAF6F9B-99EE-4480-9E16-129E4D4ADF73}"/>
                </a:ext>
              </a:extLst>
            </p:cNvPr>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637" name="Freeform 182">
              <a:extLst>
                <a:ext uri="{FF2B5EF4-FFF2-40B4-BE49-F238E27FC236}">
                  <a16:creationId xmlns:a16="http://schemas.microsoft.com/office/drawing/2014/main" id="{A81881ED-5C09-4605-A338-F9D0769EE999}"/>
                </a:ext>
              </a:extLst>
            </p:cNvPr>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38" name="Freeform 183">
              <a:extLst>
                <a:ext uri="{FF2B5EF4-FFF2-40B4-BE49-F238E27FC236}">
                  <a16:creationId xmlns:a16="http://schemas.microsoft.com/office/drawing/2014/main" id="{40197BCC-B460-43C1-B601-9AE895BA77E9}"/>
                </a:ext>
              </a:extLst>
            </p:cNvPr>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639" name="Freeform 184">
              <a:extLst>
                <a:ext uri="{FF2B5EF4-FFF2-40B4-BE49-F238E27FC236}">
                  <a16:creationId xmlns:a16="http://schemas.microsoft.com/office/drawing/2014/main" id="{F5EBC046-23DC-4892-8373-A200ADE35D2A}"/>
                </a:ext>
              </a:extLst>
            </p:cNvPr>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40" name="Freeform 185">
              <a:extLst>
                <a:ext uri="{FF2B5EF4-FFF2-40B4-BE49-F238E27FC236}">
                  <a16:creationId xmlns:a16="http://schemas.microsoft.com/office/drawing/2014/main" id="{B6538CF7-1DCF-4600-A2CC-222F63DBDFFD}"/>
                </a:ext>
              </a:extLst>
            </p:cNvPr>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641" name="Freeform 186">
              <a:extLst>
                <a:ext uri="{FF2B5EF4-FFF2-40B4-BE49-F238E27FC236}">
                  <a16:creationId xmlns:a16="http://schemas.microsoft.com/office/drawing/2014/main" id="{935194E2-AB97-4C79-AAF6-75E6A858E5D4}"/>
                </a:ext>
              </a:extLst>
            </p:cNvPr>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42" name="Freeform 187">
              <a:extLst>
                <a:ext uri="{FF2B5EF4-FFF2-40B4-BE49-F238E27FC236}">
                  <a16:creationId xmlns:a16="http://schemas.microsoft.com/office/drawing/2014/main" id="{27C361CB-4A9A-4780-ACB6-A9A85871E02F}"/>
                </a:ext>
              </a:extLst>
            </p:cNvPr>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643" name="Rectangle 188">
              <a:extLst>
                <a:ext uri="{FF2B5EF4-FFF2-40B4-BE49-F238E27FC236}">
                  <a16:creationId xmlns:a16="http://schemas.microsoft.com/office/drawing/2014/main" id="{C86F7CC3-B847-4669-8950-7576E2559663}"/>
                </a:ext>
              </a:extLst>
            </p:cNvPr>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644" name="Rectangle 189">
              <a:extLst>
                <a:ext uri="{FF2B5EF4-FFF2-40B4-BE49-F238E27FC236}">
                  <a16:creationId xmlns:a16="http://schemas.microsoft.com/office/drawing/2014/main" id="{66091F75-7270-4BBA-AD0B-118F76C9D7B1}"/>
                </a:ext>
              </a:extLst>
            </p:cNvPr>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645" name="Freeform 190">
              <a:extLst>
                <a:ext uri="{FF2B5EF4-FFF2-40B4-BE49-F238E27FC236}">
                  <a16:creationId xmlns:a16="http://schemas.microsoft.com/office/drawing/2014/main" id="{7C01E0A5-AE43-4BFF-B7C4-8BFA00C532D2}"/>
                </a:ext>
              </a:extLst>
            </p:cNvPr>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46" name="Rectangle 191">
              <a:extLst>
                <a:ext uri="{FF2B5EF4-FFF2-40B4-BE49-F238E27FC236}">
                  <a16:creationId xmlns:a16="http://schemas.microsoft.com/office/drawing/2014/main" id="{543E9C63-4D92-492C-B616-FF9C8B26BFCA}"/>
                </a:ext>
              </a:extLst>
            </p:cNvPr>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647" name="Rectangle 192">
              <a:extLst>
                <a:ext uri="{FF2B5EF4-FFF2-40B4-BE49-F238E27FC236}">
                  <a16:creationId xmlns:a16="http://schemas.microsoft.com/office/drawing/2014/main" id="{EE22EAE4-6DF4-4837-9FC0-0FA4559BC604}"/>
                </a:ext>
              </a:extLst>
            </p:cNvPr>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648" name="Group 193">
            <a:extLst>
              <a:ext uri="{FF2B5EF4-FFF2-40B4-BE49-F238E27FC236}">
                <a16:creationId xmlns:a16="http://schemas.microsoft.com/office/drawing/2014/main" id="{AF71A5B2-1BFC-4AAE-981E-61AE634B13B8}"/>
              </a:ext>
            </a:extLst>
          </p:cNvPr>
          <p:cNvGrpSpPr>
            <a:grpSpLocks noChangeAspect="1"/>
          </p:cNvGrpSpPr>
          <p:nvPr/>
        </p:nvGrpSpPr>
        <p:grpSpPr bwMode="auto">
          <a:xfrm>
            <a:off x="2219611" y="3876771"/>
            <a:ext cx="1441450" cy="733425"/>
            <a:chOff x="2517" y="1616"/>
            <a:chExt cx="908" cy="462"/>
          </a:xfrm>
        </p:grpSpPr>
        <p:sp>
          <p:nvSpPr>
            <p:cNvPr id="649" name="AutoShape 194">
              <a:extLst>
                <a:ext uri="{FF2B5EF4-FFF2-40B4-BE49-F238E27FC236}">
                  <a16:creationId xmlns:a16="http://schemas.microsoft.com/office/drawing/2014/main" id="{DD3E3B2B-BF8F-4D22-9A07-556C4DA0167C}"/>
                </a:ext>
              </a:extLst>
            </p:cNvPr>
            <p:cNvSpPr>
              <a:spLocks noChangeAspect="1" noChangeArrowheads="1" noTextEdit="1"/>
            </p:cNvSpPr>
            <p:nvPr/>
          </p:nvSpPr>
          <p:spPr bwMode="auto">
            <a:xfrm>
              <a:off x="2517" y="1619"/>
              <a:ext cx="908" cy="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650" name="Oval 195">
              <a:extLst>
                <a:ext uri="{FF2B5EF4-FFF2-40B4-BE49-F238E27FC236}">
                  <a16:creationId xmlns:a16="http://schemas.microsoft.com/office/drawing/2014/main" id="{FF5A7B2C-BE53-434D-9C3C-DD9DBA77927E}"/>
                </a:ext>
              </a:extLst>
            </p:cNvPr>
            <p:cNvSpPr>
              <a:spLocks noChangeAspect="1" noChangeArrowheads="1"/>
            </p:cNvSpPr>
            <p:nvPr/>
          </p:nvSpPr>
          <p:spPr bwMode="auto">
            <a:xfrm>
              <a:off x="2519" y="1811"/>
              <a:ext cx="904" cy="265"/>
            </a:xfrm>
            <a:prstGeom prst="ellipse">
              <a:avLst/>
            </a:prstGeom>
            <a:gradFill rotWithShape="1">
              <a:gsLst>
                <a:gs pos="0">
                  <a:srgbClr val="66FFCC"/>
                </a:gs>
                <a:gs pos="100000">
                  <a:srgbClr val="66FFCC">
                    <a:gamma/>
                    <a:shade val="46275"/>
                    <a:invGamma/>
                  </a:srgbClr>
                </a:gs>
              </a:gsLst>
              <a:lin ang="0" scaled="1"/>
            </a:gradFill>
            <a:ln w="12700">
              <a:solidFill>
                <a:srgbClr val="009999"/>
              </a:solidFill>
              <a:round/>
              <a:headEnd/>
              <a:tailEnd/>
            </a:ln>
          </p:spPr>
          <p:txBody>
            <a:bodyPr/>
            <a:lstStyle/>
            <a:p>
              <a:endParaRPr lang="fr-FR"/>
            </a:p>
          </p:txBody>
        </p:sp>
        <p:sp>
          <p:nvSpPr>
            <p:cNvPr id="651" name="Rectangle 196">
              <a:extLst>
                <a:ext uri="{FF2B5EF4-FFF2-40B4-BE49-F238E27FC236}">
                  <a16:creationId xmlns:a16="http://schemas.microsoft.com/office/drawing/2014/main" id="{02457E95-1528-413A-A84B-18C81F3FEF89}"/>
                </a:ext>
              </a:extLst>
            </p:cNvPr>
            <p:cNvSpPr>
              <a:spLocks noChangeAspect="1" noChangeArrowheads="1"/>
            </p:cNvSpPr>
            <p:nvPr/>
          </p:nvSpPr>
          <p:spPr bwMode="auto">
            <a:xfrm>
              <a:off x="2517" y="1756"/>
              <a:ext cx="903" cy="18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652" name="Rectangle 197">
              <a:extLst>
                <a:ext uri="{FF2B5EF4-FFF2-40B4-BE49-F238E27FC236}">
                  <a16:creationId xmlns:a16="http://schemas.microsoft.com/office/drawing/2014/main" id="{497F14FB-FFA9-453B-BDD2-9ED242197466}"/>
                </a:ext>
              </a:extLst>
            </p:cNvPr>
            <p:cNvSpPr>
              <a:spLocks noChangeAspect="1" noChangeArrowheads="1"/>
            </p:cNvSpPr>
            <p:nvPr/>
          </p:nvSpPr>
          <p:spPr bwMode="auto">
            <a:xfrm>
              <a:off x="2518" y="1756"/>
              <a:ext cx="903" cy="189"/>
            </a:xfrm>
            <a:prstGeom prst="rect">
              <a:avLst/>
            </a:prstGeom>
            <a:gradFill rotWithShape="1">
              <a:gsLst>
                <a:gs pos="0">
                  <a:srgbClr val="66FFCC"/>
                </a:gs>
                <a:gs pos="100000">
                  <a:srgbClr val="66FFCC">
                    <a:gamma/>
                    <a:shade val="46275"/>
                    <a:invGamma/>
                  </a:srgbClr>
                </a:gs>
              </a:gsLst>
              <a:lin ang="0" scaled="1"/>
            </a:gradFill>
            <a:ln>
              <a:noFill/>
            </a:ln>
            <a:extLst>
              <a:ext uri="{91240B29-F687-4F45-9708-019B960494DF}">
                <a14:hiddenLine xmlns:a14="http://schemas.microsoft.com/office/drawing/2010/main" w="9525">
                  <a:solidFill>
                    <a:srgbClr val="33CCCC"/>
                  </a:solidFill>
                  <a:miter lim="800000"/>
                  <a:headEnd/>
                  <a:tailEnd/>
                </a14:hiddenLine>
              </a:ext>
            </a:extLst>
          </p:spPr>
          <p:txBody>
            <a:bodyPr/>
            <a:lstStyle/>
            <a:p>
              <a:endParaRPr lang="fr-FR"/>
            </a:p>
          </p:txBody>
        </p:sp>
        <p:sp>
          <p:nvSpPr>
            <p:cNvPr id="653" name="Oval 198">
              <a:extLst>
                <a:ext uri="{FF2B5EF4-FFF2-40B4-BE49-F238E27FC236}">
                  <a16:creationId xmlns:a16="http://schemas.microsoft.com/office/drawing/2014/main" id="{05925697-CF5B-46E8-8B72-99DB7BE630B8}"/>
                </a:ext>
              </a:extLst>
            </p:cNvPr>
            <p:cNvSpPr>
              <a:spLocks noChangeAspect="1" noChangeArrowheads="1"/>
            </p:cNvSpPr>
            <p:nvPr/>
          </p:nvSpPr>
          <p:spPr bwMode="auto">
            <a:xfrm>
              <a:off x="2519" y="1616"/>
              <a:ext cx="904" cy="265"/>
            </a:xfrm>
            <a:prstGeom prst="ellipse">
              <a:avLst/>
            </a:prstGeom>
            <a:solidFill>
              <a:srgbClr val="66FFCC"/>
            </a:solidFill>
            <a:ln w="12700">
              <a:solidFill>
                <a:srgbClr val="009999"/>
              </a:solidFill>
              <a:round/>
              <a:headEnd/>
              <a:tailEnd/>
            </a:ln>
          </p:spPr>
          <p:txBody>
            <a:bodyPr/>
            <a:lstStyle/>
            <a:p>
              <a:endParaRPr lang="fr-FR"/>
            </a:p>
          </p:txBody>
        </p:sp>
        <p:grpSp>
          <p:nvGrpSpPr>
            <p:cNvPr id="654" name="Group 199">
              <a:extLst>
                <a:ext uri="{FF2B5EF4-FFF2-40B4-BE49-F238E27FC236}">
                  <a16:creationId xmlns:a16="http://schemas.microsoft.com/office/drawing/2014/main" id="{48A46098-BE81-4257-BA0B-9420F07A1DF9}"/>
                </a:ext>
              </a:extLst>
            </p:cNvPr>
            <p:cNvGrpSpPr>
              <a:grpSpLocks noChangeAspect="1"/>
            </p:cNvGrpSpPr>
            <p:nvPr/>
          </p:nvGrpSpPr>
          <p:grpSpPr bwMode="auto">
            <a:xfrm>
              <a:off x="2655" y="1652"/>
              <a:ext cx="621" cy="199"/>
              <a:chOff x="914" y="2243"/>
              <a:chExt cx="2392" cy="766"/>
            </a:xfrm>
          </p:grpSpPr>
          <p:sp>
            <p:nvSpPr>
              <p:cNvPr id="661" name="Freeform 200">
                <a:extLst>
                  <a:ext uri="{FF2B5EF4-FFF2-40B4-BE49-F238E27FC236}">
                    <a16:creationId xmlns:a16="http://schemas.microsoft.com/office/drawing/2014/main" id="{37D23530-0C7D-4E02-B38A-2AD8A7C34C79}"/>
                  </a:ext>
                </a:extLst>
              </p:cNvPr>
              <p:cNvSpPr>
                <a:spLocks noChangeAspect="1"/>
              </p:cNvSpPr>
              <p:nvPr/>
            </p:nvSpPr>
            <p:spPr bwMode="auto">
              <a:xfrm>
                <a:off x="2163" y="2261"/>
                <a:ext cx="1143" cy="328"/>
              </a:xfrm>
              <a:custGeom>
                <a:avLst/>
                <a:gdLst>
                  <a:gd name="T0" fmla="*/ 0 w 1143"/>
                  <a:gd name="T1" fmla="*/ 255 h 328"/>
                  <a:gd name="T2" fmla="*/ 254 w 1143"/>
                  <a:gd name="T3" fmla="*/ 328 h 328"/>
                  <a:gd name="T4" fmla="*/ 868 w 1143"/>
                  <a:gd name="T5" fmla="*/ 109 h 328"/>
                  <a:gd name="T6" fmla="*/ 1143 w 1143"/>
                  <a:gd name="T7" fmla="*/ 182 h 328"/>
                  <a:gd name="T8" fmla="*/ 995 w 1143"/>
                  <a:gd name="T9" fmla="*/ 0 h 328"/>
                  <a:gd name="T10" fmla="*/ 275 w 1143"/>
                  <a:gd name="T11" fmla="*/ 0 h 328"/>
                  <a:gd name="T12" fmla="*/ 572 w 1143"/>
                  <a:gd name="T13" fmla="*/ 55 h 328"/>
                  <a:gd name="T14" fmla="*/ 0 w 1143"/>
                  <a:gd name="T15" fmla="*/ 255 h 3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28">
                    <a:moveTo>
                      <a:pt x="0" y="255"/>
                    </a:moveTo>
                    <a:lnTo>
                      <a:pt x="254" y="328"/>
                    </a:lnTo>
                    <a:lnTo>
                      <a:pt x="868" y="109"/>
                    </a:lnTo>
                    <a:lnTo>
                      <a:pt x="1143" y="182"/>
                    </a:lnTo>
                    <a:lnTo>
                      <a:pt x="995" y="0"/>
                    </a:lnTo>
                    <a:lnTo>
                      <a:pt x="275" y="0"/>
                    </a:lnTo>
                    <a:lnTo>
                      <a:pt x="572" y="55"/>
                    </a:lnTo>
                    <a:lnTo>
                      <a:pt x="0" y="255"/>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62" name="Freeform 201">
                <a:extLst>
                  <a:ext uri="{FF2B5EF4-FFF2-40B4-BE49-F238E27FC236}">
                    <a16:creationId xmlns:a16="http://schemas.microsoft.com/office/drawing/2014/main" id="{838D1841-3EE9-4853-B30A-8BAB9B64B833}"/>
                  </a:ext>
                </a:extLst>
              </p:cNvPr>
              <p:cNvSpPr>
                <a:spLocks noChangeAspect="1"/>
              </p:cNvSpPr>
              <p:nvPr/>
            </p:nvSpPr>
            <p:spPr bwMode="auto">
              <a:xfrm>
                <a:off x="2163" y="2261"/>
                <a:ext cx="1143" cy="328"/>
              </a:xfrm>
              <a:custGeom>
                <a:avLst/>
                <a:gdLst>
                  <a:gd name="T0" fmla="*/ 0 w 1143"/>
                  <a:gd name="T1" fmla="*/ 255 h 328"/>
                  <a:gd name="T2" fmla="*/ 254 w 1143"/>
                  <a:gd name="T3" fmla="*/ 328 h 328"/>
                  <a:gd name="T4" fmla="*/ 868 w 1143"/>
                  <a:gd name="T5" fmla="*/ 109 h 328"/>
                  <a:gd name="T6" fmla="*/ 1143 w 1143"/>
                  <a:gd name="T7" fmla="*/ 182 h 328"/>
                  <a:gd name="T8" fmla="*/ 995 w 1143"/>
                  <a:gd name="T9" fmla="*/ 0 h 328"/>
                  <a:gd name="T10" fmla="*/ 275 w 1143"/>
                  <a:gd name="T11" fmla="*/ 0 h 328"/>
                  <a:gd name="T12" fmla="*/ 572 w 1143"/>
                  <a:gd name="T13" fmla="*/ 55 h 328"/>
                  <a:gd name="T14" fmla="*/ 0 w 1143"/>
                  <a:gd name="T15" fmla="*/ 255 h 3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28">
                    <a:moveTo>
                      <a:pt x="0" y="255"/>
                    </a:moveTo>
                    <a:lnTo>
                      <a:pt x="254" y="328"/>
                    </a:lnTo>
                    <a:lnTo>
                      <a:pt x="868" y="109"/>
                    </a:lnTo>
                    <a:lnTo>
                      <a:pt x="1143" y="182"/>
                    </a:lnTo>
                    <a:lnTo>
                      <a:pt x="995" y="0"/>
                    </a:lnTo>
                    <a:lnTo>
                      <a:pt x="275" y="0"/>
                    </a:lnTo>
                    <a:lnTo>
                      <a:pt x="572" y="55"/>
                    </a:lnTo>
                    <a:lnTo>
                      <a:pt x="0" y="255"/>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63" name="Freeform 202">
                <a:extLst>
                  <a:ext uri="{FF2B5EF4-FFF2-40B4-BE49-F238E27FC236}">
                    <a16:creationId xmlns:a16="http://schemas.microsoft.com/office/drawing/2014/main" id="{519C6F00-DEF5-4A3E-B8A5-FBBE44F6AE89}"/>
                  </a:ext>
                </a:extLst>
              </p:cNvPr>
              <p:cNvSpPr>
                <a:spLocks noChangeAspect="1"/>
              </p:cNvSpPr>
              <p:nvPr/>
            </p:nvSpPr>
            <p:spPr bwMode="auto">
              <a:xfrm>
                <a:off x="914" y="2644"/>
                <a:ext cx="1143" cy="346"/>
              </a:xfrm>
              <a:custGeom>
                <a:avLst/>
                <a:gdLst>
                  <a:gd name="T0" fmla="*/ 1143 w 1143"/>
                  <a:gd name="T1" fmla="*/ 73 h 346"/>
                  <a:gd name="T2" fmla="*/ 889 w 1143"/>
                  <a:gd name="T3" fmla="*/ 0 h 346"/>
                  <a:gd name="T4" fmla="*/ 297 w 1143"/>
                  <a:gd name="T5" fmla="*/ 219 h 346"/>
                  <a:gd name="T6" fmla="*/ 0 w 1143"/>
                  <a:gd name="T7" fmla="*/ 146 h 346"/>
                  <a:gd name="T8" fmla="*/ 148 w 1143"/>
                  <a:gd name="T9" fmla="*/ 346 h 346"/>
                  <a:gd name="T10" fmla="*/ 889 w 1143"/>
                  <a:gd name="T11" fmla="*/ 346 h 346"/>
                  <a:gd name="T12" fmla="*/ 572 w 1143"/>
                  <a:gd name="T13" fmla="*/ 273 h 346"/>
                  <a:gd name="T14" fmla="*/ 1143 w 1143"/>
                  <a:gd name="T15" fmla="*/ 73 h 34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46">
                    <a:moveTo>
                      <a:pt x="1143" y="73"/>
                    </a:moveTo>
                    <a:lnTo>
                      <a:pt x="889" y="0"/>
                    </a:lnTo>
                    <a:lnTo>
                      <a:pt x="297" y="219"/>
                    </a:lnTo>
                    <a:lnTo>
                      <a:pt x="0" y="146"/>
                    </a:lnTo>
                    <a:lnTo>
                      <a:pt x="148" y="346"/>
                    </a:lnTo>
                    <a:lnTo>
                      <a:pt x="889" y="346"/>
                    </a:lnTo>
                    <a:lnTo>
                      <a:pt x="572" y="273"/>
                    </a:lnTo>
                    <a:lnTo>
                      <a:pt x="1143" y="73"/>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64" name="Freeform 203">
                <a:extLst>
                  <a:ext uri="{FF2B5EF4-FFF2-40B4-BE49-F238E27FC236}">
                    <a16:creationId xmlns:a16="http://schemas.microsoft.com/office/drawing/2014/main" id="{1DE81B64-6D1E-4B55-807B-6A7D3247CD73}"/>
                  </a:ext>
                </a:extLst>
              </p:cNvPr>
              <p:cNvSpPr>
                <a:spLocks noChangeAspect="1"/>
              </p:cNvSpPr>
              <p:nvPr/>
            </p:nvSpPr>
            <p:spPr bwMode="auto">
              <a:xfrm>
                <a:off x="914" y="2644"/>
                <a:ext cx="1143" cy="346"/>
              </a:xfrm>
              <a:custGeom>
                <a:avLst/>
                <a:gdLst>
                  <a:gd name="T0" fmla="*/ 1143 w 1143"/>
                  <a:gd name="T1" fmla="*/ 73 h 346"/>
                  <a:gd name="T2" fmla="*/ 889 w 1143"/>
                  <a:gd name="T3" fmla="*/ 0 h 346"/>
                  <a:gd name="T4" fmla="*/ 297 w 1143"/>
                  <a:gd name="T5" fmla="*/ 219 h 346"/>
                  <a:gd name="T6" fmla="*/ 0 w 1143"/>
                  <a:gd name="T7" fmla="*/ 146 h 346"/>
                  <a:gd name="T8" fmla="*/ 148 w 1143"/>
                  <a:gd name="T9" fmla="*/ 346 h 346"/>
                  <a:gd name="T10" fmla="*/ 889 w 1143"/>
                  <a:gd name="T11" fmla="*/ 346 h 346"/>
                  <a:gd name="T12" fmla="*/ 572 w 1143"/>
                  <a:gd name="T13" fmla="*/ 273 h 346"/>
                  <a:gd name="T14" fmla="*/ 1143 w 1143"/>
                  <a:gd name="T15" fmla="*/ 73 h 34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46">
                    <a:moveTo>
                      <a:pt x="1143" y="73"/>
                    </a:moveTo>
                    <a:lnTo>
                      <a:pt x="889" y="0"/>
                    </a:lnTo>
                    <a:lnTo>
                      <a:pt x="297" y="219"/>
                    </a:lnTo>
                    <a:lnTo>
                      <a:pt x="0" y="146"/>
                    </a:lnTo>
                    <a:lnTo>
                      <a:pt x="148" y="346"/>
                    </a:lnTo>
                    <a:lnTo>
                      <a:pt x="889" y="346"/>
                    </a:lnTo>
                    <a:lnTo>
                      <a:pt x="572" y="273"/>
                    </a:lnTo>
                    <a:lnTo>
                      <a:pt x="1143" y="73"/>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65" name="Freeform 204">
                <a:extLst>
                  <a:ext uri="{FF2B5EF4-FFF2-40B4-BE49-F238E27FC236}">
                    <a16:creationId xmlns:a16="http://schemas.microsoft.com/office/drawing/2014/main" id="{6C79C62B-3C7E-44EB-ADFC-2190C1545211}"/>
                  </a:ext>
                </a:extLst>
              </p:cNvPr>
              <p:cNvSpPr>
                <a:spLocks noChangeAspect="1"/>
              </p:cNvSpPr>
              <p:nvPr/>
            </p:nvSpPr>
            <p:spPr bwMode="auto">
              <a:xfrm>
                <a:off x="978" y="2243"/>
                <a:ext cx="1143" cy="328"/>
              </a:xfrm>
              <a:custGeom>
                <a:avLst/>
                <a:gdLst>
                  <a:gd name="T0" fmla="*/ 0 w 1143"/>
                  <a:gd name="T1" fmla="*/ 73 h 328"/>
                  <a:gd name="T2" fmla="*/ 254 w 1143"/>
                  <a:gd name="T3" fmla="*/ 0 h 328"/>
                  <a:gd name="T4" fmla="*/ 868 w 1143"/>
                  <a:gd name="T5" fmla="*/ 200 h 328"/>
                  <a:gd name="T6" fmla="*/ 1143 w 1143"/>
                  <a:gd name="T7" fmla="*/ 146 h 328"/>
                  <a:gd name="T8" fmla="*/ 995 w 1143"/>
                  <a:gd name="T9" fmla="*/ 328 h 328"/>
                  <a:gd name="T10" fmla="*/ 275 w 1143"/>
                  <a:gd name="T11" fmla="*/ 328 h 328"/>
                  <a:gd name="T12" fmla="*/ 571 w 1143"/>
                  <a:gd name="T13" fmla="*/ 273 h 328"/>
                  <a:gd name="T14" fmla="*/ 0 w 1143"/>
                  <a:gd name="T15" fmla="*/ 73 h 3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28">
                    <a:moveTo>
                      <a:pt x="0" y="73"/>
                    </a:moveTo>
                    <a:lnTo>
                      <a:pt x="254" y="0"/>
                    </a:lnTo>
                    <a:lnTo>
                      <a:pt x="868" y="200"/>
                    </a:lnTo>
                    <a:lnTo>
                      <a:pt x="1143" y="146"/>
                    </a:lnTo>
                    <a:lnTo>
                      <a:pt x="995" y="328"/>
                    </a:lnTo>
                    <a:lnTo>
                      <a:pt x="275" y="328"/>
                    </a:lnTo>
                    <a:lnTo>
                      <a:pt x="571" y="273"/>
                    </a:lnTo>
                    <a:lnTo>
                      <a:pt x="0" y="73"/>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66" name="Freeform 205">
                <a:extLst>
                  <a:ext uri="{FF2B5EF4-FFF2-40B4-BE49-F238E27FC236}">
                    <a16:creationId xmlns:a16="http://schemas.microsoft.com/office/drawing/2014/main" id="{43FDEC20-2288-4713-81E5-4F908778EC30}"/>
                  </a:ext>
                </a:extLst>
              </p:cNvPr>
              <p:cNvSpPr>
                <a:spLocks noChangeAspect="1"/>
              </p:cNvSpPr>
              <p:nvPr/>
            </p:nvSpPr>
            <p:spPr bwMode="auto">
              <a:xfrm>
                <a:off x="978" y="2243"/>
                <a:ext cx="1143" cy="328"/>
              </a:xfrm>
              <a:custGeom>
                <a:avLst/>
                <a:gdLst>
                  <a:gd name="T0" fmla="*/ 0 w 1143"/>
                  <a:gd name="T1" fmla="*/ 73 h 328"/>
                  <a:gd name="T2" fmla="*/ 254 w 1143"/>
                  <a:gd name="T3" fmla="*/ 0 h 328"/>
                  <a:gd name="T4" fmla="*/ 868 w 1143"/>
                  <a:gd name="T5" fmla="*/ 200 h 328"/>
                  <a:gd name="T6" fmla="*/ 1143 w 1143"/>
                  <a:gd name="T7" fmla="*/ 146 h 328"/>
                  <a:gd name="T8" fmla="*/ 995 w 1143"/>
                  <a:gd name="T9" fmla="*/ 328 h 328"/>
                  <a:gd name="T10" fmla="*/ 275 w 1143"/>
                  <a:gd name="T11" fmla="*/ 328 h 328"/>
                  <a:gd name="T12" fmla="*/ 571 w 1143"/>
                  <a:gd name="T13" fmla="*/ 273 h 328"/>
                  <a:gd name="T14" fmla="*/ 0 w 1143"/>
                  <a:gd name="T15" fmla="*/ 73 h 3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28">
                    <a:moveTo>
                      <a:pt x="0" y="73"/>
                    </a:moveTo>
                    <a:lnTo>
                      <a:pt x="254" y="0"/>
                    </a:lnTo>
                    <a:lnTo>
                      <a:pt x="868" y="200"/>
                    </a:lnTo>
                    <a:lnTo>
                      <a:pt x="1143" y="146"/>
                    </a:lnTo>
                    <a:lnTo>
                      <a:pt x="995" y="328"/>
                    </a:lnTo>
                    <a:lnTo>
                      <a:pt x="275" y="328"/>
                    </a:lnTo>
                    <a:lnTo>
                      <a:pt x="571" y="273"/>
                    </a:lnTo>
                    <a:lnTo>
                      <a:pt x="0" y="73"/>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67" name="Freeform 206">
                <a:extLst>
                  <a:ext uri="{FF2B5EF4-FFF2-40B4-BE49-F238E27FC236}">
                    <a16:creationId xmlns:a16="http://schemas.microsoft.com/office/drawing/2014/main" id="{785190C5-5688-4984-99A0-F880A714CA6B}"/>
                  </a:ext>
                </a:extLst>
              </p:cNvPr>
              <p:cNvSpPr>
                <a:spLocks noChangeAspect="1"/>
              </p:cNvSpPr>
              <p:nvPr/>
            </p:nvSpPr>
            <p:spPr bwMode="auto">
              <a:xfrm>
                <a:off x="2121" y="2680"/>
                <a:ext cx="1143" cy="329"/>
              </a:xfrm>
              <a:custGeom>
                <a:avLst/>
                <a:gdLst>
                  <a:gd name="T0" fmla="*/ 1143 w 1143"/>
                  <a:gd name="T1" fmla="*/ 256 h 329"/>
                  <a:gd name="T2" fmla="*/ 889 w 1143"/>
                  <a:gd name="T3" fmla="*/ 329 h 329"/>
                  <a:gd name="T4" fmla="*/ 296 w 1143"/>
                  <a:gd name="T5" fmla="*/ 110 h 329"/>
                  <a:gd name="T6" fmla="*/ 0 w 1143"/>
                  <a:gd name="T7" fmla="*/ 183 h 329"/>
                  <a:gd name="T8" fmla="*/ 148 w 1143"/>
                  <a:gd name="T9" fmla="*/ 0 h 329"/>
                  <a:gd name="T10" fmla="*/ 889 w 1143"/>
                  <a:gd name="T11" fmla="*/ 0 h 329"/>
                  <a:gd name="T12" fmla="*/ 571 w 1143"/>
                  <a:gd name="T13" fmla="*/ 55 h 329"/>
                  <a:gd name="T14" fmla="*/ 1143 w 1143"/>
                  <a:gd name="T15" fmla="*/ 256 h 32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29">
                    <a:moveTo>
                      <a:pt x="1143" y="256"/>
                    </a:moveTo>
                    <a:lnTo>
                      <a:pt x="889" y="329"/>
                    </a:lnTo>
                    <a:lnTo>
                      <a:pt x="296" y="110"/>
                    </a:lnTo>
                    <a:lnTo>
                      <a:pt x="0" y="183"/>
                    </a:lnTo>
                    <a:lnTo>
                      <a:pt x="148" y="0"/>
                    </a:lnTo>
                    <a:lnTo>
                      <a:pt x="889" y="0"/>
                    </a:lnTo>
                    <a:lnTo>
                      <a:pt x="571" y="55"/>
                    </a:lnTo>
                    <a:lnTo>
                      <a:pt x="1143" y="25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68" name="Freeform 207">
                <a:extLst>
                  <a:ext uri="{FF2B5EF4-FFF2-40B4-BE49-F238E27FC236}">
                    <a16:creationId xmlns:a16="http://schemas.microsoft.com/office/drawing/2014/main" id="{A4FF4A17-1290-4840-896E-B1C9BD5C8B02}"/>
                  </a:ext>
                </a:extLst>
              </p:cNvPr>
              <p:cNvSpPr>
                <a:spLocks noChangeAspect="1"/>
              </p:cNvSpPr>
              <p:nvPr/>
            </p:nvSpPr>
            <p:spPr bwMode="auto">
              <a:xfrm>
                <a:off x="2121" y="2680"/>
                <a:ext cx="1143" cy="329"/>
              </a:xfrm>
              <a:custGeom>
                <a:avLst/>
                <a:gdLst>
                  <a:gd name="T0" fmla="*/ 1143 w 1143"/>
                  <a:gd name="T1" fmla="*/ 256 h 329"/>
                  <a:gd name="T2" fmla="*/ 889 w 1143"/>
                  <a:gd name="T3" fmla="*/ 329 h 329"/>
                  <a:gd name="T4" fmla="*/ 296 w 1143"/>
                  <a:gd name="T5" fmla="*/ 110 h 329"/>
                  <a:gd name="T6" fmla="*/ 0 w 1143"/>
                  <a:gd name="T7" fmla="*/ 183 h 329"/>
                  <a:gd name="T8" fmla="*/ 148 w 1143"/>
                  <a:gd name="T9" fmla="*/ 0 h 329"/>
                  <a:gd name="T10" fmla="*/ 889 w 1143"/>
                  <a:gd name="T11" fmla="*/ 0 h 329"/>
                  <a:gd name="T12" fmla="*/ 571 w 1143"/>
                  <a:gd name="T13" fmla="*/ 55 h 329"/>
                  <a:gd name="T14" fmla="*/ 1143 w 1143"/>
                  <a:gd name="T15" fmla="*/ 256 h 32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29">
                    <a:moveTo>
                      <a:pt x="1143" y="256"/>
                    </a:moveTo>
                    <a:lnTo>
                      <a:pt x="889" y="329"/>
                    </a:lnTo>
                    <a:lnTo>
                      <a:pt x="296" y="110"/>
                    </a:lnTo>
                    <a:lnTo>
                      <a:pt x="0" y="183"/>
                    </a:lnTo>
                    <a:lnTo>
                      <a:pt x="148" y="0"/>
                    </a:lnTo>
                    <a:lnTo>
                      <a:pt x="889" y="0"/>
                    </a:lnTo>
                    <a:lnTo>
                      <a:pt x="571" y="55"/>
                    </a:lnTo>
                    <a:lnTo>
                      <a:pt x="1143" y="25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grpSp>
        <p:sp>
          <p:nvSpPr>
            <p:cNvPr id="655" name="Freeform 208">
              <a:extLst>
                <a:ext uri="{FF2B5EF4-FFF2-40B4-BE49-F238E27FC236}">
                  <a16:creationId xmlns:a16="http://schemas.microsoft.com/office/drawing/2014/main" id="{B5798BF5-F26F-440D-ABCD-518F721D8172}"/>
                </a:ext>
              </a:extLst>
            </p:cNvPr>
            <p:cNvSpPr>
              <a:spLocks noChangeAspect="1"/>
            </p:cNvSpPr>
            <p:nvPr/>
          </p:nvSpPr>
          <p:spPr bwMode="auto">
            <a:xfrm>
              <a:off x="2972" y="1646"/>
              <a:ext cx="297" cy="85"/>
            </a:xfrm>
            <a:custGeom>
              <a:avLst/>
              <a:gdLst>
                <a:gd name="T0" fmla="*/ 0 w 1144"/>
                <a:gd name="T1" fmla="*/ 255 h 328"/>
                <a:gd name="T2" fmla="*/ 254 w 1144"/>
                <a:gd name="T3" fmla="*/ 328 h 328"/>
                <a:gd name="T4" fmla="*/ 868 w 1144"/>
                <a:gd name="T5" fmla="*/ 110 h 328"/>
                <a:gd name="T6" fmla="*/ 1144 w 1144"/>
                <a:gd name="T7" fmla="*/ 183 h 328"/>
                <a:gd name="T8" fmla="*/ 995 w 1144"/>
                <a:gd name="T9" fmla="*/ 0 h 328"/>
                <a:gd name="T10" fmla="*/ 276 w 1144"/>
                <a:gd name="T11" fmla="*/ 0 h 328"/>
                <a:gd name="T12" fmla="*/ 572 w 1144"/>
                <a:gd name="T13" fmla="*/ 55 h 328"/>
                <a:gd name="T14" fmla="*/ 0 w 1144"/>
                <a:gd name="T15" fmla="*/ 255 h 3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4" h="328">
                  <a:moveTo>
                    <a:pt x="0" y="255"/>
                  </a:moveTo>
                  <a:lnTo>
                    <a:pt x="254" y="328"/>
                  </a:lnTo>
                  <a:lnTo>
                    <a:pt x="868" y="110"/>
                  </a:lnTo>
                  <a:lnTo>
                    <a:pt x="1144" y="183"/>
                  </a:lnTo>
                  <a:lnTo>
                    <a:pt x="995" y="0"/>
                  </a:lnTo>
                  <a:lnTo>
                    <a:pt x="276" y="0"/>
                  </a:lnTo>
                  <a:lnTo>
                    <a:pt x="572" y="55"/>
                  </a:lnTo>
                  <a:lnTo>
                    <a:pt x="0" y="25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56" name="Freeform 209">
              <a:extLst>
                <a:ext uri="{FF2B5EF4-FFF2-40B4-BE49-F238E27FC236}">
                  <a16:creationId xmlns:a16="http://schemas.microsoft.com/office/drawing/2014/main" id="{702F613A-48FB-4F73-BCF3-D21F0108980A}"/>
                </a:ext>
              </a:extLst>
            </p:cNvPr>
            <p:cNvSpPr>
              <a:spLocks noChangeAspect="1"/>
            </p:cNvSpPr>
            <p:nvPr/>
          </p:nvSpPr>
          <p:spPr bwMode="auto">
            <a:xfrm>
              <a:off x="2647" y="1745"/>
              <a:ext cx="297" cy="90"/>
            </a:xfrm>
            <a:custGeom>
              <a:avLst/>
              <a:gdLst>
                <a:gd name="T0" fmla="*/ 1144 w 1144"/>
                <a:gd name="T1" fmla="*/ 73 h 347"/>
                <a:gd name="T2" fmla="*/ 890 w 1144"/>
                <a:gd name="T3" fmla="*/ 0 h 347"/>
                <a:gd name="T4" fmla="*/ 297 w 1144"/>
                <a:gd name="T5" fmla="*/ 219 h 347"/>
                <a:gd name="T6" fmla="*/ 0 w 1144"/>
                <a:gd name="T7" fmla="*/ 146 h 347"/>
                <a:gd name="T8" fmla="*/ 149 w 1144"/>
                <a:gd name="T9" fmla="*/ 347 h 347"/>
                <a:gd name="T10" fmla="*/ 890 w 1144"/>
                <a:gd name="T11" fmla="*/ 347 h 347"/>
                <a:gd name="T12" fmla="*/ 572 w 1144"/>
                <a:gd name="T13" fmla="*/ 274 h 347"/>
                <a:gd name="T14" fmla="*/ 1144 w 1144"/>
                <a:gd name="T15" fmla="*/ 73 h 34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4" h="347">
                  <a:moveTo>
                    <a:pt x="1144" y="73"/>
                  </a:moveTo>
                  <a:lnTo>
                    <a:pt x="890" y="0"/>
                  </a:lnTo>
                  <a:lnTo>
                    <a:pt x="297" y="219"/>
                  </a:lnTo>
                  <a:lnTo>
                    <a:pt x="0" y="146"/>
                  </a:lnTo>
                  <a:lnTo>
                    <a:pt x="149" y="347"/>
                  </a:lnTo>
                  <a:lnTo>
                    <a:pt x="890" y="347"/>
                  </a:lnTo>
                  <a:lnTo>
                    <a:pt x="572" y="274"/>
                  </a:lnTo>
                  <a:lnTo>
                    <a:pt x="1144" y="7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57" name="Freeform 210">
              <a:extLst>
                <a:ext uri="{FF2B5EF4-FFF2-40B4-BE49-F238E27FC236}">
                  <a16:creationId xmlns:a16="http://schemas.microsoft.com/office/drawing/2014/main" id="{90B6CDFC-3329-462D-9EE2-35E17B2640D6}"/>
                </a:ext>
              </a:extLst>
            </p:cNvPr>
            <p:cNvSpPr>
              <a:spLocks noChangeAspect="1"/>
            </p:cNvSpPr>
            <p:nvPr/>
          </p:nvSpPr>
          <p:spPr bwMode="auto">
            <a:xfrm>
              <a:off x="2664" y="1641"/>
              <a:ext cx="297" cy="85"/>
            </a:xfrm>
            <a:custGeom>
              <a:avLst/>
              <a:gdLst>
                <a:gd name="T0" fmla="*/ 0 w 1143"/>
                <a:gd name="T1" fmla="*/ 73 h 328"/>
                <a:gd name="T2" fmla="*/ 254 w 1143"/>
                <a:gd name="T3" fmla="*/ 0 h 328"/>
                <a:gd name="T4" fmla="*/ 868 w 1143"/>
                <a:gd name="T5" fmla="*/ 201 h 328"/>
                <a:gd name="T6" fmla="*/ 1143 w 1143"/>
                <a:gd name="T7" fmla="*/ 146 h 328"/>
                <a:gd name="T8" fmla="*/ 995 w 1143"/>
                <a:gd name="T9" fmla="*/ 328 h 328"/>
                <a:gd name="T10" fmla="*/ 275 w 1143"/>
                <a:gd name="T11" fmla="*/ 328 h 328"/>
                <a:gd name="T12" fmla="*/ 572 w 1143"/>
                <a:gd name="T13" fmla="*/ 273 h 328"/>
                <a:gd name="T14" fmla="*/ 0 w 1143"/>
                <a:gd name="T15" fmla="*/ 73 h 3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28">
                  <a:moveTo>
                    <a:pt x="0" y="73"/>
                  </a:moveTo>
                  <a:lnTo>
                    <a:pt x="254" y="0"/>
                  </a:lnTo>
                  <a:lnTo>
                    <a:pt x="868" y="201"/>
                  </a:lnTo>
                  <a:lnTo>
                    <a:pt x="1143" y="146"/>
                  </a:lnTo>
                  <a:lnTo>
                    <a:pt x="995" y="328"/>
                  </a:lnTo>
                  <a:lnTo>
                    <a:pt x="275" y="328"/>
                  </a:lnTo>
                  <a:lnTo>
                    <a:pt x="572" y="273"/>
                  </a:lnTo>
                  <a:lnTo>
                    <a:pt x="0" y="7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58" name="Freeform 211">
              <a:extLst>
                <a:ext uri="{FF2B5EF4-FFF2-40B4-BE49-F238E27FC236}">
                  <a16:creationId xmlns:a16="http://schemas.microsoft.com/office/drawing/2014/main" id="{4D2D459F-82B0-4A62-B53A-C6145B1213B6}"/>
                </a:ext>
              </a:extLst>
            </p:cNvPr>
            <p:cNvSpPr>
              <a:spLocks noChangeAspect="1"/>
            </p:cNvSpPr>
            <p:nvPr/>
          </p:nvSpPr>
          <p:spPr bwMode="auto">
            <a:xfrm>
              <a:off x="2961" y="1755"/>
              <a:ext cx="297" cy="85"/>
            </a:xfrm>
            <a:custGeom>
              <a:avLst/>
              <a:gdLst>
                <a:gd name="T0" fmla="*/ 1143 w 1143"/>
                <a:gd name="T1" fmla="*/ 255 h 328"/>
                <a:gd name="T2" fmla="*/ 889 w 1143"/>
                <a:gd name="T3" fmla="*/ 328 h 328"/>
                <a:gd name="T4" fmla="*/ 296 w 1143"/>
                <a:gd name="T5" fmla="*/ 109 h 328"/>
                <a:gd name="T6" fmla="*/ 0 w 1143"/>
                <a:gd name="T7" fmla="*/ 182 h 328"/>
                <a:gd name="T8" fmla="*/ 148 w 1143"/>
                <a:gd name="T9" fmla="*/ 0 h 328"/>
                <a:gd name="T10" fmla="*/ 889 w 1143"/>
                <a:gd name="T11" fmla="*/ 0 h 328"/>
                <a:gd name="T12" fmla="*/ 572 w 1143"/>
                <a:gd name="T13" fmla="*/ 54 h 328"/>
                <a:gd name="T14" fmla="*/ 1143 w 1143"/>
                <a:gd name="T15" fmla="*/ 255 h 3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28">
                  <a:moveTo>
                    <a:pt x="1143" y="255"/>
                  </a:moveTo>
                  <a:lnTo>
                    <a:pt x="889" y="328"/>
                  </a:lnTo>
                  <a:lnTo>
                    <a:pt x="296" y="109"/>
                  </a:lnTo>
                  <a:lnTo>
                    <a:pt x="0" y="182"/>
                  </a:lnTo>
                  <a:lnTo>
                    <a:pt x="148" y="0"/>
                  </a:lnTo>
                  <a:lnTo>
                    <a:pt x="889" y="0"/>
                  </a:lnTo>
                  <a:lnTo>
                    <a:pt x="572" y="54"/>
                  </a:lnTo>
                  <a:lnTo>
                    <a:pt x="1143" y="25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59" name="Line 212">
              <a:extLst>
                <a:ext uri="{FF2B5EF4-FFF2-40B4-BE49-F238E27FC236}">
                  <a16:creationId xmlns:a16="http://schemas.microsoft.com/office/drawing/2014/main" id="{89E3C9D5-C229-45D6-AD14-C768B16705C8}"/>
                </a:ext>
              </a:extLst>
            </p:cNvPr>
            <p:cNvSpPr>
              <a:spLocks noChangeAspect="1" noChangeShapeType="1"/>
            </p:cNvSpPr>
            <p:nvPr/>
          </p:nvSpPr>
          <p:spPr bwMode="auto">
            <a:xfrm>
              <a:off x="2519" y="1755"/>
              <a:ext cx="0" cy="189"/>
            </a:xfrm>
            <a:prstGeom prst="line">
              <a:avLst/>
            </a:prstGeom>
            <a:noFill/>
            <a:ln w="12700">
              <a:solidFill>
                <a:srgbClr val="00B0AC"/>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660" name="Line 213">
              <a:extLst>
                <a:ext uri="{FF2B5EF4-FFF2-40B4-BE49-F238E27FC236}">
                  <a16:creationId xmlns:a16="http://schemas.microsoft.com/office/drawing/2014/main" id="{049E55BB-3510-49EC-AB81-4C25B726A216}"/>
                </a:ext>
              </a:extLst>
            </p:cNvPr>
            <p:cNvSpPr>
              <a:spLocks noChangeAspect="1" noChangeShapeType="1"/>
            </p:cNvSpPr>
            <p:nvPr/>
          </p:nvSpPr>
          <p:spPr bwMode="auto">
            <a:xfrm>
              <a:off x="3422" y="1753"/>
              <a:ext cx="0" cy="189"/>
            </a:xfrm>
            <a:prstGeom prst="line">
              <a:avLst/>
            </a:prstGeom>
            <a:noFill/>
            <a:ln w="12700">
              <a:solidFill>
                <a:srgbClr val="009999"/>
              </a:solidFill>
              <a:round/>
              <a:headEnd/>
              <a:tailEnd/>
            </a:ln>
            <a:extLst>
              <a:ext uri="{909E8E84-426E-40DD-AFC4-6F175D3DCCD1}">
                <a14:hiddenFill xmlns:a14="http://schemas.microsoft.com/office/drawing/2010/main">
                  <a:noFill/>
                </a14:hiddenFill>
              </a:ext>
            </a:extLst>
          </p:spPr>
          <p:txBody>
            <a:bodyPr/>
            <a:lstStyle/>
            <a:p>
              <a:endParaRPr lang="fr-FR"/>
            </a:p>
          </p:txBody>
        </p:sp>
      </p:grpSp>
      <p:sp>
        <p:nvSpPr>
          <p:cNvPr id="669" name="Text Box 214">
            <a:extLst>
              <a:ext uri="{FF2B5EF4-FFF2-40B4-BE49-F238E27FC236}">
                <a16:creationId xmlns:a16="http://schemas.microsoft.com/office/drawing/2014/main" id="{C5EBE3B5-53B1-4EC6-917E-80EBDC566503}"/>
              </a:ext>
            </a:extLst>
          </p:cNvPr>
          <p:cNvSpPr txBox="1">
            <a:spLocks noChangeArrowheads="1"/>
          </p:cNvSpPr>
          <p:nvPr/>
        </p:nvSpPr>
        <p:spPr bwMode="auto">
          <a:xfrm>
            <a:off x="2679986" y="4249834"/>
            <a:ext cx="476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fr-FR" altLang="fr-FR" b="1"/>
              <a:t>R1</a:t>
            </a:r>
          </a:p>
        </p:txBody>
      </p:sp>
      <p:cxnSp>
        <p:nvCxnSpPr>
          <p:cNvPr id="670" name="AutoShape 215">
            <a:extLst>
              <a:ext uri="{FF2B5EF4-FFF2-40B4-BE49-F238E27FC236}">
                <a16:creationId xmlns:a16="http://schemas.microsoft.com/office/drawing/2014/main" id="{DF4F7764-F09F-478E-946B-90AD48609B8A}"/>
              </a:ext>
            </a:extLst>
          </p:cNvPr>
          <p:cNvCxnSpPr>
            <a:cxnSpLocks noChangeShapeType="1"/>
            <a:stCxn id="653" idx="0"/>
            <a:endCxn id="466" idx="2"/>
          </p:cNvCxnSpPr>
          <p:nvPr/>
        </p:nvCxnSpPr>
        <p:spPr bwMode="auto">
          <a:xfrm rot="5400000" flipV="1">
            <a:off x="4378611" y="2438496"/>
            <a:ext cx="22225" cy="2898775"/>
          </a:xfrm>
          <a:prstGeom prst="bentConnector4">
            <a:avLst>
              <a:gd name="adj1" fmla="val -1028569"/>
              <a:gd name="adj2" fmla="val 62375"/>
            </a:avLst>
          </a:prstGeom>
          <a:noFill/>
          <a:ln w="381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71" name="AutoShape 216">
            <a:extLst>
              <a:ext uri="{FF2B5EF4-FFF2-40B4-BE49-F238E27FC236}">
                <a16:creationId xmlns:a16="http://schemas.microsoft.com/office/drawing/2014/main" id="{7542452B-6537-4D7E-A603-215473C34E2B}"/>
              </a:ext>
            </a:extLst>
          </p:cNvPr>
          <p:cNvCxnSpPr>
            <a:cxnSpLocks noChangeShapeType="1"/>
            <a:stCxn id="669" idx="2"/>
            <a:endCxn id="472" idx="2"/>
          </p:cNvCxnSpPr>
          <p:nvPr/>
        </p:nvCxnSpPr>
        <p:spPr bwMode="auto">
          <a:xfrm rot="16200000" flipH="1">
            <a:off x="4242086" y="3292571"/>
            <a:ext cx="273050" cy="2921000"/>
          </a:xfrm>
          <a:prstGeom prst="bentConnector2">
            <a:avLst/>
          </a:prstGeom>
          <a:noFill/>
          <a:ln w="38100">
            <a:solidFill>
              <a:srgbClr val="339966"/>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72" name="AutoShape 217">
            <a:extLst>
              <a:ext uri="{FF2B5EF4-FFF2-40B4-BE49-F238E27FC236}">
                <a16:creationId xmlns:a16="http://schemas.microsoft.com/office/drawing/2014/main" id="{EB0F628A-7E33-455F-A122-7834B7C990A1}"/>
              </a:ext>
            </a:extLst>
          </p:cNvPr>
          <p:cNvCxnSpPr>
            <a:cxnSpLocks noChangeShapeType="1"/>
            <a:stCxn id="660" idx="1"/>
            <a:endCxn id="481" idx="4"/>
          </p:cNvCxnSpPr>
          <p:nvPr/>
        </p:nvCxnSpPr>
        <p:spPr bwMode="auto">
          <a:xfrm rot="16200000" flipH="1">
            <a:off x="5452555" y="2598040"/>
            <a:ext cx="36513" cy="3629025"/>
          </a:xfrm>
          <a:prstGeom prst="bentConnector2">
            <a:avLst/>
          </a:prstGeom>
          <a:noFill/>
          <a:ln w="38100">
            <a:solidFill>
              <a:srgbClr val="FF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73" name="Text Box 218">
            <a:extLst>
              <a:ext uri="{FF2B5EF4-FFF2-40B4-BE49-F238E27FC236}">
                <a16:creationId xmlns:a16="http://schemas.microsoft.com/office/drawing/2014/main" id="{05399149-7287-46B3-BA8C-29A9123571E8}"/>
              </a:ext>
            </a:extLst>
          </p:cNvPr>
          <p:cNvSpPr txBox="1">
            <a:spLocks noChangeArrowheads="1"/>
          </p:cNvSpPr>
          <p:nvPr/>
        </p:nvSpPr>
        <p:spPr bwMode="auto">
          <a:xfrm>
            <a:off x="2867311" y="3300509"/>
            <a:ext cx="18002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fr-FR" altLang="fr-FR"/>
              <a:t>10.1.0.254</a:t>
            </a:r>
          </a:p>
        </p:txBody>
      </p:sp>
      <p:sp>
        <p:nvSpPr>
          <p:cNvPr id="674" name="Text Box 219">
            <a:extLst>
              <a:ext uri="{FF2B5EF4-FFF2-40B4-BE49-F238E27FC236}">
                <a16:creationId xmlns:a16="http://schemas.microsoft.com/office/drawing/2014/main" id="{8A901E17-B1B5-4CF8-A79F-99D769C09727}"/>
              </a:ext>
            </a:extLst>
          </p:cNvPr>
          <p:cNvSpPr txBox="1">
            <a:spLocks noChangeArrowheads="1"/>
          </p:cNvSpPr>
          <p:nvPr/>
        </p:nvSpPr>
        <p:spPr bwMode="auto">
          <a:xfrm>
            <a:off x="3588036" y="4092671"/>
            <a:ext cx="18002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fr-FR" altLang="fr-FR">
                <a:solidFill>
                  <a:srgbClr val="FF0000"/>
                </a:solidFill>
              </a:rPr>
              <a:t>10.2.0.254</a:t>
            </a:r>
          </a:p>
        </p:txBody>
      </p:sp>
      <p:sp>
        <p:nvSpPr>
          <p:cNvPr id="675" name="Text Box 220">
            <a:extLst>
              <a:ext uri="{FF2B5EF4-FFF2-40B4-BE49-F238E27FC236}">
                <a16:creationId xmlns:a16="http://schemas.microsoft.com/office/drawing/2014/main" id="{6B2641DE-FA27-48FA-A09C-4AF6355F0595}"/>
              </a:ext>
            </a:extLst>
          </p:cNvPr>
          <p:cNvSpPr txBox="1">
            <a:spLocks noChangeArrowheads="1"/>
          </p:cNvSpPr>
          <p:nvPr/>
        </p:nvSpPr>
        <p:spPr bwMode="auto">
          <a:xfrm>
            <a:off x="2867311" y="4543521"/>
            <a:ext cx="18002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fr-FR" altLang="fr-FR">
                <a:solidFill>
                  <a:srgbClr val="33CC33"/>
                </a:solidFill>
              </a:rPr>
              <a:t>10.3.0.254</a:t>
            </a:r>
          </a:p>
        </p:txBody>
      </p:sp>
      <p:sp>
        <p:nvSpPr>
          <p:cNvPr id="676" name="Oval 221">
            <a:extLst>
              <a:ext uri="{FF2B5EF4-FFF2-40B4-BE49-F238E27FC236}">
                <a16:creationId xmlns:a16="http://schemas.microsoft.com/office/drawing/2014/main" id="{680AA5E6-1B70-46DC-AFAB-69245567CFD4}"/>
              </a:ext>
            </a:extLst>
          </p:cNvPr>
          <p:cNvSpPr>
            <a:spLocks noChangeArrowheads="1"/>
          </p:cNvSpPr>
          <p:nvPr/>
        </p:nvSpPr>
        <p:spPr bwMode="auto">
          <a:xfrm>
            <a:off x="4738974" y="2363884"/>
            <a:ext cx="2952750" cy="1008062"/>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fr-FR"/>
          </a:p>
        </p:txBody>
      </p:sp>
      <p:sp>
        <p:nvSpPr>
          <p:cNvPr id="677" name="Freeform 222">
            <a:extLst>
              <a:ext uri="{FF2B5EF4-FFF2-40B4-BE49-F238E27FC236}">
                <a16:creationId xmlns:a16="http://schemas.microsoft.com/office/drawing/2014/main" id="{08999778-5C0E-4E81-BEA6-A973BD7B2631}"/>
              </a:ext>
            </a:extLst>
          </p:cNvPr>
          <p:cNvSpPr>
            <a:spLocks/>
          </p:cNvSpPr>
          <p:nvPr/>
        </p:nvSpPr>
        <p:spPr bwMode="auto">
          <a:xfrm>
            <a:off x="3515011" y="2436909"/>
            <a:ext cx="1296988" cy="719137"/>
          </a:xfrm>
          <a:custGeom>
            <a:avLst/>
            <a:gdLst>
              <a:gd name="T0" fmla="*/ 817 w 817"/>
              <a:gd name="T1" fmla="*/ 181 h 453"/>
              <a:gd name="T2" fmla="*/ 318 w 817"/>
              <a:gd name="T3" fmla="*/ 45 h 453"/>
              <a:gd name="T4" fmla="*/ 0 w 817"/>
              <a:gd name="T5" fmla="*/ 453 h 453"/>
            </a:gdLst>
            <a:ahLst/>
            <a:cxnLst>
              <a:cxn ang="0">
                <a:pos x="T0" y="T1"/>
              </a:cxn>
              <a:cxn ang="0">
                <a:pos x="T2" y="T3"/>
              </a:cxn>
              <a:cxn ang="0">
                <a:pos x="T4" y="T5"/>
              </a:cxn>
            </a:cxnLst>
            <a:rect l="0" t="0" r="r" b="b"/>
            <a:pathLst>
              <a:path w="817" h="453">
                <a:moveTo>
                  <a:pt x="817" y="181"/>
                </a:moveTo>
                <a:cubicBezTo>
                  <a:pt x="635" y="90"/>
                  <a:pt x="454" y="0"/>
                  <a:pt x="318" y="45"/>
                </a:cubicBezTo>
                <a:cubicBezTo>
                  <a:pt x="182" y="90"/>
                  <a:pt x="91" y="271"/>
                  <a:pt x="0" y="453"/>
                </a:cubicBezTo>
              </a:path>
            </a:pathLst>
          </a:custGeom>
          <a:noFill/>
          <a:ln w="28575" cap="flat" cmpd="sng">
            <a:solidFill>
              <a:schemeClr val="tx1"/>
            </a:solidFill>
            <a:prstDash val="dash"/>
            <a:round/>
            <a:headEn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678" name="Oval 223">
            <a:extLst>
              <a:ext uri="{FF2B5EF4-FFF2-40B4-BE49-F238E27FC236}">
                <a16:creationId xmlns:a16="http://schemas.microsoft.com/office/drawing/2014/main" id="{FA2864AA-1D32-4278-AE02-9DE2F915917D}"/>
              </a:ext>
            </a:extLst>
          </p:cNvPr>
          <p:cNvSpPr>
            <a:spLocks noChangeArrowheads="1"/>
          </p:cNvSpPr>
          <p:nvPr/>
        </p:nvSpPr>
        <p:spPr bwMode="auto">
          <a:xfrm>
            <a:off x="7601236" y="3011584"/>
            <a:ext cx="1008063" cy="2952750"/>
          </a:xfrm>
          <a:prstGeom prst="ellipse">
            <a:avLst/>
          </a:prstGeom>
          <a:noFill/>
          <a:ln w="95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fr-FR"/>
          </a:p>
        </p:txBody>
      </p:sp>
      <p:sp>
        <p:nvSpPr>
          <p:cNvPr id="679" name="Oval 224">
            <a:extLst>
              <a:ext uri="{FF2B5EF4-FFF2-40B4-BE49-F238E27FC236}">
                <a16:creationId xmlns:a16="http://schemas.microsoft.com/office/drawing/2014/main" id="{772BA079-D769-4ADD-8FF6-0E42E752644A}"/>
              </a:ext>
            </a:extLst>
          </p:cNvPr>
          <p:cNvSpPr>
            <a:spLocks noChangeArrowheads="1"/>
          </p:cNvSpPr>
          <p:nvPr/>
        </p:nvSpPr>
        <p:spPr bwMode="auto">
          <a:xfrm>
            <a:off x="4738974" y="5388071"/>
            <a:ext cx="2952750" cy="1008063"/>
          </a:xfrm>
          <a:prstGeom prst="ellipse">
            <a:avLst/>
          </a:prstGeom>
          <a:noFill/>
          <a:ln w="9525">
            <a:solidFill>
              <a:srgbClr val="33CC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fr-FR"/>
          </a:p>
        </p:txBody>
      </p:sp>
      <p:sp>
        <p:nvSpPr>
          <p:cNvPr id="680" name="Freeform 225">
            <a:extLst>
              <a:ext uri="{FF2B5EF4-FFF2-40B4-BE49-F238E27FC236}">
                <a16:creationId xmlns:a16="http://schemas.microsoft.com/office/drawing/2014/main" id="{D0F68190-DCCF-489A-A53B-4E932C8D60DA}"/>
              </a:ext>
            </a:extLst>
          </p:cNvPr>
          <p:cNvSpPr>
            <a:spLocks/>
          </p:cNvSpPr>
          <p:nvPr/>
        </p:nvSpPr>
        <p:spPr bwMode="auto">
          <a:xfrm flipV="1">
            <a:off x="3443574" y="5027709"/>
            <a:ext cx="1295400" cy="1296987"/>
          </a:xfrm>
          <a:custGeom>
            <a:avLst/>
            <a:gdLst>
              <a:gd name="T0" fmla="*/ 817 w 817"/>
              <a:gd name="T1" fmla="*/ 181 h 453"/>
              <a:gd name="T2" fmla="*/ 318 w 817"/>
              <a:gd name="T3" fmla="*/ 45 h 453"/>
              <a:gd name="T4" fmla="*/ 0 w 817"/>
              <a:gd name="T5" fmla="*/ 453 h 453"/>
            </a:gdLst>
            <a:ahLst/>
            <a:cxnLst>
              <a:cxn ang="0">
                <a:pos x="T0" y="T1"/>
              </a:cxn>
              <a:cxn ang="0">
                <a:pos x="T2" y="T3"/>
              </a:cxn>
              <a:cxn ang="0">
                <a:pos x="T4" y="T5"/>
              </a:cxn>
            </a:cxnLst>
            <a:rect l="0" t="0" r="r" b="b"/>
            <a:pathLst>
              <a:path w="817" h="453">
                <a:moveTo>
                  <a:pt x="817" y="181"/>
                </a:moveTo>
                <a:cubicBezTo>
                  <a:pt x="635" y="90"/>
                  <a:pt x="454" y="0"/>
                  <a:pt x="318" y="45"/>
                </a:cubicBezTo>
                <a:cubicBezTo>
                  <a:pt x="182" y="90"/>
                  <a:pt x="91" y="271"/>
                  <a:pt x="0" y="453"/>
                </a:cubicBezTo>
              </a:path>
            </a:pathLst>
          </a:custGeom>
          <a:noFill/>
          <a:ln w="28575" cap="flat" cmpd="sng">
            <a:solidFill>
              <a:srgbClr val="33CC33"/>
            </a:solidFill>
            <a:prstDash val="dash"/>
            <a:round/>
            <a:headEn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681" name="Freeform 226">
            <a:extLst>
              <a:ext uri="{FF2B5EF4-FFF2-40B4-BE49-F238E27FC236}">
                <a16:creationId xmlns:a16="http://schemas.microsoft.com/office/drawing/2014/main" id="{C5F4860A-C529-4D41-B5A5-8A30E3385916}"/>
              </a:ext>
            </a:extLst>
          </p:cNvPr>
          <p:cNvSpPr>
            <a:spLocks/>
          </p:cNvSpPr>
          <p:nvPr/>
        </p:nvSpPr>
        <p:spPr bwMode="auto">
          <a:xfrm>
            <a:off x="4811999" y="3660871"/>
            <a:ext cx="2879725" cy="587375"/>
          </a:xfrm>
          <a:custGeom>
            <a:avLst/>
            <a:gdLst>
              <a:gd name="T0" fmla="*/ 1814 w 1814"/>
              <a:gd name="T1" fmla="*/ 45 h 370"/>
              <a:gd name="T2" fmla="*/ 1406 w 1814"/>
              <a:gd name="T3" fmla="*/ 45 h 370"/>
              <a:gd name="T4" fmla="*/ 1270 w 1814"/>
              <a:gd name="T5" fmla="*/ 317 h 370"/>
              <a:gd name="T6" fmla="*/ 453 w 1814"/>
              <a:gd name="T7" fmla="*/ 362 h 370"/>
              <a:gd name="T8" fmla="*/ 136 w 1814"/>
              <a:gd name="T9" fmla="*/ 272 h 370"/>
              <a:gd name="T10" fmla="*/ 0 w 1814"/>
              <a:gd name="T11" fmla="*/ 317 h 370"/>
            </a:gdLst>
            <a:ahLst/>
            <a:cxnLst>
              <a:cxn ang="0">
                <a:pos x="T0" y="T1"/>
              </a:cxn>
              <a:cxn ang="0">
                <a:pos x="T2" y="T3"/>
              </a:cxn>
              <a:cxn ang="0">
                <a:pos x="T4" y="T5"/>
              </a:cxn>
              <a:cxn ang="0">
                <a:pos x="T6" y="T7"/>
              </a:cxn>
              <a:cxn ang="0">
                <a:pos x="T8" y="T9"/>
              </a:cxn>
              <a:cxn ang="0">
                <a:pos x="T10" y="T11"/>
              </a:cxn>
            </a:cxnLst>
            <a:rect l="0" t="0" r="r" b="b"/>
            <a:pathLst>
              <a:path w="1814" h="370">
                <a:moveTo>
                  <a:pt x="1814" y="45"/>
                </a:moveTo>
                <a:cubicBezTo>
                  <a:pt x="1655" y="22"/>
                  <a:pt x="1497" y="0"/>
                  <a:pt x="1406" y="45"/>
                </a:cubicBezTo>
                <a:cubicBezTo>
                  <a:pt x="1315" y="90"/>
                  <a:pt x="1429" y="264"/>
                  <a:pt x="1270" y="317"/>
                </a:cubicBezTo>
                <a:cubicBezTo>
                  <a:pt x="1111" y="370"/>
                  <a:pt x="642" y="369"/>
                  <a:pt x="453" y="362"/>
                </a:cubicBezTo>
                <a:cubicBezTo>
                  <a:pt x="264" y="355"/>
                  <a:pt x="211" y="279"/>
                  <a:pt x="136" y="272"/>
                </a:cubicBezTo>
                <a:cubicBezTo>
                  <a:pt x="61" y="265"/>
                  <a:pt x="30" y="291"/>
                  <a:pt x="0" y="317"/>
                </a:cubicBezTo>
              </a:path>
            </a:pathLst>
          </a:custGeom>
          <a:noFill/>
          <a:ln w="28575" cap="flat" cmpd="sng">
            <a:solidFill>
              <a:srgbClr val="FF0000"/>
            </a:solidFill>
            <a:prstDash val="dash"/>
            <a:round/>
            <a:headEn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Tree>
    <p:extLst>
      <p:ext uri="{BB962C8B-B14F-4D97-AF65-F5344CB8AC3E}">
        <p14:creationId xmlns:p14="http://schemas.microsoft.com/office/powerpoint/2010/main" val="689261950"/>
      </p:ext>
    </p:extLst>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3"/>
          <p:cNvSpPr txBox="1">
            <a:spLocks/>
          </p:cNvSpPr>
          <p:nvPr/>
        </p:nvSpPr>
        <p:spPr>
          <a:xfrm>
            <a:off x="11421233" y="6619875"/>
            <a:ext cx="746929" cy="2381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1pPr>
            <a:lvl2pPr marL="742950" indent="-28575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2pPr>
            <a:lvl3pPr marL="1143000" indent="-22860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3pPr>
            <a:lvl4pPr marL="1600200" indent="-22860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4pPr>
            <a:lvl5pPr marL="2057400" indent="-22860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5pPr>
            <a:lvl6pPr marL="25146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6pPr>
            <a:lvl7pPr marL="29718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7pPr>
            <a:lvl8pPr marL="34290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8pPr>
            <a:lvl9pPr marL="38862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9pPr>
          </a:lstStyle>
          <a:p>
            <a:pPr algn="r" eaLnBrk="1" hangingPunct="1"/>
            <a:fld id="{A6099D49-99EB-46B5-BBE2-692892430483}" type="slidenum">
              <a:rPr lang="en-US" altLang="fr-FR" sz="1200" smtClean="0">
                <a:solidFill>
                  <a:srgbClr val="000000"/>
                </a:solidFill>
              </a:rPr>
              <a:pPr algn="r" eaLnBrk="1" hangingPunct="1"/>
              <a:t>9</a:t>
            </a:fld>
            <a:endParaRPr lang="en-US" altLang="fr-FR" sz="1200" dirty="0">
              <a:solidFill>
                <a:srgbClr val="000000"/>
              </a:solidFill>
            </a:endParaRPr>
          </a:p>
        </p:txBody>
      </p:sp>
      <p:sp>
        <p:nvSpPr>
          <p:cNvPr id="4" name="Titre 3"/>
          <p:cNvSpPr>
            <a:spLocks noGrp="1"/>
          </p:cNvSpPr>
          <p:nvPr>
            <p:ph type="title"/>
          </p:nvPr>
        </p:nvSpPr>
        <p:spPr>
          <a:xfrm>
            <a:off x="394138" y="0"/>
            <a:ext cx="11027095" cy="685800"/>
          </a:xfrm>
        </p:spPr>
        <p:txBody>
          <a:bodyPr/>
          <a:lstStyle/>
          <a:p>
            <a:pPr>
              <a:lnSpc>
                <a:spcPct val="100000"/>
              </a:lnSpc>
            </a:pPr>
            <a:r>
              <a:rPr lang="fr-FR" sz="3200" spc="-100" dirty="0">
                <a:solidFill>
                  <a:srgbClr val="1F497D"/>
                </a:solidFill>
                <a:latin typeface="Cambria"/>
              </a:rPr>
              <a:t>Solutions pour la communication inter-VLANs</a:t>
            </a:r>
            <a:endParaRPr lang="fr-FR" sz="3200" spc="-100" dirty="0">
              <a:solidFill>
                <a:srgbClr val="1F497D"/>
              </a:solidFill>
              <a:latin typeface="Cambria"/>
              <a:ea typeface="+mj-ea"/>
              <a:cs typeface="+mj-cs"/>
            </a:endParaRPr>
          </a:p>
        </p:txBody>
      </p:sp>
      <p:sp>
        <p:nvSpPr>
          <p:cNvPr id="5" name="Rectangle 4"/>
          <p:cNvSpPr/>
          <p:nvPr/>
        </p:nvSpPr>
        <p:spPr>
          <a:xfrm>
            <a:off x="132202" y="1013548"/>
            <a:ext cx="11289031" cy="5725389"/>
          </a:xfrm>
          <a:prstGeom prst="rect">
            <a:avLst/>
          </a:prstGeom>
          <a:noFill/>
          <a:ln w="38100">
            <a:gradFill>
              <a:gsLst>
                <a:gs pos="0">
                  <a:srgbClr val="000082"/>
                </a:gs>
                <a:gs pos="30000">
                  <a:srgbClr val="66008F"/>
                </a:gs>
                <a:gs pos="64999">
                  <a:srgbClr val="BA0066"/>
                </a:gs>
                <a:gs pos="89999">
                  <a:srgbClr val="FF0000"/>
                </a:gs>
                <a:gs pos="100000">
                  <a:srgbClr val="FF8200"/>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4" name="Rectangle à coins arrondis 1">
            <a:extLst>
              <a:ext uri="{FF2B5EF4-FFF2-40B4-BE49-F238E27FC236}">
                <a16:creationId xmlns:a16="http://schemas.microsoft.com/office/drawing/2014/main" id="{308AD588-9C53-4A9C-BFCF-5A0F8664F0BB}"/>
              </a:ext>
            </a:extLst>
          </p:cNvPr>
          <p:cNvSpPr/>
          <p:nvPr/>
        </p:nvSpPr>
        <p:spPr>
          <a:xfrm>
            <a:off x="500032" y="794254"/>
            <a:ext cx="10391375" cy="526726"/>
          </a:xfrm>
          <a:prstGeom prst="round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path path="circle">
              <a:fillToRect t="100000" r="100000"/>
            </a:path>
            <a:tileRect l="-100000" b="-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2800" spc="-100" dirty="0">
                <a:solidFill>
                  <a:srgbClr val="1F497D"/>
                </a:solidFill>
                <a:latin typeface="Cambria"/>
              </a:rPr>
              <a:t>Exemples : </a:t>
            </a:r>
            <a:r>
              <a:rPr lang="fr-FR" altLang="fr-FR" sz="2800" spc="-100" dirty="0">
                <a:solidFill>
                  <a:srgbClr val="1F497D"/>
                </a:solidFill>
                <a:latin typeface="Cambria"/>
              </a:rPr>
              <a:t>Utilisation d’un routeur :  Domaine de broadcast</a:t>
            </a:r>
          </a:p>
        </p:txBody>
      </p:sp>
      <p:cxnSp>
        <p:nvCxnSpPr>
          <p:cNvPr id="459" name="Connecteur droit 458">
            <a:extLst>
              <a:ext uri="{FF2B5EF4-FFF2-40B4-BE49-F238E27FC236}">
                <a16:creationId xmlns:a16="http://schemas.microsoft.com/office/drawing/2014/main" id="{AC6DD3EC-7BF1-4640-A4AD-0AB5D2D6334F}"/>
              </a:ext>
            </a:extLst>
          </p:cNvPr>
          <p:cNvCxnSpPr/>
          <p:nvPr/>
        </p:nvCxnSpPr>
        <p:spPr>
          <a:xfrm>
            <a:off x="641445" y="1320980"/>
            <a:ext cx="0" cy="5124540"/>
          </a:xfrm>
          <a:prstGeom prst="line">
            <a:avLst/>
          </a:prstGeom>
        </p:spPr>
        <p:style>
          <a:lnRef idx="1">
            <a:schemeClr val="accent1"/>
          </a:lnRef>
          <a:fillRef idx="0">
            <a:schemeClr val="accent1"/>
          </a:fillRef>
          <a:effectRef idx="0">
            <a:schemeClr val="accent1"/>
          </a:effectRef>
          <a:fontRef idx="minor">
            <a:schemeClr val="tx1"/>
          </a:fontRef>
        </p:style>
      </p:cxnSp>
      <p:sp>
        <p:nvSpPr>
          <p:cNvPr id="235" name="Rectangle 3">
            <a:extLst>
              <a:ext uri="{FF2B5EF4-FFF2-40B4-BE49-F238E27FC236}">
                <a16:creationId xmlns:a16="http://schemas.microsoft.com/office/drawing/2014/main" id="{EC456C69-DE7D-4484-B1CD-B3B8A12DFB7C}"/>
              </a:ext>
            </a:extLst>
          </p:cNvPr>
          <p:cNvSpPr txBox="1">
            <a:spLocks noChangeArrowheads="1"/>
          </p:cNvSpPr>
          <p:nvPr/>
        </p:nvSpPr>
        <p:spPr>
          <a:xfrm>
            <a:off x="539088" y="1354536"/>
            <a:ext cx="8229600" cy="1108075"/>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fr-FR" altLang="fr-FR" dirty="0"/>
              <a:t>Toujours TROIS !</a:t>
            </a:r>
          </a:p>
        </p:txBody>
      </p:sp>
      <p:sp>
        <p:nvSpPr>
          <p:cNvPr id="236" name="Line 4">
            <a:extLst>
              <a:ext uri="{FF2B5EF4-FFF2-40B4-BE49-F238E27FC236}">
                <a16:creationId xmlns:a16="http://schemas.microsoft.com/office/drawing/2014/main" id="{8A2FDA5E-C2BA-4B05-9E3D-40CB57C264AA}"/>
              </a:ext>
            </a:extLst>
          </p:cNvPr>
          <p:cNvSpPr>
            <a:spLocks noChangeShapeType="1"/>
          </p:cNvSpPr>
          <p:nvPr/>
        </p:nvSpPr>
        <p:spPr bwMode="auto">
          <a:xfrm>
            <a:off x="7390738" y="4983561"/>
            <a:ext cx="339725" cy="1619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fr-FR"/>
          </a:p>
        </p:txBody>
      </p:sp>
      <p:sp>
        <p:nvSpPr>
          <p:cNvPr id="237" name="Line 5">
            <a:extLst>
              <a:ext uri="{FF2B5EF4-FFF2-40B4-BE49-F238E27FC236}">
                <a16:creationId xmlns:a16="http://schemas.microsoft.com/office/drawing/2014/main" id="{8F7AC474-2DF9-48A1-858D-29D2160467B5}"/>
              </a:ext>
            </a:extLst>
          </p:cNvPr>
          <p:cNvSpPr>
            <a:spLocks noChangeShapeType="1"/>
          </p:cNvSpPr>
          <p:nvPr/>
        </p:nvSpPr>
        <p:spPr bwMode="auto">
          <a:xfrm>
            <a:off x="6587463" y="5297886"/>
            <a:ext cx="228600" cy="3810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fr-FR"/>
          </a:p>
        </p:txBody>
      </p:sp>
      <p:sp>
        <p:nvSpPr>
          <p:cNvPr id="238" name="Line 6">
            <a:extLst>
              <a:ext uri="{FF2B5EF4-FFF2-40B4-BE49-F238E27FC236}">
                <a16:creationId xmlns:a16="http://schemas.microsoft.com/office/drawing/2014/main" id="{72006489-41DD-4174-9970-F835A5B582EB}"/>
              </a:ext>
            </a:extLst>
          </p:cNvPr>
          <p:cNvSpPr>
            <a:spLocks noChangeShapeType="1"/>
          </p:cNvSpPr>
          <p:nvPr/>
        </p:nvSpPr>
        <p:spPr bwMode="auto">
          <a:xfrm flipV="1">
            <a:off x="6206463" y="5221686"/>
            <a:ext cx="0" cy="6096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fr-FR"/>
          </a:p>
        </p:txBody>
      </p:sp>
      <p:sp>
        <p:nvSpPr>
          <p:cNvPr id="239" name="Rectangle 7">
            <a:extLst>
              <a:ext uri="{FF2B5EF4-FFF2-40B4-BE49-F238E27FC236}">
                <a16:creationId xmlns:a16="http://schemas.microsoft.com/office/drawing/2014/main" id="{3754B0CF-A2E9-4F16-AC8D-510ED1E1C596}"/>
              </a:ext>
            </a:extLst>
          </p:cNvPr>
          <p:cNvSpPr>
            <a:spLocks noChangeArrowheads="1"/>
          </p:cNvSpPr>
          <p:nvPr/>
        </p:nvSpPr>
        <p:spPr bwMode="auto">
          <a:xfrm>
            <a:off x="5749263" y="3469086"/>
            <a:ext cx="914400" cy="6096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fr-FR"/>
          </a:p>
        </p:txBody>
      </p:sp>
      <p:sp>
        <p:nvSpPr>
          <p:cNvPr id="240" name="Oval 8">
            <a:extLst>
              <a:ext uri="{FF2B5EF4-FFF2-40B4-BE49-F238E27FC236}">
                <a16:creationId xmlns:a16="http://schemas.microsoft.com/office/drawing/2014/main" id="{B9C9FB81-DEEA-4E71-AA8C-757B554E876D}"/>
              </a:ext>
            </a:extLst>
          </p:cNvPr>
          <p:cNvSpPr>
            <a:spLocks noChangeArrowheads="1"/>
          </p:cNvSpPr>
          <p:nvPr/>
        </p:nvSpPr>
        <p:spPr bwMode="auto">
          <a:xfrm>
            <a:off x="5825463" y="3545286"/>
            <a:ext cx="152400" cy="1524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fr-FR"/>
          </a:p>
        </p:txBody>
      </p:sp>
      <p:sp>
        <p:nvSpPr>
          <p:cNvPr id="241" name="Oval 9">
            <a:extLst>
              <a:ext uri="{FF2B5EF4-FFF2-40B4-BE49-F238E27FC236}">
                <a16:creationId xmlns:a16="http://schemas.microsoft.com/office/drawing/2014/main" id="{766FAF55-C5E8-4305-A243-CB8EEC1AB9FF}"/>
              </a:ext>
            </a:extLst>
          </p:cNvPr>
          <p:cNvSpPr>
            <a:spLocks noChangeArrowheads="1"/>
          </p:cNvSpPr>
          <p:nvPr/>
        </p:nvSpPr>
        <p:spPr bwMode="auto">
          <a:xfrm>
            <a:off x="6130263" y="3545286"/>
            <a:ext cx="152400" cy="1524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fr-FR"/>
          </a:p>
        </p:txBody>
      </p:sp>
      <p:sp>
        <p:nvSpPr>
          <p:cNvPr id="242" name="Oval 10">
            <a:extLst>
              <a:ext uri="{FF2B5EF4-FFF2-40B4-BE49-F238E27FC236}">
                <a16:creationId xmlns:a16="http://schemas.microsoft.com/office/drawing/2014/main" id="{52678678-433C-4F0D-B3BA-55B8E49E708C}"/>
              </a:ext>
            </a:extLst>
          </p:cNvPr>
          <p:cNvSpPr>
            <a:spLocks noChangeArrowheads="1"/>
          </p:cNvSpPr>
          <p:nvPr/>
        </p:nvSpPr>
        <p:spPr bwMode="auto">
          <a:xfrm>
            <a:off x="6435063" y="3545286"/>
            <a:ext cx="152400" cy="1524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fr-FR"/>
          </a:p>
        </p:txBody>
      </p:sp>
      <p:sp>
        <p:nvSpPr>
          <p:cNvPr id="243" name="Oval 11">
            <a:extLst>
              <a:ext uri="{FF2B5EF4-FFF2-40B4-BE49-F238E27FC236}">
                <a16:creationId xmlns:a16="http://schemas.microsoft.com/office/drawing/2014/main" id="{AF327691-75CE-4811-8394-5DE7F8B5230C}"/>
              </a:ext>
            </a:extLst>
          </p:cNvPr>
          <p:cNvSpPr>
            <a:spLocks noChangeArrowheads="1"/>
          </p:cNvSpPr>
          <p:nvPr/>
        </p:nvSpPr>
        <p:spPr bwMode="auto">
          <a:xfrm>
            <a:off x="5825463" y="3850086"/>
            <a:ext cx="152400" cy="1524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fr-FR"/>
          </a:p>
        </p:txBody>
      </p:sp>
      <p:sp>
        <p:nvSpPr>
          <p:cNvPr id="244" name="Oval 12">
            <a:extLst>
              <a:ext uri="{FF2B5EF4-FFF2-40B4-BE49-F238E27FC236}">
                <a16:creationId xmlns:a16="http://schemas.microsoft.com/office/drawing/2014/main" id="{1CA6C118-9308-469A-8A4C-9BBBA203CF97}"/>
              </a:ext>
            </a:extLst>
          </p:cNvPr>
          <p:cNvSpPr>
            <a:spLocks noChangeArrowheads="1"/>
          </p:cNvSpPr>
          <p:nvPr/>
        </p:nvSpPr>
        <p:spPr bwMode="auto">
          <a:xfrm>
            <a:off x="6130263" y="3850086"/>
            <a:ext cx="152400" cy="1524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fr-FR"/>
          </a:p>
        </p:txBody>
      </p:sp>
      <p:sp>
        <p:nvSpPr>
          <p:cNvPr id="245" name="Line 13">
            <a:extLst>
              <a:ext uri="{FF2B5EF4-FFF2-40B4-BE49-F238E27FC236}">
                <a16:creationId xmlns:a16="http://schemas.microsoft.com/office/drawing/2014/main" id="{B037F651-B186-4695-B896-F31884E74719}"/>
              </a:ext>
            </a:extLst>
          </p:cNvPr>
          <p:cNvSpPr>
            <a:spLocks noChangeShapeType="1"/>
          </p:cNvSpPr>
          <p:nvPr/>
        </p:nvSpPr>
        <p:spPr bwMode="auto">
          <a:xfrm>
            <a:off x="5673063" y="3240486"/>
            <a:ext cx="228600" cy="3810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fr-FR"/>
          </a:p>
        </p:txBody>
      </p:sp>
      <p:sp>
        <p:nvSpPr>
          <p:cNvPr id="246" name="Line 14">
            <a:extLst>
              <a:ext uri="{FF2B5EF4-FFF2-40B4-BE49-F238E27FC236}">
                <a16:creationId xmlns:a16="http://schemas.microsoft.com/office/drawing/2014/main" id="{2E3391D5-A9DC-437E-82FA-7895E10CB369}"/>
              </a:ext>
            </a:extLst>
          </p:cNvPr>
          <p:cNvSpPr>
            <a:spLocks noChangeShapeType="1"/>
          </p:cNvSpPr>
          <p:nvPr/>
        </p:nvSpPr>
        <p:spPr bwMode="auto">
          <a:xfrm flipV="1">
            <a:off x="6511263" y="3316686"/>
            <a:ext cx="304800" cy="3048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fr-FR"/>
          </a:p>
        </p:txBody>
      </p:sp>
      <p:sp>
        <p:nvSpPr>
          <p:cNvPr id="247" name="Line 15">
            <a:extLst>
              <a:ext uri="{FF2B5EF4-FFF2-40B4-BE49-F238E27FC236}">
                <a16:creationId xmlns:a16="http://schemas.microsoft.com/office/drawing/2014/main" id="{5B518D9A-9F40-4418-B37A-CE218FF49EA5}"/>
              </a:ext>
            </a:extLst>
          </p:cNvPr>
          <p:cNvSpPr>
            <a:spLocks noChangeShapeType="1"/>
          </p:cNvSpPr>
          <p:nvPr/>
        </p:nvSpPr>
        <p:spPr bwMode="auto">
          <a:xfrm flipV="1">
            <a:off x="6206463" y="3011886"/>
            <a:ext cx="0" cy="6096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fr-FR"/>
          </a:p>
        </p:txBody>
      </p:sp>
      <p:sp>
        <p:nvSpPr>
          <p:cNvPr id="248" name="Rectangle 16">
            <a:extLst>
              <a:ext uri="{FF2B5EF4-FFF2-40B4-BE49-F238E27FC236}">
                <a16:creationId xmlns:a16="http://schemas.microsoft.com/office/drawing/2014/main" id="{A840C3AC-DD36-4035-8277-D3A68FEC9D05}"/>
              </a:ext>
            </a:extLst>
          </p:cNvPr>
          <p:cNvSpPr>
            <a:spLocks noChangeArrowheads="1"/>
          </p:cNvSpPr>
          <p:nvPr/>
        </p:nvSpPr>
        <p:spPr bwMode="auto">
          <a:xfrm>
            <a:off x="5749263" y="4764486"/>
            <a:ext cx="914400" cy="609600"/>
          </a:xfrm>
          <a:prstGeom prst="rect">
            <a:avLst/>
          </a:prstGeom>
          <a:noFill/>
          <a:ln w="38100">
            <a:solidFill>
              <a:srgbClr val="339966"/>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fr-FR"/>
          </a:p>
        </p:txBody>
      </p:sp>
      <p:sp>
        <p:nvSpPr>
          <p:cNvPr id="249" name="Oval 17">
            <a:extLst>
              <a:ext uri="{FF2B5EF4-FFF2-40B4-BE49-F238E27FC236}">
                <a16:creationId xmlns:a16="http://schemas.microsoft.com/office/drawing/2014/main" id="{4119EE2E-A799-42CD-8F7C-7D594DA89687}"/>
              </a:ext>
            </a:extLst>
          </p:cNvPr>
          <p:cNvSpPr>
            <a:spLocks noChangeArrowheads="1"/>
          </p:cNvSpPr>
          <p:nvPr/>
        </p:nvSpPr>
        <p:spPr bwMode="auto">
          <a:xfrm>
            <a:off x="5825463" y="4840686"/>
            <a:ext cx="152400" cy="1524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fr-FR"/>
          </a:p>
        </p:txBody>
      </p:sp>
      <p:sp>
        <p:nvSpPr>
          <p:cNvPr id="250" name="Oval 18">
            <a:extLst>
              <a:ext uri="{FF2B5EF4-FFF2-40B4-BE49-F238E27FC236}">
                <a16:creationId xmlns:a16="http://schemas.microsoft.com/office/drawing/2014/main" id="{6F876C82-0E7A-43DF-AADF-531E24B84622}"/>
              </a:ext>
            </a:extLst>
          </p:cNvPr>
          <p:cNvSpPr>
            <a:spLocks noChangeArrowheads="1"/>
          </p:cNvSpPr>
          <p:nvPr/>
        </p:nvSpPr>
        <p:spPr bwMode="auto">
          <a:xfrm>
            <a:off x="6130263" y="4840686"/>
            <a:ext cx="152400" cy="1524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fr-FR"/>
          </a:p>
        </p:txBody>
      </p:sp>
      <p:sp>
        <p:nvSpPr>
          <p:cNvPr id="251" name="Oval 19">
            <a:extLst>
              <a:ext uri="{FF2B5EF4-FFF2-40B4-BE49-F238E27FC236}">
                <a16:creationId xmlns:a16="http://schemas.microsoft.com/office/drawing/2014/main" id="{3F16B4F4-3ADB-4640-9FB6-511A66E90FC1}"/>
              </a:ext>
            </a:extLst>
          </p:cNvPr>
          <p:cNvSpPr>
            <a:spLocks noChangeArrowheads="1"/>
          </p:cNvSpPr>
          <p:nvPr/>
        </p:nvSpPr>
        <p:spPr bwMode="auto">
          <a:xfrm>
            <a:off x="6435063" y="4840686"/>
            <a:ext cx="152400" cy="1524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fr-FR"/>
          </a:p>
        </p:txBody>
      </p:sp>
      <p:sp>
        <p:nvSpPr>
          <p:cNvPr id="252" name="Oval 20">
            <a:extLst>
              <a:ext uri="{FF2B5EF4-FFF2-40B4-BE49-F238E27FC236}">
                <a16:creationId xmlns:a16="http://schemas.microsoft.com/office/drawing/2014/main" id="{CCEFCE73-3156-48D6-B01B-15ED6C6E2F31}"/>
              </a:ext>
            </a:extLst>
          </p:cNvPr>
          <p:cNvSpPr>
            <a:spLocks noChangeArrowheads="1"/>
          </p:cNvSpPr>
          <p:nvPr/>
        </p:nvSpPr>
        <p:spPr bwMode="auto">
          <a:xfrm>
            <a:off x="5825463" y="5145486"/>
            <a:ext cx="152400" cy="1524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fr-FR"/>
          </a:p>
        </p:txBody>
      </p:sp>
      <p:sp>
        <p:nvSpPr>
          <p:cNvPr id="253" name="Oval 21">
            <a:extLst>
              <a:ext uri="{FF2B5EF4-FFF2-40B4-BE49-F238E27FC236}">
                <a16:creationId xmlns:a16="http://schemas.microsoft.com/office/drawing/2014/main" id="{22C86AB6-7AA6-41C4-BD4D-D8955180AFC8}"/>
              </a:ext>
            </a:extLst>
          </p:cNvPr>
          <p:cNvSpPr>
            <a:spLocks noChangeArrowheads="1"/>
          </p:cNvSpPr>
          <p:nvPr/>
        </p:nvSpPr>
        <p:spPr bwMode="auto">
          <a:xfrm>
            <a:off x="6130263" y="5145486"/>
            <a:ext cx="152400" cy="1524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fr-FR"/>
          </a:p>
        </p:txBody>
      </p:sp>
      <p:sp>
        <p:nvSpPr>
          <p:cNvPr id="254" name="Oval 22">
            <a:extLst>
              <a:ext uri="{FF2B5EF4-FFF2-40B4-BE49-F238E27FC236}">
                <a16:creationId xmlns:a16="http://schemas.microsoft.com/office/drawing/2014/main" id="{36DEC42D-F704-4430-B6C2-FED5AFEBA4B2}"/>
              </a:ext>
            </a:extLst>
          </p:cNvPr>
          <p:cNvSpPr>
            <a:spLocks noChangeArrowheads="1"/>
          </p:cNvSpPr>
          <p:nvPr/>
        </p:nvSpPr>
        <p:spPr bwMode="auto">
          <a:xfrm>
            <a:off x="6435063" y="5145486"/>
            <a:ext cx="152400" cy="1524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fr-FR"/>
          </a:p>
        </p:txBody>
      </p:sp>
      <p:sp>
        <p:nvSpPr>
          <p:cNvPr id="255" name="Line 23">
            <a:extLst>
              <a:ext uri="{FF2B5EF4-FFF2-40B4-BE49-F238E27FC236}">
                <a16:creationId xmlns:a16="http://schemas.microsoft.com/office/drawing/2014/main" id="{A27EDF59-6835-4C75-A53A-22B561CCB3CA}"/>
              </a:ext>
            </a:extLst>
          </p:cNvPr>
          <p:cNvSpPr>
            <a:spLocks noChangeShapeType="1"/>
          </p:cNvSpPr>
          <p:nvPr/>
        </p:nvSpPr>
        <p:spPr bwMode="auto">
          <a:xfrm flipV="1">
            <a:off x="5596863" y="5221686"/>
            <a:ext cx="304800" cy="3048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fr-FR"/>
          </a:p>
        </p:txBody>
      </p:sp>
      <p:sp>
        <p:nvSpPr>
          <p:cNvPr id="256" name="Rectangle 24">
            <a:extLst>
              <a:ext uri="{FF2B5EF4-FFF2-40B4-BE49-F238E27FC236}">
                <a16:creationId xmlns:a16="http://schemas.microsoft.com/office/drawing/2014/main" id="{7D6315A2-E4C3-4794-93F6-B69A8A7BEB8D}"/>
              </a:ext>
            </a:extLst>
          </p:cNvPr>
          <p:cNvSpPr>
            <a:spLocks noChangeArrowheads="1"/>
          </p:cNvSpPr>
          <p:nvPr/>
        </p:nvSpPr>
        <p:spPr bwMode="auto">
          <a:xfrm rot="5386239">
            <a:off x="6776376" y="4418411"/>
            <a:ext cx="1143000" cy="304800"/>
          </a:xfrm>
          <a:prstGeom prst="rect">
            <a:avLst/>
          </a:prstGeom>
          <a:noFill/>
          <a:ln w="381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fr-FR"/>
          </a:p>
        </p:txBody>
      </p:sp>
      <p:sp>
        <p:nvSpPr>
          <p:cNvPr id="257" name="Oval 25">
            <a:extLst>
              <a:ext uri="{FF2B5EF4-FFF2-40B4-BE49-F238E27FC236}">
                <a16:creationId xmlns:a16="http://schemas.microsoft.com/office/drawing/2014/main" id="{B81ED2A9-08E0-4A1F-9716-74B7D85D652B}"/>
              </a:ext>
            </a:extLst>
          </p:cNvPr>
          <p:cNvSpPr>
            <a:spLocks noChangeArrowheads="1"/>
          </p:cNvSpPr>
          <p:nvPr/>
        </p:nvSpPr>
        <p:spPr bwMode="auto">
          <a:xfrm rot="5386239">
            <a:off x="7271676" y="4077099"/>
            <a:ext cx="152400" cy="1524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fr-FR"/>
          </a:p>
        </p:txBody>
      </p:sp>
      <p:sp>
        <p:nvSpPr>
          <p:cNvPr id="258" name="Oval 26">
            <a:extLst>
              <a:ext uri="{FF2B5EF4-FFF2-40B4-BE49-F238E27FC236}">
                <a16:creationId xmlns:a16="http://schemas.microsoft.com/office/drawing/2014/main" id="{B3DDF03E-AE46-4EBF-A799-63C613D9D540}"/>
              </a:ext>
            </a:extLst>
          </p:cNvPr>
          <p:cNvSpPr>
            <a:spLocks noChangeArrowheads="1"/>
          </p:cNvSpPr>
          <p:nvPr/>
        </p:nvSpPr>
        <p:spPr bwMode="auto">
          <a:xfrm rot="5386239">
            <a:off x="7271676" y="4381899"/>
            <a:ext cx="152400" cy="1524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fr-FR"/>
          </a:p>
        </p:txBody>
      </p:sp>
      <p:sp>
        <p:nvSpPr>
          <p:cNvPr id="259" name="Oval 27">
            <a:extLst>
              <a:ext uri="{FF2B5EF4-FFF2-40B4-BE49-F238E27FC236}">
                <a16:creationId xmlns:a16="http://schemas.microsoft.com/office/drawing/2014/main" id="{1F275EBF-06B5-4F08-89AB-323AF63D762C}"/>
              </a:ext>
            </a:extLst>
          </p:cNvPr>
          <p:cNvSpPr>
            <a:spLocks noChangeArrowheads="1"/>
          </p:cNvSpPr>
          <p:nvPr/>
        </p:nvSpPr>
        <p:spPr bwMode="auto">
          <a:xfrm rot="5386239">
            <a:off x="7273263" y="4612086"/>
            <a:ext cx="152400" cy="1524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fr-FR"/>
          </a:p>
        </p:txBody>
      </p:sp>
      <p:sp>
        <p:nvSpPr>
          <p:cNvPr id="260" name="Oval 28">
            <a:extLst>
              <a:ext uri="{FF2B5EF4-FFF2-40B4-BE49-F238E27FC236}">
                <a16:creationId xmlns:a16="http://schemas.microsoft.com/office/drawing/2014/main" id="{80FF5F04-0F96-40E2-BB8F-5C20C97C4BE1}"/>
              </a:ext>
            </a:extLst>
          </p:cNvPr>
          <p:cNvSpPr>
            <a:spLocks noChangeArrowheads="1"/>
          </p:cNvSpPr>
          <p:nvPr/>
        </p:nvSpPr>
        <p:spPr bwMode="auto">
          <a:xfrm rot="5386239">
            <a:off x="7273263" y="4916886"/>
            <a:ext cx="152400" cy="1524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fr-FR"/>
          </a:p>
        </p:txBody>
      </p:sp>
      <p:sp>
        <p:nvSpPr>
          <p:cNvPr id="261" name="Line 29">
            <a:extLst>
              <a:ext uri="{FF2B5EF4-FFF2-40B4-BE49-F238E27FC236}">
                <a16:creationId xmlns:a16="http://schemas.microsoft.com/office/drawing/2014/main" id="{EAA94F3F-D5AF-40C7-B307-509198F0C0DA}"/>
              </a:ext>
            </a:extLst>
          </p:cNvPr>
          <p:cNvSpPr>
            <a:spLocks noChangeShapeType="1"/>
          </p:cNvSpPr>
          <p:nvPr/>
        </p:nvSpPr>
        <p:spPr bwMode="auto">
          <a:xfrm flipV="1">
            <a:off x="7390738" y="4459686"/>
            <a:ext cx="415925" cy="23653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fr-FR"/>
          </a:p>
        </p:txBody>
      </p:sp>
      <p:sp>
        <p:nvSpPr>
          <p:cNvPr id="262" name="Line 30">
            <a:extLst>
              <a:ext uri="{FF2B5EF4-FFF2-40B4-BE49-F238E27FC236}">
                <a16:creationId xmlns:a16="http://schemas.microsoft.com/office/drawing/2014/main" id="{517A89B7-3877-4562-A4B5-54786CA4B1F6}"/>
              </a:ext>
            </a:extLst>
          </p:cNvPr>
          <p:cNvSpPr>
            <a:spLocks noChangeShapeType="1"/>
          </p:cNvSpPr>
          <p:nvPr/>
        </p:nvSpPr>
        <p:spPr bwMode="auto">
          <a:xfrm flipV="1">
            <a:off x="7349463" y="3773886"/>
            <a:ext cx="381000" cy="3810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fr-FR"/>
          </a:p>
        </p:txBody>
      </p:sp>
      <p:grpSp>
        <p:nvGrpSpPr>
          <p:cNvPr id="263" name="Group 31">
            <a:extLst>
              <a:ext uri="{FF2B5EF4-FFF2-40B4-BE49-F238E27FC236}">
                <a16:creationId xmlns:a16="http://schemas.microsoft.com/office/drawing/2014/main" id="{1C78B7E3-66B9-4CA0-951E-741DF0DA49B6}"/>
              </a:ext>
            </a:extLst>
          </p:cNvPr>
          <p:cNvGrpSpPr>
            <a:grpSpLocks noChangeAspect="1"/>
          </p:cNvGrpSpPr>
          <p:nvPr/>
        </p:nvGrpSpPr>
        <p:grpSpPr bwMode="auto">
          <a:xfrm>
            <a:off x="5085688" y="2678511"/>
            <a:ext cx="693738" cy="627063"/>
            <a:chOff x="431" y="391"/>
            <a:chExt cx="573" cy="518"/>
          </a:xfrm>
        </p:grpSpPr>
        <p:sp>
          <p:nvSpPr>
            <p:cNvPr id="264" name="AutoShape 32">
              <a:extLst>
                <a:ext uri="{FF2B5EF4-FFF2-40B4-BE49-F238E27FC236}">
                  <a16:creationId xmlns:a16="http://schemas.microsoft.com/office/drawing/2014/main" id="{4A65EDBE-D092-449C-9F7B-05976A2B1C21}"/>
                </a:ext>
              </a:extLst>
            </p:cNvPr>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265" name="Rectangle 33">
              <a:extLst>
                <a:ext uri="{FF2B5EF4-FFF2-40B4-BE49-F238E27FC236}">
                  <a16:creationId xmlns:a16="http://schemas.microsoft.com/office/drawing/2014/main" id="{55E17BB4-7CB3-4C3B-850C-D4E115D1074C}"/>
                </a:ext>
              </a:extLst>
            </p:cNvPr>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266" name="Rectangle 34">
              <a:extLst>
                <a:ext uri="{FF2B5EF4-FFF2-40B4-BE49-F238E27FC236}">
                  <a16:creationId xmlns:a16="http://schemas.microsoft.com/office/drawing/2014/main" id="{59811370-32B0-476D-BF0D-5138DBC4BD26}"/>
                </a:ext>
              </a:extLst>
            </p:cNvPr>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267" name="Freeform 35">
              <a:extLst>
                <a:ext uri="{FF2B5EF4-FFF2-40B4-BE49-F238E27FC236}">
                  <a16:creationId xmlns:a16="http://schemas.microsoft.com/office/drawing/2014/main" id="{36EC37A6-4197-4515-85BE-E245BFAD4DB0}"/>
                </a:ext>
              </a:extLst>
            </p:cNvPr>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68" name="Freeform 36">
              <a:extLst>
                <a:ext uri="{FF2B5EF4-FFF2-40B4-BE49-F238E27FC236}">
                  <a16:creationId xmlns:a16="http://schemas.microsoft.com/office/drawing/2014/main" id="{5A004938-80C4-462A-9494-C63FEA4FD7C1}"/>
                </a:ext>
              </a:extLst>
            </p:cNvPr>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269" name="Line 37">
              <a:extLst>
                <a:ext uri="{FF2B5EF4-FFF2-40B4-BE49-F238E27FC236}">
                  <a16:creationId xmlns:a16="http://schemas.microsoft.com/office/drawing/2014/main" id="{0E053F91-2322-474B-A10A-C3970F28C139}"/>
                </a:ext>
              </a:extLst>
            </p:cNvPr>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70" name="Freeform 38">
              <a:extLst>
                <a:ext uri="{FF2B5EF4-FFF2-40B4-BE49-F238E27FC236}">
                  <a16:creationId xmlns:a16="http://schemas.microsoft.com/office/drawing/2014/main" id="{4BFC9F35-AA4E-48EA-A274-BDC27469AA71}"/>
                </a:ext>
              </a:extLst>
            </p:cNvPr>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71" name="Freeform 39">
              <a:extLst>
                <a:ext uri="{FF2B5EF4-FFF2-40B4-BE49-F238E27FC236}">
                  <a16:creationId xmlns:a16="http://schemas.microsoft.com/office/drawing/2014/main" id="{4F5D6F5F-AA8C-46C8-9588-351B1E7C757A}"/>
                </a:ext>
              </a:extLst>
            </p:cNvPr>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272" name="Freeform 40">
              <a:extLst>
                <a:ext uri="{FF2B5EF4-FFF2-40B4-BE49-F238E27FC236}">
                  <a16:creationId xmlns:a16="http://schemas.microsoft.com/office/drawing/2014/main" id="{77B5B08D-040F-4D00-92AF-9A3DC5E8953C}"/>
                </a:ext>
              </a:extLst>
            </p:cNvPr>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73" name="Freeform 41">
              <a:extLst>
                <a:ext uri="{FF2B5EF4-FFF2-40B4-BE49-F238E27FC236}">
                  <a16:creationId xmlns:a16="http://schemas.microsoft.com/office/drawing/2014/main" id="{4F6183F6-0E5C-4B49-A34B-D62CAA8D6C5E}"/>
                </a:ext>
              </a:extLst>
            </p:cNvPr>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274" name="Freeform 42">
              <a:extLst>
                <a:ext uri="{FF2B5EF4-FFF2-40B4-BE49-F238E27FC236}">
                  <a16:creationId xmlns:a16="http://schemas.microsoft.com/office/drawing/2014/main" id="{E93B2338-2A57-4A34-8254-20B33724B200}"/>
                </a:ext>
              </a:extLst>
            </p:cNvPr>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75" name="Freeform 43">
              <a:extLst>
                <a:ext uri="{FF2B5EF4-FFF2-40B4-BE49-F238E27FC236}">
                  <a16:creationId xmlns:a16="http://schemas.microsoft.com/office/drawing/2014/main" id="{EC7EBAC6-9E8C-4AB8-B744-F5718EBA28DC}"/>
                </a:ext>
              </a:extLst>
            </p:cNvPr>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276" name="Rectangle 44">
              <a:extLst>
                <a:ext uri="{FF2B5EF4-FFF2-40B4-BE49-F238E27FC236}">
                  <a16:creationId xmlns:a16="http://schemas.microsoft.com/office/drawing/2014/main" id="{AD4CD611-ABC0-45B5-80CC-4B3DF986541F}"/>
                </a:ext>
              </a:extLst>
            </p:cNvPr>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277" name="Rectangle 45">
              <a:extLst>
                <a:ext uri="{FF2B5EF4-FFF2-40B4-BE49-F238E27FC236}">
                  <a16:creationId xmlns:a16="http://schemas.microsoft.com/office/drawing/2014/main" id="{87A719B2-F684-44E8-8BDC-A58FD78A56A3}"/>
                </a:ext>
              </a:extLst>
            </p:cNvPr>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278" name="Freeform 46">
              <a:extLst>
                <a:ext uri="{FF2B5EF4-FFF2-40B4-BE49-F238E27FC236}">
                  <a16:creationId xmlns:a16="http://schemas.microsoft.com/office/drawing/2014/main" id="{BC0F76A7-B149-4427-873D-1B149E9A0E32}"/>
                </a:ext>
              </a:extLst>
            </p:cNvPr>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79" name="Rectangle 47">
              <a:extLst>
                <a:ext uri="{FF2B5EF4-FFF2-40B4-BE49-F238E27FC236}">
                  <a16:creationId xmlns:a16="http://schemas.microsoft.com/office/drawing/2014/main" id="{91BA2A12-A102-4A16-A395-ED50F65D7E54}"/>
                </a:ext>
              </a:extLst>
            </p:cNvPr>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280" name="Rectangle 48">
              <a:extLst>
                <a:ext uri="{FF2B5EF4-FFF2-40B4-BE49-F238E27FC236}">
                  <a16:creationId xmlns:a16="http://schemas.microsoft.com/office/drawing/2014/main" id="{2093116D-E76D-4EBF-84DE-389259971089}"/>
                </a:ext>
              </a:extLst>
            </p:cNvPr>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281" name="Group 49">
            <a:extLst>
              <a:ext uri="{FF2B5EF4-FFF2-40B4-BE49-F238E27FC236}">
                <a16:creationId xmlns:a16="http://schemas.microsoft.com/office/drawing/2014/main" id="{EFB423F6-28DF-4FA3-89D9-F63519C5D70B}"/>
              </a:ext>
            </a:extLst>
          </p:cNvPr>
          <p:cNvGrpSpPr>
            <a:grpSpLocks noChangeAspect="1"/>
          </p:cNvGrpSpPr>
          <p:nvPr/>
        </p:nvGrpSpPr>
        <p:grpSpPr bwMode="auto">
          <a:xfrm>
            <a:off x="5877851" y="2462611"/>
            <a:ext cx="693737" cy="627063"/>
            <a:chOff x="431" y="391"/>
            <a:chExt cx="573" cy="518"/>
          </a:xfrm>
        </p:grpSpPr>
        <p:sp>
          <p:nvSpPr>
            <p:cNvPr id="282" name="AutoShape 50">
              <a:extLst>
                <a:ext uri="{FF2B5EF4-FFF2-40B4-BE49-F238E27FC236}">
                  <a16:creationId xmlns:a16="http://schemas.microsoft.com/office/drawing/2014/main" id="{401E2065-CC04-403B-98A9-9379E0D48614}"/>
                </a:ext>
              </a:extLst>
            </p:cNvPr>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283" name="Rectangle 51">
              <a:extLst>
                <a:ext uri="{FF2B5EF4-FFF2-40B4-BE49-F238E27FC236}">
                  <a16:creationId xmlns:a16="http://schemas.microsoft.com/office/drawing/2014/main" id="{FDD70E1F-00A5-4137-B13E-763947048639}"/>
                </a:ext>
              </a:extLst>
            </p:cNvPr>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284" name="Rectangle 52">
              <a:extLst>
                <a:ext uri="{FF2B5EF4-FFF2-40B4-BE49-F238E27FC236}">
                  <a16:creationId xmlns:a16="http://schemas.microsoft.com/office/drawing/2014/main" id="{CE9F6DDA-2E9D-4B9A-8AF1-0720DC288E08}"/>
                </a:ext>
              </a:extLst>
            </p:cNvPr>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285" name="Freeform 53">
              <a:extLst>
                <a:ext uri="{FF2B5EF4-FFF2-40B4-BE49-F238E27FC236}">
                  <a16:creationId xmlns:a16="http://schemas.microsoft.com/office/drawing/2014/main" id="{39240F4F-5DB3-40AB-9315-62A487BA486B}"/>
                </a:ext>
              </a:extLst>
            </p:cNvPr>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86" name="Freeform 54">
              <a:extLst>
                <a:ext uri="{FF2B5EF4-FFF2-40B4-BE49-F238E27FC236}">
                  <a16:creationId xmlns:a16="http://schemas.microsoft.com/office/drawing/2014/main" id="{5917FB8F-1F00-4C93-8174-B85A9B666DA8}"/>
                </a:ext>
              </a:extLst>
            </p:cNvPr>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287" name="Line 55">
              <a:extLst>
                <a:ext uri="{FF2B5EF4-FFF2-40B4-BE49-F238E27FC236}">
                  <a16:creationId xmlns:a16="http://schemas.microsoft.com/office/drawing/2014/main" id="{AB61D5B0-BD5E-486D-9172-2D81A45B7A87}"/>
                </a:ext>
              </a:extLst>
            </p:cNvPr>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88" name="Freeform 56">
              <a:extLst>
                <a:ext uri="{FF2B5EF4-FFF2-40B4-BE49-F238E27FC236}">
                  <a16:creationId xmlns:a16="http://schemas.microsoft.com/office/drawing/2014/main" id="{3816F731-9B22-4B42-91E8-BE9D3DFFECDE}"/>
                </a:ext>
              </a:extLst>
            </p:cNvPr>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89" name="Freeform 57">
              <a:extLst>
                <a:ext uri="{FF2B5EF4-FFF2-40B4-BE49-F238E27FC236}">
                  <a16:creationId xmlns:a16="http://schemas.microsoft.com/office/drawing/2014/main" id="{5CE6009D-9B43-4D70-B4D1-B357BD7826FA}"/>
                </a:ext>
              </a:extLst>
            </p:cNvPr>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290" name="Freeform 58">
              <a:extLst>
                <a:ext uri="{FF2B5EF4-FFF2-40B4-BE49-F238E27FC236}">
                  <a16:creationId xmlns:a16="http://schemas.microsoft.com/office/drawing/2014/main" id="{7F4C5230-C1E1-4CE1-8B0E-658CE91D3896}"/>
                </a:ext>
              </a:extLst>
            </p:cNvPr>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91" name="Freeform 59">
              <a:extLst>
                <a:ext uri="{FF2B5EF4-FFF2-40B4-BE49-F238E27FC236}">
                  <a16:creationId xmlns:a16="http://schemas.microsoft.com/office/drawing/2014/main" id="{91E70186-EE7D-43C4-A883-6BE3117CFD0E}"/>
                </a:ext>
              </a:extLst>
            </p:cNvPr>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292" name="Freeform 60">
              <a:extLst>
                <a:ext uri="{FF2B5EF4-FFF2-40B4-BE49-F238E27FC236}">
                  <a16:creationId xmlns:a16="http://schemas.microsoft.com/office/drawing/2014/main" id="{7EB5A595-4F39-416A-A4CD-D95453313FD7}"/>
                </a:ext>
              </a:extLst>
            </p:cNvPr>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93" name="Freeform 61">
              <a:extLst>
                <a:ext uri="{FF2B5EF4-FFF2-40B4-BE49-F238E27FC236}">
                  <a16:creationId xmlns:a16="http://schemas.microsoft.com/office/drawing/2014/main" id="{C7695617-7E6C-4EAC-B666-284000C2A3C8}"/>
                </a:ext>
              </a:extLst>
            </p:cNvPr>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294" name="Rectangle 62">
              <a:extLst>
                <a:ext uri="{FF2B5EF4-FFF2-40B4-BE49-F238E27FC236}">
                  <a16:creationId xmlns:a16="http://schemas.microsoft.com/office/drawing/2014/main" id="{070B60D3-6E93-49E8-9A6C-8CC17E7E5E45}"/>
                </a:ext>
              </a:extLst>
            </p:cNvPr>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295" name="Rectangle 63">
              <a:extLst>
                <a:ext uri="{FF2B5EF4-FFF2-40B4-BE49-F238E27FC236}">
                  <a16:creationId xmlns:a16="http://schemas.microsoft.com/office/drawing/2014/main" id="{7DB104EA-E486-499D-9B1C-73EFA543754F}"/>
                </a:ext>
              </a:extLst>
            </p:cNvPr>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296" name="Freeform 64">
              <a:extLst>
                <a:ext uri="{FF2B5EF4-FFF2-40B4-BE49-F238E27FC236}">
                  <a16:creationId xmlns:a16="http://schemas.microsoft.com/office/drawing/2014/main" id="{3B5CC0D5-20E9-4E51-B93A-31BD1E38FF5F}"/>
                </a:ext>
              </a:extLst>
            </p:cNvPr>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97" name="Rectangle 65">
              <a:extLst>
                <a:ext uri="{FF2B5EF4-FFF2-40B4-BE49-F238E27FC236}">
                  <a16:creationId xmlns:a16="http://schemas.microsoft.com/office/drawing/2014/main" id="{C76D2AED-D5AB-4FE7-8F13-0F2363891D4D}"/>
                </a:ext>
              </a:extLst>
            </p:cNvPr>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298" name="Rectangle 66">
              <a:extLst>
                <a:ext uri="{FF2B5EF4-FFF2-40B4-BE49-F238E27FC236}">
                  <a16:creationId xmlns:a16="http://schemas.microsoft.com/office/drawing/2014/main" id="{BBBECAA0-3B1D-4567-A3CC-8EF7DA704270}"/>
                </a:ext>
              </a:extLst>
            </p:cNvPr>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299" name="Group 67">
            <a:extLst>
              <a:ext uri="{FF2B5EF4-FFF2-40B4-BE49-F238E27FC236}">
                <a16:creationId xmlns:a16="http://schemas.microsoft.com/office/drawing/2014/main" id="{63CDF1B1-7DE1-4088-8B57-AE0D3AF0651B}"/>
              </a:ext>
            </a:extLst>
          </p:cNvPr>
          <p:cNvGrpSpPr>
            <a:grpSpLocks noChangeAspect="1"/>
          </p:cNvGrpSpPr>
          <p:nvPr/>
        </p:nvGrpSpPr>
        <p:grpSpPr bwMode="auto">
          <a:xfrm>
            <a:off x="6670013" y="2678511"/>
            <a:ext cx="693738" cy="627063"/>
            <a:chOff x="431" y="391"/>
            <a:chExt cx="573" cy="518"/>
          </a:xfrm>
        </p:grpSpPr>
        <p:sp>
          <p:nvSpPr>
            <p:cNvPr id="300" name="AutoShape 68">
              <a:extLst>
                <a:ext uri="{FF2B5EF4-FFF2-40B4-BE49-F238E27FC236}">
                  <a16:creationId xmlns:a16="http://schemas.microsoft.com/office/drawing/2014/main" id="{5133F302-070B-426E-A339-C0019FC2DE30}"/>
                </a:ext>
              </a:extLst>
            </p:cNvPr>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301" name="Rectangle 69">
              <a:extLst>
                <a:ext uri="{FF2B5EF4-FFF2-40B4-BE49-F238E27FC236}">
                  <a16:creationId xmlns:a16="http://schemas.microsoft.com/office/drawing/2014/main" id="{0DC9B389-6FDD-49C1-B934-120AD55A2732}"/>
                </a:ext>
              </a:extLst>
            </p:cNvPr>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302" name="Rectangle 70">
              <a:extLst>
                <a:ext uri="{FF2B5EF4-FFF2-40B4-BE49-F238E27FC236}">
                  <a16:creationId xmlns:a16="http://schemas.microsoft.com/office/drawing/2014/main" id="{D525CFF5-0AC1-4F80-8F9B-2F057EE4A9B5}"/>
                </a:ext>
              </a:extLst>
            </p:cNvPr>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303" name="Freeform 71">
              <a:extLst>
                <a:ext uri="{FF2B5EF4-FFF2-40B4-BE49-F238E27FC236}">
                  <a16:creationId xmlns:a16="http://schemas.microsoft.com/office/drawing/2014/main" id="{2C863B4A-251B-4994-A92F-F4AFAB58B993}"/>
                </a:ext>
              </a:extLst>
            </p:cNvPr>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04" name="Freeform 72">
              <a:extLst>
                <a:ext uri="{FF2B5EF4-FFF2-40B4-BE49-F238E27FC236}">
                  <a16:creationId xmlns:a16="http://schemas.microsoft.com/office/drawing/2014/main" id="{A47C3DA4-0EBF-44C1-B471-28FED6E7BFE3}"/>
                </a:ext>
              </a:extLst>
            </p:cNvPr>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305" name="Line 73">
              <a:extLst>
                <a:ext uri="{FF2B5EF4-FFF2-40B4-BE49-F238E27FC236}">
                  <a16:creationId xmlns:a16="http://schemas.microsoft.com/office/drawing/2014/main" id="{90F5FA2A-ECC7-4A33-B77E-920DE9FBD2F7}"/>
                </a:ext>
              </a:extLst>
            </p:cNvPr>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306" name="Freeform 74">
              <a:extLst>
                <a:ext uri="{FF2B5EF4-FFF2-40B4-BE49-F238E27FC236}">
                  <a16:creationId xmlns:a16="http://schemas.microsoft.com/office/drawing/2014/main" id="{148C1EDD-981F-401F-94E8-29DB6BF9E1E1}"/>
                </a:ext>
              </a:extLst>
            </p:cNvPr>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07" name="Freeform 75">
              <a:extLst>
                <a:ext uri="{FF2B5EF4-FFF2-40B4-BE49-F238E27FC236}">
                  <a16:creationId xmlns:a16="http://schemas.microsoft.com/office/drawing/2014/main" id="{59F3569A-B212-4828-BDBA-74E900052BA3}"/>
                </a:ext>
              </a:extLst>
            </p:cNvPr>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308" name="Freeform 76">
              <a:extLst>
                <a:ext uri="{FF2B5EF4-FFF2-40B4-BE49-F238E27FC236}">
                  <a16:creationId xmlns:a16="http://schemas.microsoft.com/office/drawing/2014/main" id="{F0275647-EDE6-46ED-B20E-C273435B85C8}"/>
                </a:ext>
              </a:extLst>
            </p:cNvPr>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09" name="Freeform 77">
              <a:extLst>
                <a:ext uri="{FF2B5EF4-FFF2-40B4-BE49-F238E27FC236}">
                  <a16:creationId xmlns:a16="http://schemas.microsoft.com/office/drawing/2014/main" id="{5E125CEA-AAB7-4CE2-98EA-8797891FE4CB}"/>
                </a:ext>
              </a:extLst>
            </p:cNvPr>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310" name="Freeform 78">
              <a:extLst>
                <a:ext uri="{FF2B5EF4-FFF2-40B4-BE49-F238E27FC236}">
                  <a16:creationId xmlns:a16="http://schemas.microsoft.com/office/drawing/2014/main" id="{D56FB01B-45D9-4892-BF4D-304140722736}"/>
                </a:ext>
              </a:extLst>
            </p:cNvPr>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11" name="Freeform 79">
              <a:extLst>
                <a:ext uri="{FF2B5EF4-FFF2-40B4-BE49-F238E27FC236}">
                  <a16:creationId xmlns:a16="http://schemas.microsoft.com/office/drawing/2014/main" id="{07CD5AAF-CCCF-4C63-9F12-73138126DE0A}"/>
                </a:ext>
              </a:extLst>
            </p:cNvPr>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312" name="Rectangle 80">
              <a:extLst>
                <a:ext uri="{FF2B5EF4-FFF2-40B4-BE49-F238E27FC236}">
                  <a16:creationId xmlns:a16="http://schemas.microsoft.com/office/drawing/2014/main" id="{038C9CEB-B903-4B56-B476-0906DDBAD379}"/>
                </a:ext>
              </a:extLst>
            </p:cNvPr>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313" name="Rectangle 81">
              <a:extLst>
                <a:ext uri="{FF2B5EF4-FFF2-40B4-BE49-F238E27FC236}">
                  <a16:creationId xmlns:a16="http://schemas.microsoft.com/office/drawing/2014/main" id="{09CE14FF-0CA4-438E-B87A-DFA1790057C4}"/>
                </a:ext>
              </a:extLst>
            </p:cNvPr>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314" name="Freeform 82">
              <a:extLst>
                <a:ext uri="{FF2B5EF4-FFF2-40B4-BE49-F238E27FC236}">
                  <a16:creationId xmlns:a16="http://schemas.microsoft.com/office/drawing/2014/main" id="{A6D53A15-B948-4E47-B673-F3D75462A5CC}"/>
                </a:ext>
              </a:extLst>
            </p:cNvPr>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15" name="Rectangle 83">
              <a:extLst>
                <a:ext uri="{FF2B5EF4-FFF2-40B4-BE49-F238E27FC236}">
                  <a16:creationId xmlns:a16="http://schemas.microsoft.com/office/drawing/2014/main" id="{6E0DFD20-FE02-405D-AA95-E9E9096F937A}"/>
                </a:ext>
              </a:extLst>
            </p:cNvPr>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316" name="Rectangle 84">
              <a:extLst>
                <a:ext uri="{FF2B5EF4-FFF2-40B4-BE49-F238E27FC236}">
                  <a16:creationId xmlns:a16="http://schemas.microsoft.com/office/drawing/2014/main" id="{6FC193C5-8ABF-4A29-A98A-8E9BFFE77913}"/>
                </a:ext>
              </a:extLst>
            </p:cNvPr>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317" name="Group 85">
            <a:extLst>
              <a:ext uri="{FF2B5EF4-FFF2-40B4-BE49-F238E27FC236}">
                <a16:creationId xmlns:a16="http://schemas.microsoft.com/office/drawing/2014/main" id="{DF84FA90-248D-433B-950E-6D3B5ADD5A3C}"/>
              </a:ext>
            </a:extLst>
          </p:cNvPr>
          <p:cNvGrpSpPr>
            <a:grpSpLocks noChangeAspect="1"/>
          </p:cNvGrpSpPr>
          <p:nvPr/>
        </p:nvGrpSpPr>
        <p:grpSpPr bwMode="auto">
          <a:xfrm>
            <a:off x="7678076" y="3183336"/>
            <a:ext cx="693737" cy="627063"/>
            <a:chOff x="431" y="391"/>
            <a:chExt cx="573" cy="518"/>
          </a:xfrm>
        </p:grpSpPr>
        <p:sp>
          <p:nvSpPr>
            <p:cNvPr id="318" name="AutoShape 86">
              <a:extLst>
                <a:ext uri="{FF2B5EF4-FFF2-40B4-BE49-F238E27FC236}">
                  <a16:creationId xmlns:a16="http://schemas.microsoft.com/office/drawing/2014/main" id="{55D28D6C-841A-48AA-9EFC-F30795A3E786}"/>
                </a:ext>
              </a:extLst>
            </p:cNvPr>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319" name="Rectangle 87">
              <a:extLst>
                <a:ext uri="{FF2B5EF4-FFF2-40B4-BE49-F238E27FC236}">
                  <a16:creationId xmlns:a16="http://schemas.microsoft.com/office/drawing/2014/main" id="{B193184C-B7AA-47C4-AFF1-D28F52EEB8BE}"/>
                </a:ext>
              </a:extLst>
            </p:cNvPr>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320" name="Rectangle 88">
              <a:extLst>
                <a:ext uri="{FF2B5EF4-FFF2-40B4-BE49-F238E27FC236}">
                  <a16:creationId xmlns:a16="http://schemas.microsoft.com/office/drawing/2014/main" id="{817F60D6-54CE-4D6C-8562-A9E0F4098B83}"/>
                </a:ext>
              </a:extLst>
            </p:cNvPr>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321" name="Freeform 89">
              <a:extLst>
                <a:ext uri="{FF2B5EF4-FFF2-40B4-BE49-F238E27FC236}">
                  <a16:creationId xmlns:a16="http://schemas.microsoft.com/office/drawing/2014/main" id="{9341A245-2C1C-4B61-BD40-1D501B313B33}"/>
                </a:ext>
              </a:extLst>
            </p:cNvPr>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22" name="Freeform 90">
              <a:extLst>
                <a:ext uri="{FF2B5EF4-FFF2-40B4-BE49-F238E27FC236}">
                  <a16:creationId xmlns:a16="http://schemas.microsoft.com/office/drawing/2014/main" id="{F890ABE3-CA74-4407-8493-15F8372B4419}"/>
                </a:ext>
              </a:extLst>
            </p:cNvPr>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323" name="Line 91">
              <a:extLst>
                <a:ext uri="{FF2B5EF4-FFF2-40B4-BE49-F238E27FC236}">
                  <a16:creationId xmlns:a16="http://schemas.microsoft.com/office/drawing/2014/main" id="{7DC5F4AC-6E28-4A99-97B6-7414515807B7}"/>
                </a:ext>
              </a:extLst>
            </p:cNvPr>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324" name="Freeform 92">
              <a:extLst>
                <a:ext uri="{FF2B5EF4-FFF2-40B4-BE49-F238E27FC236}">
                  <a16:creationId xmlns:a16="http://schemas.microsoft.com/office/drawing/2014/main" id="{2C694E0D-CCEB-4626-B802-AEA24DF58104}"/>
                </a:ext>
              </a:extLst>
            </p:cNvPr>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25" name="Freeform 93">
              <a:extLst>
                <a:ext uri="{FF2B5EF4-FFF2-40B4-BE49-F238E27FC236}">
                  <a16:creationId xmlns:a16="http://schemas.microsoft.com/office/drawing/2014/main" id="{2CCB9EE3-2CEA-4800-8B5E-A8C4FC1F9597}"/>
                </a:ext>
              </a:extLst>
            </p:cNvPr>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326" name="Freeform 94">
              <a:extLst>
                <a:ext uri="{FF2B5EF4-FFF2-40B4-BE49-F238E27FC236}">
                  <a16:creationId xmlns:a16="http://schemas.microsoft.com/office/drawing/2014/main" id="{AA95002A-2FE4-48F1-B035-E6268B6583C2}"/>
                </a:ext>
              </a:extLst>
            </p:cNvPr>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27" name="Freeform 95">
              <a:extLst>
                <a:ext uri="{FF2B5EF4-FFF2-40B4-BE49-F238E27FC236}">
                  <a16:creationId xmlns:a16="http://schemas.microsoft.com/office/drawing/2014/main" id="{ECB3A252-8F81-4BF2-A79E-1EC8151C95F4}"/>
                </a:ext>
              </a:extLst>
            </p:cNvPr>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328" name="Freeform 96">
              <a:extLst>
                <a:ext uri="{FF2B5EF4-FFF2-40B4-BE49-F238E27FC236}">
                  <a16:creationId xmlns:a16="http://schemas.microsoft.com/office/drawing/2014/main" id="{6487A7FA-EF26-44BD-9778-36FFD3A93B3D}"/>
                </a:ext>
              </a:extLst>
            </p:cNvPr>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29" name="Freeform 97">
              <a:extLst>
                <a:ext uri="{FF2B5EF4-FFF2-40B4-BE49-F238E27FC236}">
                  <a16:creationId xmlns:a16="http://schemas.microsoft.com/office/drawing/2014/main" id="{4A76E4D9-F3DB-4D72-811C-609EEE298DD4}"/>
                </a:ext>
              </a:extLst>
            </p:cNvPr>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330" name="Rectangle 98">
              <a:extLst>
                <a:ext uri="{FF2B5EF4-FFF2-40B4-BE49-F238E27FC236}">
                  <a16:creationId xmlns:a16="http://schemas.microsoft.com/office/drawing/2014/main" id="{41D41DD7-441A-4A98-BDBD-C98679DA36A7}"/>
                </a:ext>
              </a:extLst>
            </p:cNvPr>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331" name="Rectangle 99">
              <a:extLst>
                <a:ext uri="{FF2B5EF4-FFF2-40B4-BE49-F238E27FC236}">
                  <a16:creationId xmlns:a16="http://schemas.microsoft.com/office/drawing/2014/main" id="{9613F3EC-BE82-45D9-B996-B1E111F116B1}"/>
                </a:ext>
              </a:extLst>
            </p:cNvPr>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332" name="Freeform 100">
              <a:extLst>
                <a:ext uri="{FF2B5EF4-FFF2-40B4-BE49-F238E27FC236}">
                  <a16:creationId xmlns:a16="http://schemas.microsoft.com/office/drawing/2014/main" id="{E731EE2D-D36F-4A2F-822F-3D0E597BD0EE}"/>
                </a:ext>
              </a:extLst>
            </p:cNvPr>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33" name="Rectangle 101">
              <a:extLst>
                <a:ext uri="{FF2B5EF4-FFF2-40B4-BE49-F238E27FC236}">
                  <a16:creationId xmlns:a16="http://schemas.microsoft.com/office/drawing/2014/main" id="{017440A3-CDAD-4D44-BF5E-95709DAC5B91}"/>
                </a:ext>
              </a:extLst>
            </p:cNvPr>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334" name="Rectangle 102">
              <a:extLst>
                <a:ext uri="{FF2B5EF4-FFF2-40B4-BE49-F238E27FC236}">
                  <a16:creationId xmlns:a16="http://schemas.microsoft.com/office/drawing/2014/main" id="{EF545BE1-1BBC-4B63-BA58-796BA5313B70}"/>
                </a:ext>
              </a:extLst>
            </p:cNvPr>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335" name="Group 103">
            <a:extLst>
              <a:ext uri="{FF2B5EF4-FFF2-40B4-BE49-F238E27FC236}">
                <a16:creationId xmlns:a16="http://schemas.microsoft.com/office/drawing/2014/main" id="{B1505520-2848-48A9-90AC-0F093FFA6524}"/>
              </a:ext>
            </a:extLst>
          </p:cNvPr>
          <p:cNvGrpSpPr>
            <a:grpSpLocks noChangeAspect="1"/>
          </p:cNvGrpSpPr>
          <p:nvPr/>
        </p:nvGrpSpPr>
        <p:grpSpPr bwMode="auto">
          <a:xfrm>
            <a:off x="7822538" y="4046936"/>
            <a:ext cx="693738" cy="627063"/>
            <a:chOff x="431" y="391"/>
            <a:chExt cx="573" cy="518"/>
          </a:xfrm>
        </p:grpSpPr>
        <p:sp>
          <p:nvSpPr>
            <p:cNvPr id="336" name="AutoShape 104">
              <a:extLst>
                <a:ext uri="{FF2B5EF4-FFF2-40B4-BE49-F238E27FC236}">
                  <a16:creationId xmlns:a16="http://schemas.microsoft.com/office/drawing/2014/main" id="{AF56197E-1C02-4EBB-96BE-4CCA58AFCB3A}"/>
                </a:ext>
              </a:extLst>
            </p:cNvPr>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337" name="Rectangle 105">
              <a:extLst>
                <a:ext uri="{FF2B5EF4-FFF2-40B4-BE49-F238E27FC236}">
                  <a16:creationId xmlns:a16="http://schemas.microsoft.com/office/drawing/2014/main" id="{E1AB2DF3-B60A-4E23-B143-B89A33A56652}"/>
                </a:ext>
              </a:extLst>
            </p:cNvPr>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338" name="Rectangle 106">
              <a:extLst>
                <a:ext uri="{FF2B5EF4-FFF2-40B4-BE49-F238E27FC236}">
                  <a16:creationId xmlns:a16="http://schemas.microsoft.com/office/drawing/2014/main" id="{32344CBE-038E-4108-943E-09CBB275E0FA}"/>
                </a:ext>
              </a:extLst>
            </p:cNvPr>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339" name="Freeform 107">
              <a:extLst>
                <a:ext uri="{FF2B5EF4-FFF2-40B4-BE49-F238E27FC236}">
                  <a16:creationId xmlns:a16="http://schemas.microsoft.com/office/drawing/2014/main" id="{8E3F333F-08A5-49A0-9A75-95553E7075AA}"/>
                </a:ext>
              </a:extLst>
            </p:cNvPr>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40" name="Freeform 108">
              <a:extLst>
                <a:ext uri="{FF2B5EF4-FFF2-40B4-BE49-F238E27FC236}">
                  <a16:creationId xmlns:a16="http://schemas.microsoft.com/office/drawing/2014/main" id="{11ACDEA1-3FB8-440F-A67B-08E82DCE8BF2}"/>
                </a:ext>
              </a:extLst>
            </p:cNvPr>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341" name="Line 109">
              <a:extLst>
                <a:ext uri="{FF2B5EF4-FFF2-40B4-BE49-F238E27FC236}">
                  <a16:creationId xmlns:a16="http://schemas.microsoft.com/office/drawing/2014/main" id="{DEF9791A-C1A7-4384-A01F-56506486E5E9}"/>
                </a:ext>
              </a:extLst>
            </p:cNvPr>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342" name="Freeform 110">
              <a:extLst>
                <a:ext uri="{FF2B5EF4-FFF2-40B4-BE49-F238E27FC236}">
                  <a16:creationId xmlns:a16="http://schemas.microsoft.com/office/drawing/2014/main" id="{38428271-E2DB-4475-A2FB-A2B51953A0AB}"/>
                </a:ext>
              </a:extLst>
            </p:cNvPr>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43" name="Freeform 111">
              <a:extLst>
                <a:ext uri="{FF2B5EF4-FFF2-40B4-BE49-F238E27FC236}">
                  <a16:creationId xmlns:a16="http://schemas.microsoft.com/office/drawing/2014/main" id="{5E835EA3-A722-49D4-9DF0-1A76319E3F5F}"/>
                </a:ext>
              </a:extLst>
            </p:cNvPr>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344" name="Freeform 112">
              <a:extLst>
                <a:ext uri="{FF2B5EF4-FFF2-40B4-BE49-F238E27FC236}">
                  <a16:creationId xmlns:a16="http://schemas.microsoft.com/office/drawing/2014/main" id="{8305E747-7C81-4D01-AE6B-AA7736EB9ED8}"/>
                </a:ext>
              </a:extLst>
            </p:cNvPr>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45" name="Freeform 113">
              <a:extLst>
                <a:ext uri="{FF2B5EF4-FFF2-40B4-BE49-F238E27FC236}">
                  <a16:creationId xmlns:a16="http://schemas.microsoft.com/office/drawing/2014/main" id="{F07EC015-1407-4125-90C3-228B726AD4F7}"/>
                </a:ext>
              </a:extLst>
            </p:cNvPr>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346" name="Freeform 114">
              <a:extLst>
                <a:ext uri="{FF2B5EF4-FFF2-40B4-BE49-F238E27FC236}">
                  <a16:creationId xmlns:a16="http://schemas.microsoft.com/office/drawing/2014/main" id="{55A53B9E-65A3-4B60-896F-EA00DE92225E}"/>
                </a:ext>
              </a:extLst>
            </p:cNvPr>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47" name="Freeform 115">
              <a:extLst>
                <a:ext uri="{FF2B5EF4-FFF2-40B4-BE49-F238E27FC236}">
                  <a16:creationId xmlns:a16="http://schemas.microsoft.com/office/drawing/2014/main" id="{629E350E-A7F3-4408-9D7E-62D10EF7C6A4}"/>
                </a:ext>
              </a:extLst>
            </p:cNvPr>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348" name="Rectangle 116">
              <a:extLst>
                <a:ext uri="{FF2B5EF4-FFF2-40B4-BE49-F238E27FC236}">
                  <a16:creationId xmlns:a16="http://schemas.microsoft.com/office/drawing/2014/main" id="{8A2C51F7-489D-42FD-B1D1-3E529E4C99DF}"/>
                </a:ext>
              </a:extLst>
            </p:cNvPr>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349" name="Rectangle 117">
              <a:extLst>
                <a:ext uri="{FF2B5EF4-FFF2-40B4-BE49-F238E27FC236}">
                  <a16:creationId xmlns:a16="http://schemas.microsoft.com/office/drawing/2014/main" id="{48D51D2B-AB8E-4634-8352-1EE134FF5725}"/>
                </a:ext>
              </a:extLst>
            </p:cNvPr>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350" name="Freeform 118">
              <a:extLst>
                <a:ext uri="{FF2B5EF4-FFF2-40B4-BE49-F238E27FC236}">
                  <a16:creationId xmlns:a16="http://schemas.microsoft.com/office/drawing/2014/main" id="{671E75F8-8E92-419A-86A8-C8B5FF149A9A}"/>
                </a:ext>
              </a:extLst>
            </p:cNvPr>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51" name="Rectangle 119">
              <a:extLst>
                <a:ext uri="{FF2B5EF4-FFF2-40B4-BE49-F238E27FC236}">
                  <a16:creationId xmlns:a16="http://schemas.microsoft.com/office/drawing/2014/main" id="{30FC22D2-3F6A-4977-81C8-F90B1A353F0C}"/>
                </a:ext>
              </a:extLst>
            </p:cNvPr>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352" name="Rectangle 120">
              <a:extLst>
                <a:ext uri="{FF2B5EF4-FFF2-40B4-BE49-F238E27FC236}">
                  <a16:creationId xmlns:a16="http://schemas.microsoft.com/office/drawing/2014/main" id="{5372FB9B-68A9-4E22-B7CF-EB8CFF0E95BB}"/>
                </a:ext>
              </a:extLst>
            </p:cNvPr>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353" name="Group 121">
            <a:extLst>
              <a:ext uri="{FF2B5EF4-FFF2-40B4-BE49-F238E27FC236}">
                <a16:creationId xmlns:a16="http://schemas.microsoft.com/office/drawing/2014/main" id="{3B890C3A-F4CE-437A-A2F7-18AF2EE85D86}"/>
              </a:ext>
            </a:extLst>
          </p:cNvPr>
          <p:cNvGrpSpPr>
            <a:grpSpLocks noChangeAspect="1"/>
          </p:cNvGrpSpPr>
          <p:nvPr/>
        </p:nvGrpSpPr>
        <p:grpSpPr bwMode="auto">
          <a:xfrm>
            <a:off x="7606638" y="4912124"/>
            <a:ext cx="693738" cy="627062"/>
            <a:chOff x="431" y="391"/>
            <a:chExt cx="573" cy="518"/>
          </a:xfrm>
        </p:grpSpPr>
        <p:sp>
          <p:nvSpPr>
            <p:cNvPr id="354" name="AutoShape 122">
              <a:extLst>
                <a:ext uri="{FF2B5EF4-FFF2-40B4-BE49-F238E27FC236}">
                  <a16:creationId xmlns:a16="http://schemas.microsoft.com/office/drawing/2014/main" id="{1CAD2E7A-6E33-4CFF-AD26-D124B6F9A0A5}"/>
                </a:ext>
              </a:extLst>
            </p:cNvPr>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355" name="Rectangle 123">
              <a:extLst>
                <a:ext uri="{FF2B5EF4-FFF2-40B4-BE49-F238E27FC236}">
                  <a16:creationId xmlns:a16="http://schemas.microsoft.com/office/drawing/2014/main" id="{7703B93D-0244-44C9-936C-58320E38B023}"/>
                </a:ext>
              </a:extLst>
            </p:cNvPr>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356" name="Rectangle 124">
              <a:extLst>
                <a:ext uri="{FF2B5EF4-FFF2-40B4-BE49-F238E27FC236}">
                  <a16:creationId xmlns:a16="http://schemas.microsoft.com/office/drawing/2014/main" id="{1EFF1F7E-AA7E-4B8E-91D2-C1C7764AC406}"/>
                </a:ext>
              </a:extLst>
            </p:cNvPr>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357" name="Freeform 125">
              <a:extLst>
                <a:ext uri="{FF2B5EF4-FFF2-40B4-BE49-F238E27FC236}">
                  <a16:creationId xmlns:a16="http://schemas.microsoft.com/office/drawing/2014/main" id="{5A8C5739-49DE-4C9C-BD75-6116DD444AA3}"/>
                </a:ext>
              </a:extLst>
            </p:cNvPr>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58" name="Freeform 126">
              <a:extLst>
                <a:ext uri="{FF2B5EF4-FFF2-40B4-BE49-F238E27FC236}">
                  <a16:creationId xmlns:a16="http://schemas.microsoft.com/office/drawing/2014/main" id="{FAC954F0-A425-44AA-A794-F4C74F3B7F24}"/>
                </a:ext>
              </a:extLst>
            </p:cNvPr>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359" name="Line 127">
              <a:extLst>
                <a:ext uri="{FF2B5EF4-FFF2-40B4-BE49-F238E27FC236}">
                  <a16:creationId xmlns:a16="http://schemas.microsoft.com/office/drawing/2014/main" id="{B014EC6A-D32F-432E-A71E-C035F9EA4FA2}"/>
                </a:ext>
              </a:extLst>
            </p:cNvPr>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360" name="Freeform 128">
              <a:extLst>
                <a:ext uri="{FF2B5EF4-FFF2-40B4-BE49-F238E27FC236}">
                  <a16:creationId xmlns:a16="http://schemas.microsoft.com/office/drawing/2014/main" id="{B725EA41-4F6E-4F86-8ADF-93D0BB76EC42}"/>
                </a:ext>
              </a:extLst>
            </p:cNvPr>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61" name="Freeform 129">
              <a:extLst>
                <a:ext uri="{FF2B5EF4-FFF2-40B4-BE49-F238E27FC236}">
                  <a16:creationId xmlns:a16="http://schemas.microsoft.com/office/drawing/2014/main" id="{27BEDB59-031B-4EEB-A10D-3D2EBFF59805}"/>
                </a:ext>
              </a:extLst>
            </p:cNvPr>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362" name="Freeform 130">
              <a:extLst>
                <a:ext uri="{FF2B5EF4-FFF2-40B4-BE49-F238E27FC236}">
                  <a16:creationId xmlns:a16="http://schemas.microsoft.com/office/drawing/2014/main" id="{6708A2F6-0F79-41DF-ACF3-CC7EBC53988F}"/>
                </a:ext>
              </a:extLst>
            </p:cNvPr>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63" name="Freeform 131">
              <a:extLst>
                <a:ext uri="{FF2B5EF4-FFF2-40B4-BE49-F238E27FC236}">
                  <a16:creationId xmlns:a16="http://schemas.microsoft.com/office/drawing/2014/main" id="{25249D68-ECB2-458D-9D2F-4E502F095299}"/>
                </a:ext>
              </a:extLst>
            </p:cNvPr>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364" name="Freeform 132">
              <a:extLst>
                <a:ext uri="{FF2B5EF4-FFF2-40B4-BE49-F238E27FC236}">
                  <a16:creationId xmlns:a16="http://schemas.microsoft.com/office/drawing/2014/main" id="{E0ADD6A6-6C29-45CF-8269-CBD3405DCA89}"/>
                </a:ext>
              </a:extLst>
            </p:cNvPr>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65" name="Freeform 133">
              <a:extLst>
                <a:ext uri="{FF2B5EF4-FFF2-40B4-BE49-F238E27FC236}">
                  <a16:creationId xmlns:a16="http://schemas.microsoft.com/office/drawing/2014/main" id="{80DAA9FF-EE9E-488E-A625-7ABA06DF94F0}"/>
                </a:ext>
              </a:extLst>
            </p:cNvPr>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366" name="Rectangle 134">
              <a:extLst>
                <a:ext uri="{FF2B5EF4-FFF2-40B4-BE49-F238E27FC236}">
                  <a16:creationId xmlns:a16="http://schemas.microsoft.com/office/drawing/2014/main" id="{C2BF2E37-4424-4B17-B692-17F69FF0BD91}"/>
                </a:ext>
              </a:extLst>
            </p:cNvPr>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367" name="Rectangle 135">
              <a:extLst>
                <a:ext uri="{FF2B5EF4-FFF2-40B4-BE49-F238E27FC236}">
                  <a16:creationId xmlns:a16="http://schemas.microsoft.com/office/drawing/2014/main" id="{19514FB8-41D1-4719-90C6-A2321A5E20BC}"/>
                </a:ext>
              </a:extLst>
            </p:cNvPr>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368" name="Freeform 136">
              <a:extLst>
                <a:ext uri="{FF2B5EF4-FFF2-40B4-BE49-F238E27FC236}">
                  <a16:creationId xmlns:a16="http://schemas.microsoft.com/office/drawing/2014/main" id="{60C2AB72-DD00-4F5A-9E32-343292A1A78A}"/>
                </a:ext>
              </a:extLst>
            </p:cNvPr>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69" name="Rectangle 137">
              <a:extLst>
                <a:ext uri="{FF2B5EF4-FFF2-40B4-BE49-F238E27FC236}">
                  <a16:creationId xmlns:a16="http://schemas.microsoft.com/office/drawing/2014/main" id="{35218F1F-18B8-459C-9160-A07AC6E48711}"/>
                </a:ext>
              </a:extLst>
            </p:cNvPr>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370" name="Rectangle 138">
              <a:extLst>
                <a:ext uri="{FF2B5EF4-FFF2-40B4-BE49-F238E27FC236}">
                  <a16:creationId xmlns:a16="http://schemas.microsoft.com/office/drawing/2014/main" id="{E79E4055-57E9-479B-B7E2-4E3C7D947CC2}"/>
                </a:ext>
              </a:extLst>
            </p:cNvPr>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371" name="Group 139">
            <a:extLst>
              <a:ext uri="{FF2B5EF4-FFF2-40B4-BE49-F238E27FC236}">
                <a16:creationId xmlns:a16="http://schemas.microsoft.com/office/drawing/2014/main" id="{4C67AA85-97E8-4739-9B62-9BBC5A267572}"/>
              </a:ext>
            </a:extLst>
          </p:cNvPr>
          <p:cNvGrpSpPr>
            <a:grpSpLocks noChangeAspect="1"/>
          </p:cNvGrpSpPr>
          <p:nvPr/>
        </p:nvGrpSpPr>
        <p:grpSpPr bwMode="auto">
          <a:xfrm>
            <a:off x="6741451" y="5415361"/>
            <a:ext cx="693737" cy="627063"/>
            <a:chOff x="431" y="391"/>
            <a:chExt cx="573" cy="518"/>
          </a:xfrm>
        </p:grpSpPr>
        <p:sp>
          <p:nvSpPr>
            <p:cNvPr id="372" name="AutoShape 140">
              <a:extLst>
                <a:ext uri="{FF2B5EF4-FFF2-40B4-BE49-F238E27FC236}">
                  <a16:creationId xmlns:a16="http://schemas.microsoft.com/office/drawing/2014/main" id="{44799C2A-5EEB-4BED-A4B1-C3D19BB94A47}"/>
                </a:ext>
              </a:extLst>
            </p:cNvPr>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373" name="Rectangle 141">
              <a:extLst>
                <a:ext uri="{FF2B5EF4-FFF2-40B4-BE49-F238E27FC236}">
                  <a16:creationId xmlns:a16="http://schemas.microsoft.com/office/drawing/2014/main" id="{FE407728-1D3C-495D-A6BD-5416C46AC246}"/>
                </a:ext>
              </a:extLst>
            </p:cNvPr>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374" name="Rectangle 142">
              <a:extLst>
                <a:ext uri="{FF2B5EF4-FFF2-40B4-BE49-F238E27FC236}">
                  <a16:creationId xmlns:a16="http://schemas.microsoft.com/office/drawing/2014/main" id="{65649686-D96A-4930-BACF-02FADAE72338}"/>
                </a:ext>
              </a:extLst>
            </p:cNvPr>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375" name="Freeform 143">
              <a:extLst>
                <a:ext uri="{FF2B5EF4-FFF2-40B4-BE49-F238E27FC236}">
                  <a16:creationId xmlns:a16="http://schemas.microsoft.com/office/drawing/2014/main" id="{056BA15A-675D-4223-A79A-FD0207A6760C}"/>
                </a:ext>
              </a:extLst>
            </p:cNvPr>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76" name="Freeform 144">
              <a:extLst>
                <a:ext uri="{FF2B5EF4-FFF2-40B4-BE49-F238E27FC236}">
                  <a16:creationId xmlns:a16="http://schemas.microsoft.com/office/drawing/2014/main" id="{A71FC4A5-B1D2-41B8-96C6-968B36FDCE23}"/>
                </a:ext>
              </a:extLst>
            </p:cNvPr>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377" name="Line 145">
              <a:extLst>
                <a:ext uri="{FF2B5EF4-FFF2-40B4-BE49-F238E27FC236}">
                  <a16:creationId xmlns:a16="http://schemas.microsoft.com/office/drawing/2014/main" id="{CDE0AF88-3CA1-4FB6-93B7-DFF92706D7EA}"/>
                </a:ext>
              </a:extLst>
            </p:cNvPr>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378" name="Freeform 146">
              <a:extLst>
                <a:ext uri="{FF2B5EF4-FFF2-40B4-BE49-F238E27FC236}">
                  <a16:creationId xmlns:a16="http://schemas.microsoft.com/office/drawing/2014/main" id="{DE6D28A9-C857-411B-839E-048AE9C8A9FA}"/>
                </a:ext>
              </a:extLst>
            </p:cNvPr>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79" name="Freeform 147">
              <a:extLst>
                <a:ext uri="{FF2B5EF4-FFF2-40B4-BE49-F238E27FC236}">
                  <a16:creationId xmlns:a16="http://schemas.microsoft.com/office/drawing/2014/main" id="{45001825-2C31-46D9-BB3E-F1402F787CD6}"/>
                </a:ext>
              </a:extLst>
            </p:cNvPr>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380" name="Freeform 148">
              <a:extLst>
                <a:ext uri="{FF2B5EF4-FFF2-40B4-BE49-F238E27FC236}">
                  <a16:creationId xmlns:a16="http://schemas.microsoft.com/office/drawing/2014/main" id="{241EAEE7-9981-4AD3-9E82-B48FABAF38F0}"/>
                </a:ext>
              </a:extLst>
            </p:cNvPr>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81" name="Freeform 149">
              <a:extLst>
                <a:ext uri="{FF2B5EF4-FFF2-40B4-BE49-F238E27FC236}">
                  <a16:creationId xmlns:a16="http://schemas.microsoft.com/office/drawing/2014/main" id="{DFCD164F-86F9-4583-90BC-6FA0CAA29DD0}"/>
                </a:ext>
              </a:extLst>
            </p:cNvPr>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382" name="Freeform 150">
              <a:extLst>
                <a:ext uri="{FF2B5EF4-FFF2-40B4-BE49-F238E27FC236}">
                  <a16:creationId xmlns:a16="http://schemas.microsoft.com/office/drawing/2014/main" id="{07FDF74F-0F46-496F-8EA4-3B3D04A43A32}"/>
                </a:ext>
              </a:extLst>
            </p:cNvPr>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83" name="Freeform 151">
              <a:extLst>
                <a:ext uri="{FF2B5EF4-FFF2-40B4-BE49-F238E27FC236}">
                  <a16:creationId xmlns:a16="http://schemas.microsoft.com/office/drawing/2014/main" id="{CF7332A6-2245-4376-A6CB-B977DBFF6497}"/>
                </a:ext>
              </a:extLst>
            </p:cNvPr>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384" name="Rectangle 152">
              <a:extLst>
                <a:ext uri="{FF2B5EF4-FFF2-40B4-BE49-F238E27FC236}">
                  <a16:creationId xmlns:a16="http://schemas.microsoft.com/office/drawing/2014/main" id="{D8632370-9DEF-4DC6-A25C-6B77A2A06C3E}"/>
                </a:ext>
              </a:extLst>
            </p:cNvPr>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385" name="Rectangle 153">
              <a:extLst>
                <a:ext uri="{FF2B5EF4-FFF2-40B4-BE49-F238E27FC236}">
                  <a16:creationId xmlns:a16="http://schemas.microsoft.com/office/drawing/2014/main" id="{45793AFA-D3D8-43F7-8419-07126DF80AA6}"/>
                </a:ext>
              </a:extLst>
            </p:cNvPr>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386" name="Freeform 154">
              <a:extLst>
                <a:ext uri="{FF2B5EF4-FFF2-40B4-BE49-F238E27FC236}">
                  <a16:creationId xmlns:a16="http://schemas.microsoft.com/office/drawing/2014/main" id="{1BCBDD38-5B54-46B4-9169-75C4C9478D65}"/>
                </a:ext>
              </a:extLst>
            </p:cNvPr>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87" name="Rectangle 155">
              <a:extLst>
                <a:ext uri="{FF2B5EF4-FFF2-40B4-BE49-F238E27FC236}">
                  <a16:creationId xmlns:a16="http://schemas.microsoft.com/office/drawing/2014/main" id="{08486011-1499-4112-B0A7-5829BF3D7DFF}"/>
                </a:ext>
              </a:extLst>
            </p:cNvPr>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388" name="Rectangle 156">
              <a:extLst>
                <a:ext uri="{FF2B5EF4-FFF2-40B4-BE49-F238E27FC236}">
                  <a16:creationId xmlns:a16="http://schemas.microsoft.com/office/drawing/2014/main" id="{27165B5B-66FC-4D0E-805E-ECF5E51385A9}"/>
                </a:ext>
              </a:extLst>
            </p:cNvPr>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389" name="Group 157">
            <a:extLst>
              <a:ext uri="{FF2B5EF4-FFF2-40B4-BE49-F238E27FC236}">
                <a16:creationId xmlns:a16="http://schemas.microsoft.com/office/drawing/2014/main" id="{A5DCCA72-8C76-470F-9914-321B91231525}"/>
              </a:ext>
            </a:extLst>
          </p:cNvPr>
          <p:cNvGrpSpPr>
            <a:grpSpLocks noChangeAspect="1"/>
          </p:cNvGrpSpPr>
          <p:nvPr/>
        </p:nvGrpSpPr>
        <p:grpSpPr bwMode="auto">
          <a:xfrm>
            <a:off x="5806413" y="5775724"/>
            <a:ext cx="693738" cy="627062"/>
            <a:chOff x="431" y="391"/>
            <a:chExt cx="573" cy="518"/>
          </a:xfrm>
        </p:grpSpPr>
        <p:sp>
          <p:nvSpPr>
            <p:cNvPr id="390" name="AutoShape 158">
              <a:extLst>
                <a:ext uri="{FF2B5EF4-FFF2-40B4-BE49-F238E27FC236}">
                  <a16:creationId xmlns:a16="http://schemas.microsoft.com/office/drawing/2014/main" id="{E226F2F3-260F-4787-A647-AAD885D3A47F}"/>
                </a:ext>
              </a:extLst>
            </p:cNvPr>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391" name="Rectangle 159">
              <a:extLst>
                <a:ext uri="{FF2B5EF4-FFF2-40B4-BE49-F238E27FC236}">
                  <a16:creationId xmlns:a16="http://schemas.microsoft.com/office/drawing/2014/main" id="{3E69F92C-23B9-403C-A892-47441A442C4F}"/>
                </a:ext>
              </a:extLst>
            </p:cNvPr>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392" name="Rectangle 160">
              <a:extLst>
                <a:ext uri="{FF2B5EF4-FFF2-40B4-BE49-F238E27FC236}">
                  <a16:creationId xmlns:a16="http://schemas.microsoft.com/office/drawing/2014/main" id="{9DD6658A-1515-4344-BF90-6358363F84CF}"/>
                </a:ext>
              </a:extLst>
            </p:cNvPr>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393" name="Freeform 161">
              <a:extLst>
                <a:ext uri="{FF2B5EF4-FFF2-40B4-BE49-F238E27FC236}">
                  <a16:creationId xmlns:a16="http://schemas.microsoft.com/office/drawing/2014/main" id="{E7B6C162-D24C-427B-A4F0-14C5C186BABD}"/>
                </a:ext>
              </a:extLst>
            </p:cNvPr>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94" name="Freeform 162">
              <a:extLst>
                <a:ext uri="{FF2B5EF4-FFF2-40B4-BE49-F238E27FC236}">
                  <a16:creationId xmlns:a16="http://schemas.microsoft.com/office/drawing/2014/main" id="{D447428D-046F-4915-ADF0-5C46BE1DD3BA}"/>
                </a:ext>
              </a:extLst>
            </p:cNvPr>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395" name="Line 163">
              <a:extLst>
                <a:ext uri="{FF2B5EF4-FFF2-40B4-BE49-F238E27FC236}">
                  <a16:creationId xmlns:a16="http://schemas.microsoft.com/office/drawing/2014/main" id="{7CC67987-4C75-4F52-BDC7-92715F9539CD}"/>
                </a:ext>
              </a:extLst>
            </p:cNvPr>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396" name="Freeform 164">
              <a:extLst>
                <a:ext uri="{FF2B5EF4-FFF2-40B4-BE49-F238E27FC236}">
                  <a16:creationId xmlns:a16="http://schemas.microsoft.com/office/drawing/2014/main" id="{3A5A1195-C2F6-43E3-9F41-FC056FBCC417}"/>
                </a:ext>
              </a:extLst>
            </p:cNvPr>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97" name="Freeform 165">
              <a:extLst>
                <a:ext uri="{FF2B5EF4-FFF2-40B4-BE49-F238E27FC236}">
                  <a16:creationId xmlns:a16="http://schemas.microsoft.com/office/drawing/2014/main" id="{F1434052-983B-4F7E-8790-85EFE7FABA45}"/>
                </a:ext>
              </a:extLst>
            </p:cNvPr>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398" name="Freeform 166">
              <a:extLst>
                <a:ext uri="{FF2B5EF4-FFF2-40B4-BE49-F238E27FC236}">
                  <a16:creationId xmlns:a16="http://schemas.microsoft.com/office/drawing/2014/main" id="{C2FF2CC4-7399-4F0C-BFE6-E3E71375F7F9}"/>
                </a:ext>
              </a:extLst>
            </p:cNvPr>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99" name="Freeform 167">
              <a:extLst>
                <a:ext uri="{FF2B5EF4-FFF2-40B4-BE49-F238E27FC236}">
                  <a16:creationId xmlns:a16="http://schemas.microsoft.com/office/drawing/2014/main" id="{78272A9F-E23D-41F1-B2D9-7BF27D042915}"/>
                </a:ext>
              </a:extLst>
            </p:cNvPr>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400" name="Freeform 168">
              <a:extLst>
                <a:ext uri="{FF2B5EF4-FFF2-40B4-BE49-F238E27FC236}">
                  <a16:creationId xmlns:a16="http://schemas.microsoft.com/office/drawing/2014/main" id="{3C1D3843-D190-4E0A-9E5F-F46241252BB2}"/>
                </a:ext>
              </a:extLst>
            </p:cNvPr>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01" name="Freeform 169">
              <a:extLst>
                <a:ext uri="{FF2B5EF4-FFF2-40B4-BE49-F238E27FC236}">
                  <a16:creationId xmlns:a16="http://schemas.microsoft.com/office/drawing/2014/main" id="{FC9F458C-D5B1-4160-AC4D-8406ECB1E614}"/>
                </a:ext>
              </a:extLst>
            </p:cNvPr>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402" name="Rectangle 170">
              <a:extLst>
                <a:ext uri="{FF2B5EF4-FFF2-40B4-BE49-F238E27FC236}">
                  <a16:creationId xmlns:a16="http://schemas.microsoft.com/office/drawing/2014/main" id="{B777613D-D1E7-40A7-B7F4-197ECCE02BF1}"/>
                </a:ext>
              </a:extLst>
            </p:cNvPr>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403" name="Rectangle 171">
              <a:extLst>
                <a:ext uri="{FF2B5EF4-FFF2-40B4-BE49-F238E27FC236}">
                  <a16:creationId xmlns:a16="http://schemas.microsoft.com/office/drawing/2014/main" id="{4906DC1B-8C41-4591-8214-E57B2C48210C}"/>
                </a:ext>
              </a:extLst>
            </p:cNvPr>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404" name="Freeform 172">
              <a:extLst>
                <a:ext uri="{FF2B5EF4-FFF2-40B4-BE49-F238E27FC236}">
                  <a16:creationId xmlns:a16="http://schemas.microsoft.com/office/drawing/2014/main" id="{8813474F-06C2-49F0-BED8-09D2E75B9804}"/>
                </a:ext>
              </a:extLst>
            </p:cNvPr>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05" name="Rectangle 173">
              <a:extLst>
                <a:ext uri="{FF2B5EF4-FFF2-40B4-BE49-F238E27FC236}">
                  <a16:creationId xmlns:a16="http://schemas.microsoft.com/office/drawing/2014/main" id="{FF3A9E83-1FD8-45FD-8ECF-98C89FA1DAAF}"/>
                </a:ext>
              </a:extLst>
            </p:cNvPr>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406" name="Rectangle 174">
              <a:extLst>
                <a:ext uri="{FF2B5EF4-FFF2-40B4-BE49-F238E27FC236}">
                  <a16:creationId xmlns:a16="http://schemas.microsoft.com/office/drawing/2014/main" id="{4CABF945-7024-4DB5-8F0C-D2DB8019FC5A}"/>
                </a:ext>
              </a:extLst>
            </p:cNvPr>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407" name="Group 175">
            <a:extLst>
              <a:ext uri="{FF2B5EF4-FFF2-40B4-BE49-F238E27FC236}">
                <a16:creationId xmlns:a16="http://schemas.microsoft.com/office/drawing/2014/main" id="{504F74E0-F442-4A3D-8790-86CFA171853B}"/>
              </a:ext>
            </a:extLst>
          </p:cNvPr>
          <p:cNvGrpSpPr>
            <a:grpSpLocks noChangeAspect="1"/>
          </p:cNvGrpSpPr>
          <p:nvPr/>
        </p:nvGrpSpPr>
        <p:grpSpPr bwMode="auto">
          <a:xfrm>
            <a:off x="4941226" y="5415361"/>
            <a:ext cx="693737" cy="627063"/>
            <a:chOff x="431" y="391"/>
            <a:chExt cx="573" cy="518"/>
          </a:xfrm>
        </p:grpSpPr>
        <p:sp>
          <p:nvSpPr>
            <p:cNvPr id="408" name="AutoShape 176">
              <a:extLst>
                <a:ext uri="{FF2B5EF4-FFF2-40B4-BE49-F238E27FC236}">
                  <a16:creationId xmlns:a16="http://schemas.microsoft.com/office/drawing/2014/main" id="{6B0B1C9F-403C-436A-AD9B-732CB14661DE}"/>
                </a:ext>
              </a:extLst>
            </p:cNvPr>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409" name="Rectangle 177">
              <a:extLst>
                <a:ext uri="{FF2B5EF4-FFF2-40B4-BE49-F238E27FC236}">
                  <a16:creationId xmlns:a16="http://schemas.microsoft.com/office/drawing/2014/main" id="{0A21FE6A-546F-49C1-BCEC-2B4BF4B26524}"/>
                </a:ext>
              </a:extLst>
            </p:cNvPr>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410" name="Rectangle 178">
              <a:extLst>
                <a:ext uri="{FF2B5EF4-FFF2-40B4-BE49-F238E27FC236}">
                  <a16:creationId xmlns:a16="http://schemas.microsoft.com/office/drawing/2014/main" id="{94D778AD-8478-410A-9307-18ADDDC8DF2B}"/>
                </a:ext>
              </a:extLst>
            </p:cNvPr>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411" name="Freeform 179">
              <a:extLst>
                <a:ext uri="{FF2B5EF4-FFF2-40B4-BE49-F238E27FC236}">
                  <a16:creationId xmlns:a16="http://schemas.microsoft.com/office/drawing/2014/main" id="{185DEEAC-8564-4736-8C2A-6B0B6D8EEF64}"/>
                </a:ext>
              </a:extLst>
            </p:cNvPr>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12" name="Freeform 180">
              <a:extLst>
                <a:ext uri="{FF2B5EF4-FFF2-40B4-BE49-F238E27FC236}">
                  <a16:creationId xmlns:a16="http://schemas.microsoft.com/office/drawing/2014/main" id="{C3741815-281B-4111-A318-E5157F84CF7E}"/>
                </a:ext>
              </a:extLst>
            </p:cNvPr>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413" name="Line 181">
              <a:extLst>
                <a:ext uri="{FF2B5EF4-FFF2-40B4-BE49-F238E27FC236}">
                  <a16:creationId xmlns:a16="http://schemas.microsoft.com/office/drawing/2014/main" id="{5D3964B8-D10F-44C7-A737-83ADFDB401A2}"/>
                </a:ext>
              </a:extLst>
            </p:cNvPr>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414" name="Freeform 182">
              <a:extLst>
                <a:ext uri="{FF2B5EF4-FFF2-40B4-BE49-F238E27FC236}">
                  <a16:creationId xmlns:a16="http://schemas.microsoft.com/office/drawing/2014/main" id="{DDC3B38A-DF55-4969-9521-B1C31B4D4F80}"/>
                </a:ext>
              </a:extLst>
            </p:cNvPr>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15" name="Freeform 183">
              <a:extLst>
                <a:ext uri="{FF2B5EF4-FFF2-40B4-BE49-F238E27FC236}">
                  <a16:creationId xmlns:a16="http://schemas.microsoft.com/office/drawing/2014/main" id="{EC644071-223D-4814-865B-81B24C9EAD07}"/>
                </a:ext>
              </a:extLst>
            </p:cNvPr>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416" name="Freeform 184">
              <a:extLst>
                <a:ext uri="{FF2B5EF4-FFF2-40B4-BE49-F238E27FC236}">
                  <a16:creationId xmlns:a16="http://schemas.microsoft.com/office/drawing/2014/main" id="{EF1D43F9-013A-4923-8C13-2DEB01946F42}"/>
                </a:ext>
              </a:extLst>
            </p:cNvPr>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17" name="Freeform 185">
              <a:extLst>
                <a:ext uri="{FF2B5EF4-FFF2-40B4-BE49-F238E27FC236}">
                  <a16:creationId xmlns:a16="http://schemas.microsoft.com/office/drawing/2014/main" id="{EC36E729-9306-4B7C-AFBE-2684625649E8}"/>
                </a:ext>
              </a:extLst>
            </p:cNvPr>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418" name="Freeform 186">
              <a:extLst>
                <a:ext uri="{FF2B5EF4-FFF2-40B4-BE49-F238E27FC236}">
                  <a16:creationId xmlns:a16="http://schemas.microsoft.com/office/drawing/2014/main" id="{9C2308C3-AD26-494E-B547-CC65AEEE4C64}"/>
                </a:ext>
              </a:extLst>
            </p:cNvPr>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19" name="Freeform 187">
              <a:extLst>
                <a:ext uri="{FF2B5EF4-FFF2-40B4-BE49-F238E27FC236}">
                  <a16:creationId xmlns:a16="http://schemas.microsoft.com/office/drawing/2014/main" id="{0E0B3CB5-709A-41FB-9DFF-89D5FBE989CB}"/>
                </a:ext>
              </a:extLst>
            </p:cNvPr>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420" name="Rectangle 188">
              <a:extLst>
                <a:ext uri="{FF2B5EF4-FFF2-40B4-BE49-F238E27FC236}">
                  <a16:creationId xmlns:a16="http://schemas.microsoft.com/office/drawing/2014/main" id="{46B88874-D7CE-4ADF-A42C-84BC93E5C952}"/>
                </a:ext>
              </a:extLst>
            </p:cNvPr>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421" name="Rectangle 189">
              <a:extLst>
                <a:ext uri="{FF2B5EF4-FFF2-40B4-BE49-F238E27FC236}">
                  <a16:creationId xmlns:a16="http://schemas.microsoft.com/office/drawing/2014/main" id="{CCC311E4-285C-40DD-8987-258281A38D5E}"/>
                </a:ext>
              </a:extLst>
            </p:cNvPr>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422" name="Freeform 190">
              <a:extLst>
                <a:ext uri="{FF2B5EF4-FFF2-40B4-BE49-F238E27FC236}">
                  <a16:creationId xmlns:a16="http://schemas.microsoft.com/office/drawing/2014/main" id="{EEC05ED8-FE04-4753-90BE-CA9E81749A6C}"/>
                </a:ext>
              </a:extLst>
            </p:cNvPr>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23" name="Rectangle 191">
              <a:extLst>
                <a:ext uri="{FF2B5EF4-FFF2-40B4-BE49-F238E27FC236}">
                  <a16:creationId xmlns:a16="http://schemas.microsoft.com/office/drawing/2014/main" id="{E21413C6-FEEB-4006-B530-D5369A7D453B}"/>
                </a:ext>
              </a:extLst>
            </p:cNvPr>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424" name="Rectangle 192">
              <a:extLst>
                <a:ext uri="{FF2B5EF4-FFF2-40B4-BE49-F238E27FC236}">
                  <a16:creationId xmlns:a16="http://schemas.microsoft.com/office/drawing/2014/main" id="{565B752D-6679-4B58-852E-F1D76C0CCC8A}"/>
                </a:ext>
              </a:extLst>
            </p:cNvPr>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425" name="Group 193">
            <a:extLst>
              <a:ext uri="{FF2B5EF4-FFF2-40B4-BE49-F238E27FC236}">
                <a16:creationId xmlns:a16="http://schemas.microsoft.com/office/drawing/2014/main" id="{74F32440-8DDD-49F7-9F0F-BB363B0CA283}"/>
              </a:ext>
            </a:extLst>
          </p:cNvPr>
          <p:cNvGrpSpPr>
            <a:grpSpLocks noChangeAspect="1"/>
          </p:cNvGrpSpPr>
          <p:nvPr/>
        </p:nvGrpSpPr>
        <p:grpSpPr bwMode="auto">
          <a:xfrm>
            <a:off x="2205963" y="3904061"/>
            <a:ext cx="1441450" cy="733425"/>
            <a:chOff x="2517" y="1616"/>
            <a:chExt cx="908" cy="462"/>
          </a:xfrm>
        </p:grpSpPr>
        <p:sp>
          <p:nvSpPr>
            <p:cNvPr id="426" name="AutoShape 194">
              <a:extLst>
                <a:ext uri="{FF2B5EF4-FFF2-40B4-BE49-F238E27FC236}">
                  <a16:creationId xmlns:a16="http://schemas.microsoft.com/office/drawing/2014/main" id="{BCA7A2D4-D05F-460B-9F15-248313A9F3B1}"/>
                </a:ext>
              </a:extLst>
            </p:cNvPr>
            <p:cNvSpPr>
              <a:spLocks noChangeAspect="1" noChangeArrowheads="1" noTextEdit="1"/>
            </p:cNvSpPr>
            <p:nvPr/>
          </p:nvSpPr>
          <p:spPr bwMode="auto">
            <a:xfrm>
              <a:off x="2517" y="1619"/>
              <a:ext cx="908" cy="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427" name="Oval 195">
              <a:extLst>
                <a:ext uri="{FF2B5EF4-FFF2-40B4-BE49-F238E27FC236}">
                  <a16:creationId xmlns:a16="http://schemas.microsoft.com/office/drawing/2014/main" id="{ACCF57AA-BE43-4247-AFE1-6DBE856D30B1}"/>
                </a:ext>
              </a:extLst>
            </p:cNvPr>
            <p:cNvSpPr>
              <a:spLocks noChangeAspect="1" noChangeArrowheads="1"/>
            </p:cNvSpPr>
            <p:nvPr/>
          </p:nvSpPr>
          <p:spPr bwMode="auto">
            <a:xfrm>
              <a:off x="2519" y="1811"/>
              <a:ext cx="904" cy="265"/>
            </a:xfrm>
            <a:prstGeom prst="ellipse">
              <a:avLst/>
            </a:prstGeom>
            <a:gradFill rotWithShape="1">
              <a:gsLst>
                <a:gs pos="0">
                  <a:srgbClr val="66FFCC"/>
                </a:gs>
                <a:gs pos="100000">
                  <a:srgbClr val="66FFCC">
                    <a:gamma/>
                    <a:shade val="46275"/>
                    <a:invGamma/>
                  </a:srgbClr>
                </a:gs>
              </a:gsLst>
              <a:lin ang="0" scaled="1"/>
            </a:gradFill>
            <a:ln w="12700">
              <a:solidFill>
                <a:srgbClr val="009999"/>
              </a:solidFill>
              <a:round/>
              <a:headEnd/>
              <a:tailEnd/>
            </a:ln>
          </p:spPr>
          <p:txBody>
            <a:bodyPr/>
            <a:lstStyle/>
            <a:p>
              <a:endParaRPr lang="fr-FR"/>
            </a:p>
          </p:txBody>
        </p:sp>
        <p:sp>
          <p:nvSpPr>
            <p:cNvPr id="428" name="Rectangle 196">
              <a:extLst>
                <a:ext uri="{FF2B5EF4-FFF2-40B4-BE49-F238E27FC236}">
                  <a16:creationId xmlns:a16="http://schemas.microsoft.com/office/drawing/2014/main" id="{8C76B110-F331-4DFD-8AB9-68693691CFE9}"/>
                </a:ext>
              </a:extLst>
            </p:cNvPr>
            <p:cNvSpPr>
              <a:spLocks noChangeAspect="1" noChangeArrowheads="1"/>
            </p:cNvSpPr>
            <p:nvPr/>
          </p:nvSpPr>
          <p:spPr bwMode="auto">
            <a:xfrm>
              <a:off x="2517" y="1756"/>
              <a:ext cx="903" cy="18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429" name="Rectangle 197">
              <a:extLst>
                <a:ext uri="{FF2B5EF4-FFF2-40B4-BE49-F238E27FC236}">
                  <a16:creationId xmlns:a16="http://schemas.microsoft.com/office/drawing/2014/main" id="{0E1FA3C1-2393-4A0A-9738-F86FDFA0C060}"/>
                </a:ext>
              </a:extLst>
            </p:cNvPr>
            <p:cNvSpPr>
              <a:spLocks noChangeAspect="1" noChangeArrowheads="1"/>
            </p:cNvSpPr>
            <p:nvPr/>
          </p:nvSpPr>
          <p:spPr bwMode="auto">
            <a:xfrm>
              <a:off x="2518" y="1756"/>
              <a:ext cx="903" cy="189"/>
            </a:xfrm>
            <a:prstGeom prst="rect">
              <a:avLst/>
            </a:prstGeom>
            <a:gradFill rotWithShape="1">
              <a:gsLst>
                <a:gs pos="0">
                  <a:srgbClr val="66FFCC"/>
                </a:gs>
                <a:gs pos="100000">
                  <a:srgbClr val="66FFCC">
                    <a:gamma/>
                    <a:shade val="46275"/>
                    <a:invGamma/>
                  </a:srgbClr>
                </a:gs>
              </a:gsLst>
              <a:lin ang="0" scaled="1"/>
            </a:gradFill>
            <a:ln>
              <a:noFill/>
            </a:ln>
            <a:extLst>
              <a:ext uri="{91240B29-F687-4F45-9708-019B960494DF}">
                <a14:hiddenLine xmlns:a14="http://schemas.microsoft.com/office/drawing/2010/main" w="9525">
                  <a:solidFill>
                    <a:srgbClr val="33CCCC"/>
                  </a:solidFill>
                  <a:miter lim="800000"/>
                  <a:headEnd/>
                  <a:tailEnd/>
                </a14:hiddenLine>
              </a:ext>
            </a:extLst>
          </p:spPr>
          <p:txBody>
            <a:bodyPr/>
            <a:lstStyle/>
            <a:p>
              <a:endParaRPr lang="fr-FR"/>
            </a:p>
          </p:txBody>
        </p:sp>
        <p:sp>
          <p:nvSpPr>
            <p:cNvPr id="430" name="Oval 198">
              <a:extLst>
                <a:ext uri="{FF2B5EF4-FFF2-40B4-BE49-F238E27FC236}">
                  <a16:creationId xmlns:a16="http://schemas.microsoft.com/office/drawing/2014/main" id="{4840B2CF-7FD0-4EF5-96FE-A7336C60F43D}"/>
                </a:ext>
              </a:extLst>
            </p:cNvPr>
            <p:cNvSpPr>
              <a:spLocks noChangeAspect="1" noChangeArrowheads="1"/>
            </p:cNvSpPr>
            <p:nvPr/>
          </p:nvSpPr>
          <p:spPr bwMode="auto">
            <a:xfrm>
              <a:off x="2519" y="1616"/>
              <a:ext cx="904" cy="265"/>
            </a:xfrm>
            <a:prstGeom prst="ellipse">
              <a:avLst/>
            </a:prstGeom>
            <a:solidFill>
              <a:srgbClr val="66FFCC"/>
            </a:solidFill>
            <a:ln w="12700">
              <a:solidFill>
                <a:srgbClr val="009999"/>
              </a:solidFill>
              <a:round/>
              <a:headEnd/>
              <a:tailEnd/>
            </a:ln>
          </p:spPr>
          <p:txBody>
            <a:bodyPr/>
            <a:lstStyle/>
            <a:p>
              <a:endParaRPr lang="fr-FR"/>
            </a:p>
          </p:txBody>
        </p:sp>
        <p:grpSp>
          <p:nvGrpSpPr>
            <p:cNvPr id="431" name="Group 199">
              <a:extLst>
                <a:ext uri="{FF2B5EF4-FFF2-40B4-BE49-F238E27FC236}">
                  <a16:creationId xmlns:a16="http://schemas.microsoft.com/office/drawing/2014/main" id="{79CFB375-5AA7-41BA-8A5F-A12AF85AD09B}"/>
                </a:ext>
              </a:extLst>
            </p:cNvPr>
            <p:cNvGrpSpPr>
              <a:grpSpLocks noChangeAspect="1"/>
            </p:cNvGrpSpPr>
            <p:nvPr/>
          </p:nvGrpSpPr>
          <p:grpSpPr bwMode="auto">
            <a:xfrm>
              <a:off x="2655" y="1652"/>
              <a:ext cx="621" cy="199"/>
              <a:chOff x="914" y="2243"/>
              <a:chExt cx="2392" cy="766"/>
            </a:xfrm>
          </p:grpSpPr>
          <p:sp>
            <p:nvSpPr>
              <p:cNvPr id="438" name="Freeform 200">
                <a:extLst>
                  <a:ext uri="{FF2B5EF4-FFF2-40B4-BE49-F238E27FC236}">
                    <a16:creationId xmlns:a16="http://schemas.microsoft.com/office/drawing/2014/main" id="{9CE607B6-AF7C-4C1D-839E-C38BE6100EC0}"/>
                  </a:ext>
                </a:extLst>
              </p:cNvPr>
              <p:cNvSpPr>
                <a:spLocks noChangeAspect="1"/>
              </p:cNvSpPr>
              <p:nvPr/>
            </p:nvSpPr>
            <p:spPr bwMode="auto">
              <a:xfrm>
                <a:off x="2163" y="2261"/>
                <a:ext cx="1143" cy="328"/>
              </a:xfrm>
              <a:custGeom>
                <a:avLst/>
                <a:gdLst>
                  <a:gd name="T0" fmla="*/ 0 w 1143"/>
                  <a:gd name="T1" fmla="*/ 255 h 328"/>
                  <a:gd name="T2" fmla="*/ 254 w 1143"/>
                  <a:gd name="T3" fmla="*/ 328 h 328"/>
                  <a:gd name="T4" fmla="*/ 868 w 1143"/>
                  <a:gd name="T5" fmla="*/ 109 h 328"/>
                  <a:gd name="T6" fmla="*/ 1143 w 1143"/>
                  <a:gd name="T7" fmla="*/ 182 h 328"/>
                  <a:gd name="T8" fmla="*/ 995 w 1143"/>
                  <a:gd name="T9" fmla="*/ 0 h 328"/>
                  <a:gd name="T10" fmla="*/ 275 w 1143"/>
                  <a:gd name="T11" fmla="*/ 0 h 328"/>
                  <a:gd name="T12" fmla="*/ 572 w 1143"/>
                  <a:gd name="T13" fmla="*/ 55 h 328"/>
                  <a:gd name="T14" fmla="*/ 0 w 1143"/>
                  <a:gd name="T15" fmla="*/ 255 h 3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28">
                    <a:moveTo>
                      <a:pt x="0" y="255"/>
                    </a:moveTo>
                    <a:lnTo>
                      <a:pt x="254" y="328"/>
                    </a:lnTo>
                    <a:lnTo>
                      <a:pt x="868" y="109"/>
                    </a:lnTo>
                    <a:lnTo>
                      <a:pt x="1143" y="182"/>
                    </a:lnTo>
                    <a:lnTo>
                      <a:pt x="995" y="0"/>
                    </a:lnTo>
                    <a:lnTo>
                      <a:pt x="275" y="0"/>
                    </a:lnTo>
                    <a:lnTo>
                      <a:pt x="572" y="55"/>
                    </a:lnTo>
                    <a:lnTo>
                      <a:pt x="0" y="255"/>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39" name="Freeform 201">
                <a:extLst>
                  <a:ext uri="{FF2B5EF4-FFF2-40B4-BE49-F238E27FC236}">
                    <a16:creationId xmlns:a16="http://schemas.microsoft.com/office/drawing/2014/main" id="{2D4EC4C8-ED29-4482-B3A7-C10FFEF302F8}"/>
                  </a:ext>
                </a:extLst>
              </p:cNvPr>
              <p:cNvSpPr>
                <a:spLocks noChangeAspect="1"/>
              </p:cNvSpPr>
              <p:nvPr/>
            </p:nvSpPr>
            <p:spPr bwMode="auto">
              <a:xfrm>
                <a:off x="2163" y="2261"/>
                <a:ext cx="1143" cy="328"/>
              </a:xfrm>
              <a:custGeom>
                <a:avLst/>
                <a:gdLst>
                  <a:gd name="T0" fmla="*/ 0 w 1143"/>
                  <a:gd name="T1" fmla="*/ 255 h 328"/>
                  <a:gd name="T2" fmla="*/ 254 w 1143"/>
                  <a:gd name="T3" fmla="*/ 328 h 328"/>
                  <a:gd name="T4" fmla="*/ 868 w 1143"/>
                  <a:gd name="T5" fmla="*/ 109 h 328"/>
                  <a:gd name="T6" fmla="*/ 1143 w 1143"/>
                  <a:gd name="T7" fmla="*/ 182 h 328"/>
                  <a:gd name="T8" fmla="*/ 995 w 1143"/>
                  <a:gd name="T9" fmla="*/ 0 h 328"/>
                  <a:gd name="T10" fmla="*/ 275 w 1143"/>
                  <a:gd name="T11" fmla="*/ 0 h 328"/>
                  <a:gd name="T12" fmla="*/ 572 w 1143"/>
                  <a:gd name="T13" fmla="*/ 55 h 328"/>
                  <a:gd name="T14" fmla="*/ 0 w 1143"/>
                  <a:gd name="T15" fmla="*/ 255 h 3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28">
                    <a:moveTo>
                      <a:pt x="0" y="255"/>
                    </a:moveTo>
                    <a:lnTo>
                      <a:pt x="254" y="328"/>
                    </a:lnTo>
                    <a:lnTo>
                      <a:pt x="868" y="109"/>
                    </a:lnTo>
                    <a:lnTo>
                      <a:pt x="1143" y="182"/>
                    </a:lnTo>
                    <a:lnTo>
                      <a:pt x="995" y="0"/>
                    </a:lnTo>
                    <a:lnTo>
                      <a:pt x="275" y="0"/>
                    </a:lnTo>
                    <a:lnTo>
                      <a:pt x="572" y="55"/>
                    </a:lnTo>
                    <a:lnTo>
                      <a:pt x="0" y="255"/>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40" name="Freeform 202">
                <a:extLst>
                  <a:ext uri="{FF2B5EF4-FFF2-40B4-BE49-F238E27FC236}">
                    <a16:creationId xmlns:a16="http://schemas.microsoft.com/office/drawing/2014/main" id="{3AE13D69-7558-431E-8648-90FD6A1DA6CC}"/>
                  </a:ext>
                </a:extLst>
              </p:cNvPr>
              <p:cNvSpPr>
                <a:spLocks noChangeAspect="1"/>
              </p:cNvSpPr>
              <p:nvPr/>
            </p:nvSpPr>
            <p:spPr bwMode="auto">
              <a:xfrm>
                <a:off x="914" y="2644"/>
                <a:ext cx="1143" cy="346"/>
              </a:xfrm>
              <a:custGeom>
                <a:avLst/>
                <a:gdLst>
                  <a:gd name="T0" fmla="*/ 1143 w 1143"/>
                  <a:gd name="T1" fmla="*/ 73 h 346"/>
                  <a:gd name="T2" fmla="*/ 889 w 1143"/>
                  <a:gd name="T3" fmla="*/ 0 h 346"/>
                  <a:gd name="T4" fmla="*/ 297 w 1143"/>
                  <a:gd name="T5" fmla="*/ 219 h 346"/>
                  <a:gd name="T6" fmla="*/ 0 w 1143"/>
                  <a:gd name="T7" fmla="*/ 146 h 346"/>
                  <a:gd name="T8" fmla="*/ 148 w 1143"/>
                  <a:gd name="T9" fmla="*/ 346 h 346"/>
                  <a:gd name="T10" fmla="*/ 889 w 1143"/>
                  <a:gd name="T11" fmla="*/ 346 h 346"/>
                  <a:gd name="T12" fmla="*/ 572 w 1143"/>
                  <a:gd name="T13" fmla="*/ 273 h 346"/>
                  <a:gd name="T14" fmla="*/ 1143 w 1143"/>
                  <a:gd name="T15" fmla="*/ 73 h 34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46">
                    <a:moveTo>
                      <a:pt x="1143" y="73"/>
                    </a:moveTo>
                    <a:lnTo>
                      <a:pt x="889" y="0"/>
                    </a:lnTo>
                    <a:lnTo>
                      <a:pt x="297" y="219"/>
                    </a:lnTo>
                    <a:lnTo>
                      <a:pt x="0" y="146"/>
                    </a:lnTo>
                    <a:lnTo>
                      <a:pt x="148" y="346"/>
                    </a:lnTo>
                    <a:lnTo>
                      <a:pt x="889" y="346"/>
                    </a:lnTo>
                    <a:lnTo>
                      <a:pt x="572" y="273"/>
                    </a:lnTo>
                    <a:lnTo>
                      <a:pt x="1143" y="73"/>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41" name="Freeform 203">
                <a:extLst>
                  <a:ext uri="{FF2B5EF4-FFF2-40B4-BE49-F238E27FC236}">
                    <a16:creationId xmlns:a16="http://schemas.microsoft.com/office/drawing/2014/main" id="{1E0E6D54-8DD2-4392-B659-7ADFBD3348D0}"/>
                  </a:ext>
                </a:extLst>
              </p:cNvPr>
              <p:cNvSpPr>
                <a:spLocks noChangeAspect="1"/>
              </p:cNvSpPr>
              <p:nvPr/>
            </p:nvSpPr>
            <p:spPr bwMode="auto">
              <a:xfrm>
                <a:off x="914" y="2644"/>
                <a:ext cx="1143" cy="346"/>
              </a:xfrm>
              <a:custGeom>
                <a:avLst/>
                <a:gdLst>
                  <a:gd name="T0" fmla="*/ 1143 w 1143"/>
                  <a:gd name="T1" fmla="*/ 73 h 346"/>
                  <a:gd name="T2" fmla="*/ 889 w 1143"/>
                  <a:gd name="T3" fmla="*/ 0 h 346"/>
                  <a:gd name="T4" fmla="*/ 297 w 1143"/>
                  <a:gd name="T5" fmla="*/ 219 h 346"/>
                  <a:gd name="T6" fmla="*/ 0 w 1143"/>
                  <a:gd name="T7" fmla="*/ 146 h 346"/>
                  <a:gd name="T8" fmla="*/ 148 w 1143"/>
                  <a:gd name="T9" fmla="*/ 346 h 346"/>
                  <a:gd name="T10" fmla="*/ 889 w 1143"/>
                  <a:gd name="T11" fmla="*/ 346 h 346"/>
                  <a:gd name="T12" fmla="*/ 572 w 1143"/>
                  <a:gd name="T13" fmla="*/ 273 h 346"/>
                  <a:gd name="T14" fmla="*/ 1143 w 1143"/>
                  <a:gd name="T15" fmla="*/ 73 h 34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46">
                    <a:moveTo>
                      <a:pt x="1143" y="73"/>
                    </a:moveTo>
                    <a:lnTo>
                      <a:pt x="889" y="0"/>
                    </a:lnTo>
                    <a:lnTo>
                      <a:pt x="297" y="219"/>
                    </a:lnTo>
                    <a:lnTo>
                      <a:pt x="0" y="146"/>
                    </a:lnTo>
                    <a:lnTo>
                      <a:pt x="148" y="346"/>
                    </a:lnTo>
                    <a:lnTo>
                      <a:pt x="889" y="346"/>
                    </a:lnTo>
                    <a:lnTo>
                      <a:pt x="572" y="273"/>
                    </a:lnTo>
                    <a:lnTo>
                      <a:pt x="1143" y="73"/>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42" name="Freeform 204">
                <a:extLst>
                  <a:ext uri="{FF2B5EF4-FFF2-40B4-BE49-F238E27FC236}">
                    <a16:creationId xmlns:a16="http://schemas.microsoft.com/office/drawing/2014/main" id="{30EBE8FF-118D-4DE2-9015-AC240F3CA953}"/>
                  </a:ext>
                </a:extLst>
              </p:cNvPr>
              <p:cNvSpPr>
                <a:spLocks noChangeAspect="1"/>
              </p:cNvSpPr>
              <p:nvPr/>
            </p:nvSpPr>
            <p:spPr bwMode="auto">
              <a:xfrm>
                <a:off x="978" y="2243"/>
                <a:ext cx="1143" cy="328"/>
              </a:xfrm>
              <a:custGeom>
                <a:avLst/>
                <a:gdLst>
                  <a:gd name="T0" fmla="*/ 0 w 1143"/>
                  <a:gd name="T1" fmla="*/ 73 h 328"/>
                  <a:gd name="T2" fmla="*/ 254 w 1143"/>
                  <a:gd name="T3" fmla="*/ 0 h 328"/>
                  <a:gd name="T4" fmla="*/ 868 w 1143"/>
                  <a:gd name="T5" fmla="*/ 200 h 328"/>
                  <a:gd name="T6" fmla="*/ 1143 w 1143"/>
                  <a:gd name="T7" fmla="*/ 146 h 328"/>
                  <a:gd name="T8" fmla="*/ 995 w 1143"/>
                  <a:gd name="T9" fmla="*/ 328 h 328"/>
                  <a:gd name="T10" fmla="*/ 275 w 1143"/>
                  <a:gd name="T11" fmla="*/ 328 h 328"/>
                  <a:gd name="T12" fmla="*/ 571 w 1143"/>
                  <a:gd name="T13" fmla="*/ 273 h 328"/>
                  <a:gd name="T14" fmla="*/ 0 w 1143"/>
                  <a:gd name="T15" fmla="*/ 73 h 3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28">
                    <a:moveTo>
                      <a:pt x="0" y="73"/>
                    </a:moveTo>
                    <a:lnTo>
                      <a:pt x="254" y="0"/>
                    </a:lnTo>
                    <a:lnTo>
                      <a:pt x="868" y="200"/>
                    </a:lnTo>
                    <a:lnTo>
                      <a:pt x="1143" y="146"/>
                    </a:lnTo>
                    <a:lnTo>
                      <a:pt x="995" y="328"/>
                    </a:lnTo>
                    <a:lnTo>
                      <a:pt x="275" y="328"/>
                    </a:lnTo>
                    <a:lnTo>
                      <a:pt x="571" y="273"/>
                    </a:lnTo>
                    <a:lnTo>
                      <a:pt x="0" y="73"/>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43" name="Freeform 205">
                <a:extLst>
                  <a:ext uri="{FF2B5EF4-FFF2-40B4-BE49-F238E27FC236}">
                    <a16:creationId xmlns:a16="http://schemas.microsoft.com/office/drawing/2014/main" id="{8F55BE21-5D99-482A-BE57-D68BFCEFD405}"/>
                  </a:ext>
                </a:extLst>
              </p:cNvPr>
              <p:cNvSpPr>
                <a:spLocks noChangeAspect="1"/>
              </p:cNvSpPr>
              <p:nvPr/>
            </p:nvSpPr>
            <p:spPr bwMode="auto">
              <a:xfrm>
                <a:off x="978" y="2243"/>
                <a:ext cx="1143" cy="328"/>
              </a:xfrm>
              <a:custGeom>
                <a:avLst/>
                <a:gdLst>
                  <a:gd name="T0" fmla="*/ 0 w 1143"/>
                  <a:gd name="T1" fmla="*/ 73 h 328"/>
                  <a:gd name="T2" fmla="*/ 254 w 1143"/>
                  <a:gd name="T3" fmla="*/ 0 h 328"/>
                  <a:gd name="T4" fmla="*/ 868 w 1143"/>
                  <a:gd name="T5" fmla="*/ 200 h 328"/>
                  <a:gd name="T6" fmla="*/ 1143 w 1143"/>
                  <a:gd name="T7" fmla="*/ 146 h 328"/>
                  <a:gd name="T8" fmla="*/ 995 w 1143"/>
                  <a:gd name="T9" fmla="*/ 328 h 328"/>
                  <a:gd name="T10" fmla="*/ 275 w 1143"/>
                  <a:gd name="T11" fmla="*/ 328 h 328"/>
                  <a:gd name="T12" fmla="*/ 571 w 1143"/>
                  <a:gd name="T13" fmla="*/ 273 h 328"/>
                  <a:gd name="T14" fmla="*/ 0 w 1143"/>
                  <a:gd name="T15" fmla="*/ 73 h 3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28">
                    <a:moveTo>
                      <a:pt x="0" y="73"/>
                    </a:moveTo>
                    <a:lnTo>
                      <a:pt x="254" y="0"/>
                    </a:lnTo>
                    <a:lnTo>
                      <a:pt x="868" y="200"/>
                    </a:lnTo>
                    <a:lnTo>
                      <a:pt x="1143" y="146"/>
                    </a:lnTo>
                    <a:lnTo>
                      <a:pt x="995" y="328"/>
                    </a:lnTo>
                    <a:lnTo>
                      <a:pt x="275" y="328"/>
                    </a:lnTo>
                    <a:lnTo>
                      <a:pt x="571" y="273"/>
                    </a:lnTo>
                    <a:lnTo>
                      <a:pt x="0" y="73"/>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44" name="Freeform 206">
                <a:extLst>
                  <a:ext uri="{FF2B5EF4-FFF2-40B4-BE49-F238E27FC236}">
                    <a16:creationId xmlns:a16="http://schemas.microsoft.com/office/drawing/2014/main" id="{04E4EC7B-39E8-4A2A-943B-C45D50802DF0}"/>
                  </a:ext>
                </a:extLst>
              </p:cNvPr>
              <p:cNvSpPr>
                <a:spLocks noChangeAspect="1"/>
              </p:cNvSpPr>
              <p:nvPr/>
            </p:nvSpPr>
            <p:spPr bwMode="auto">
              <a:xfrm>
                <a:off x="2121" y="2680"/>
                <a:ext cx="1143" cy="329"/>
              </a:xfrm>
              <a:custGeom>
                <a:avLst/>
                <a:gdLst>
                  <a:gd name="T0" fmla="*/ 1143 w 1143"/>
                  <a:gd name="T1" fmla="*/ 256 h 329"/>
                  <a:gd name="T2" fmla="*/ 889 w 1143"/>
                  <a:gd name="T3" fmla="*/ 329 h 329"/>
                  <a:gd name="T4" fmla="*/ 296 w 1143"/>
                  <a:gd name="T5" fmla="*/ 110 h 329"/>
                  <a:gd name="T6" fmla="*/ 0 w 1143"/>
                  <a:gd name="T7" fmla="*/ 183 h 329"/>
                  <a:gd name="T8" fmla="*/ 148 w 1143"/>
                  <a:gd name="T9" fmla="*/ 0 h 329"/>
                  <a:gd name="T10" fmla="*/ 889 w 1143"/>
                  <a:gd name="T11" fmla="*/ 0 h 329"/>
                  <a:gd name="T12" fmla="*/ 571 w 1143"/>
                  <a:gd name="T13" fmla="*/ 55 h 329"/>
                  <a:gd name="T14" fmla="*/ 1143 w 1143"/>
                  <a:gd name="T15" fmla="*/ 256 h 32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29">
                    <a:moveTo>
                      <a:pt x="1143" y="256"/>
                    </a:moveTo>
                    <a:lnTo>
                      <a:pt x="889" y="329"/>
                    </a:lnTo>
                    <a:lnTo>
                      <a:pt x="296" y="110"/>
                    </a:lnTo>
                    <a:lnTo>
                      <a:pt x="0" y="183"/>
                    </a:lnTo>
                    <a:lnTo>
                      <a:pt x="148" y="0"/>
                    </a:lnTo>
                    <a:lnTo>
                      <a:pt x="889" y="0"/>
                    </a:lnTo>
                    <a:lnTo>
                      <a:pt x="571" y="55"/>
                    </a:lnTo>
                    <a:lnTo>
                      <a:pt x="1143" y="25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45" name="Freeform 207">
                <a:extLst>
                  <a:ext uri="{FF2B5EF4-FFF2-40B4-BE49-F238E27FC236}">
                    <a16:creationId xmlns:a16="http://schemas.microsoft.com/office/drawing/2014/main" id="{56BC385E-4D7F-4839-8A48-894B67E256E5}"/>
                  </a:ext>
                </a:extLst>
              </p:cNvPr>
              <p:cNvSpPr>
                <a:spLocks noChangeAspect="1"/>
              </p:cNvSpPr>
              <p:nvPr/>
            </p:nvSpPr>
            <p:spPr bwMode="auto">
              <a:xfrm>
                <a:off x="2121" y="2680"/>
                <a:ext cx="1143" cy="329"/>
              </a:xfrm>
              <a:custGeom>
                <a:avLst/>
                <a:gdLst>
                  <a:gd name="T0" fmla="*/ 1143 w 1143"/>
                  <a:gd name="T1" fmla="*/ 256 h 329"/>
                  <a:gd name="T2" fmla="*/ 889 w 1143"/>
                  <a:gd name="T3" fmla="*/ 329 h 329"/>
                  <a:gd name="T4" fmla="*/ 296 w 1143"/>
                  <a:gd name="T5" fmla="*/ 110 h 329"/>
                  <a:gd name="T6" fmla="*/ 0 w 1143"/>
                  <a:gd name="T7" fmla="*/ 183 h 329"/>
                  <a:gd name="T8" fmla="*/ 148 w 1143"/>
                  <a:gd name="T9" fmla="*/ 0 h 329"/>
                  <a:gd name="T10" fmla="*/ 889 w 1143"/>
                  <a:gd name="T11" fmla="*/ 0 h 329"/>
                  <a:gd name="T12" fmla="*/ 571 w 1143"/>
                  <a:gd name="T13" fmla="*/ 55 h 329"/>
                  <a:gd name="T14" fmla="*/ 1143 w 1143"/>
                  <a:gd name="T15" fmla="*/ 256 h 32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29">
                    <a:moveTo>
                      <a:pt x="1143" y="256"/>
                    </a:moveTo>
                    <a:lnTo>
                      <a:pt x="889" y="329"/>
                    </a:lnTo>
                    <a:lnTo>
                      <a:pt x="296" y="110"/>
                    </a:lnTo>
                    <a:lnTo>
                      <a:pt x="0" y="183"/>
                    </a:lnTo>
                    <a:lnTo>
                      <a:pt x="148" y="0"/>
                    </a:lnTo>
                    <a:lnTo>
                      <a:pt x="889" y="0"/>
                    </a:lnTo>
                    <a:lnTo>
                      <a:pt x="571" y="55"/>
                    </a:lnTo>
                    <a:lnTo>
                      <a:pt x="1143" y="25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grpSp>
        <p:sp>
          <p:nvSpPr>
            <p:cNvPr id="432" name="Freeform 208">
              <a:extLst>
                <a:ext uri="{FF2B5EF4-FFF2-40B4-BE49-F238E27FC236}">
                  <a16:creationId xmlns:a16="http://schemas.microsoft.com/office/drawing/2014/main" id="{F69E58BC-3D15-4F40-A53A-7D8D4539550A}"/>
                </a:ext>
              </a:extLst>
            </p:cNvPr>
            <p:cNvSpPr>
              <a:spLocks noChangeAspect="1"/>
            </p:cNvSpPr>
            <p:nvPr/>
          </p:nvSpPr>
          <p:spPr bwMode="auto">
            <a:xfrm>
              <a:off x="2972" y="1646"/>
              <a:ext cx="297" cy="85"/>
            </a:xfrm>
            <a:custGeom>
              <a:avLst/>
              <a:gdLst>
                <a:gd name="T0" fmla="*/ 0 w 1144"/>
                <a:gd name="T1" fmla="*/ 255 h 328"/>
                <a:gd name="T2" fmla="*/ 254 w 1144"/>
                <a:gd name="T3" fmla="*/ 328 h 328"/>
                <a:gd name="T4" fmla="*/ 868 w 1144"/>
                <a:gd name="T5" fmla="*/ 110 h 328"/>
                <a:gd name="T6" fmla="*/ 1144 w 1144"/>
                <a:gd name="T7" fmla="*/ 183 h 328"/>
                <a:gd name="T8" fmla="*/ 995 w 1144"/>
                <a:gd name="T9" fmla="*/ 0 h 328"/>
                <a:gd name="T10" fmla="*/ 276 w 1144"/>
                <a:gd name="T11" fmla="*/ 0 h 328"/>
                <a:gd name="T12" fmla="*/ 572 w 1144"/>
                <a:gd name="T13" fmla="*/ 55 h 328"/>
                <a:gd name="T14" fmla="*/ 0 w 1144"/>
                <a:gd name="T15" fmla="*/ 255 h 3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4" h="328">
                  <a:moveTo>
                    <a:pt x="0" y="255"/>
                  </a:moveTo>
                  <a:lnTo>
                    <a:pt x="254" y="328"/>
                  </a:lnTo>
                  <a:lnTo>
                    <a:pt x="868" y="110"/>
                  </a:lnTo>
                  <a:lnTo>
                    <a:pt x="1144" y="183"/>
                  </a:lnTo>
                  <a:lnTo>
                    <a:pt x="995" y="0"/>
                  </a:lnTo>
                  <a:lnTo>
                    <a:pt x="276" y="0"/>
                  </a:lnTo>
                  <a:lnTo>
                    <a:pt x="572" y="55"/>
                  </a:lnTo>
                  <a:lnTo>
                    <a:pt x="0" y="25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33" name="Freeform 209">
              <a:extLst>
                <a:ext uri="{FF2B5EF4-FFF2-40B4-BE49-F238E27FC236}">
                  <a16:creationId xmlns:a16="http://schemas.microsoft.com/office/drawing/2014/main" id="{8631BBED-EFBD-426A-B750-7F22E4FA7C28}"/>
                </a:ext>
              </a:extLst>
            </p:cNvPr>
            <p:cNvSpPr>
              <a:spLocks noChangeAspect="1"/>
            </p:cNvSpPr>
            <p:nvPr/>
          </p:nvSpPr>
          <p:spPr bwMode="auto">
            <a:xfrm>
              <a:off x="2647" y="1745"/>
              <a:ext cx="297" cy="90"/>
            </a:xfrm>
            <a:custGeom>
              <a:avLst/>
              <a:gdLst>
                <a:gd name="T0" fmla="*/ 1144 w 1144"/>
                <a:gd name="T1" fmla="*/ 73 h 347"/>
                <a:gd name="T2" fmla="*/ 890 w 1144"/>
                <a:gd name="T3" fmla="*/ 0 h 347"/>
                <a:gd name="T4" fmla="*/ 297 w 1144"/>
                <a:gd name="T5" fmla="*/ 219 h 347"/>
                <a:gd name="T6" fmla="*/ 0 w 1144"/>
                <a:gd name="T7" fmla="*/ 146 h 347"/>
                <a:gd name="T8" fmla="*/ 149 w 1144"/>
                <a:gd name="T9" fmla="*/ 347 h 347"/>
                <a:gd name="T10" fmla="*/ 890 w 1144"/>
                <a:gd name="T11" fmla="*/ 347 h 347"/>
                <a:gd name="T12" fmla="*/ 572 w 1144"/>
                <a:gd name="T13" fmla="*/ 274 h 347"/>
                <a:gd name="T14" fmla="*/ 1144 w 1144"/>
                <a:gd name="T15" fmla="*/ 73 h 34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4" h="347">
                  <a:moveTo>
                    <a:pt x="1144" y="73"/>
                  </a:moveTo>
                  <a:lnTo>
                    <a:pt x="890" y="0"/>
                  </a:lnTo>
                  <a:lnTo>
                    <a:pt x="297" y="219"/>
                  </a:lnTo>
                  <a:lnTo>
                    <a:pt x="0" y="146"/>
                  </a:lnTo>
                  <a:lnTo>
                    <a:pt x="149" y="347"/>
                  </a:lnTo>
                  <a:lnTo>
                    <a:pt x="890" y="347"/>
                  </a:lnTo>
                  <a:lnTo>
                    <a:pt x="572" y="274"/>
                  </a:lnTo>
                  <a:lnTo>
                    <a:pt x="1144" y="7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34" name="Freeform 210">
              <a:extLst>
                <a:ext uri="{FF2B5EF4-FFF2-40B4-BE49-F238E27FC236}">
                  <a16:creationId xmlns:a16="http://schemas.microsoft.com/office/drawing/2014/main" id="{5C38063B-E675-4A99-AB96-EA1A1524D47E}"/>
                </a:ext>
              </a:extLst>
            </p:cNvPr>
            <p:cNvSpPr>
              <a:spLocks noChangeAspect="1"/>
            </p:cNvSpPr>
            <p:nvPr/>
          </p:nvSpPr>
          <p:spPr bwMode="auto">
            <a:xfrm>
              <a:off x="2664" y="1641"/>
              <a:ext cx="297" cy="85"/>
            </a:xfrm>
            <a:custGeom>
              <a:avLst/>
              <a:gdLst>
                <a:gd name="T0" fmla="*/ 0 w 1143"/>
                <a:gd name="T1" fmla="*/ 73 h 328"/>
                <a:gd name="T2" fmla="*/ 254 w 1143"/>
                <a:gd name="T3" fmla="*/ 0 h 328"/>
                <a:gd name="T4" fmla="*/ 868 w 1143"/>
                <a:gd name="T5" fmla="*/ 201 h 328"/>
                <a:gd name="T6" fmla="*/ 1143 w 1143"/>
                <a:gd name="T7" fmla="*/ 146 h 328"/>
                <a:gd name="T8" fmla="*/ 995 w 1143"/>
                <a:gd name="T9" fmla="*/ 328 h 328"/>
                <a:gd name="T10" fmla="*/ 275 w 1143"/>
                <a:gd name="T11" fmla="*/ 328 h 328"/>
                <a:gd name="T12" fmla="*/ 572 w 1143"/>
                <a:gd name="T13" fmla="*/ 273 h 328"/>
                <a:gd name="T14" fmla="*/ 0 w 1143"/>
                <a:gd name="T15" fmla="*/ 73 h 3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28">
                  <a:moveTo>
                    <a:pt x="0" y="73"/>
                  </a:moveTo>
                  <a:lnTo>
                    <a:pt x="254" y="0"/>
                  </a:lnTo>
                  <a:lnTo>
                    <a:pt x="868" y="201"/>
                  </a:lnTo>
                  <a:lnTo>
                    <a:pt x="1143" y="146"/>
                  </a:lnTo>
                  <a:lnTo>
                    <a:pt x="995" y="328"/>
                  </a:lnTo>
                  <a:lnTo>
                    <a:pt x="275" y="328"/>
                  </a:lnTo>
                  <a:lnTo>
                    <a:pt x="572" y="273"/>
                  </a:lnTo>
                  <a:lnTo>
                    <a:pt x="0" y="7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35" name="Freeform 211">
              <a:extLst>
                <a:ext uri="{FF2B5EF4-FFF2-40B4-BE49-F238E27FC236}">
                  <a16:creationId xmlns:a16="http://schemas.microsoft.com/office/drawing/2014/main" id="{793C5478-4EAA-4FD1-AB3E-8A17069D741C}"/>
                </a:ext>
              </a:extLst>
            </p:cNvPr>
            <p:cNvSpPr>
              <a:spLocks noChangeAspect="1"/>
            </p:cNvSpPr>
            <p:nvPr/>
          </p:nvSpPr>
          <p:spPr bwMode="auto">
            <a:xfrm>
              <a:off x="2961" y="1755"/>
              <a:ext cx="297" cy="85"/>
            </a:xfrm>
            <a:custGeom>
              <a:avLst/>
              <a:gdLst>
                <a:gd name="T0" fmla="*/ 1143 w 1143"/>
                <a:gd name="T1" fmla="*/ 255 h 328"/>
                <a:gd name="T2" fmla="*/ 889 w 1143"/>
                <a:gd name="T3" fmla="*/ 328 h 328"/>
                <a:gd name="T4" fmla="*/ 296 w 1143"/>
                <a:gd name="T5" fmla="*/ 109 h 328"/>
                <a:gd name="T6" fmla="*/ 0 w 1143"/>
                <a:gd name="T7" fmla="*/ 182 h 328"/>
                <a:gd name="T8" fmla="*/ 148 w 1143"/>
                <a:gd name="T9" fmla="*/ 0 h 328"/>
                <a:gd name="T10" fmla="*/ 889 w 1143"/>
                <a:gd name="T11" fmla="*/ 0 h 328"/>
                <a:gd name="T12" fmla="*/ 572 w 1143"/>
                <a:gd name="T13" fmla="*/ 54 h 328"/>
                <a:gd name="T14" fmla="*/ 1143 w 1143"/>
                <a:gd name="T15" fmla="*/ 255 h 3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28">
                  <a:moveTo>
                    <a:pt x="1143" y="255"/>
                  </a:moveTo>
                  <a:lnTo>
                    <a:pt x="889" y="328"/>
                  </a:lnTo>
                  <a:lnTo>
                    <a:pt x="296" y="109"/>
                  </a:lnTo>
                  <a:lnTo>
                    <a:pt x="0" y="182"/>
                  </a:lnTo>
                  <a:lnTo>
                    <a:pt x="148" y="0"/>
                  </a:lnTo>
                  <a:lnTo>
                    <a:pt x="889" y="0"/>
                  </a:lnTo>
                  <a:lnTo>
                    <a:pt x="572" y="54"/>
                  </a:lnTo>
                  <a:lnTo>
                    <a:pt x="1143" y="25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36" name="Line 212">
              <a:extLst>
                <a:ext uri="{FF2B5EF4-FFF2-40B4-BE49-F238E27FC236}">
                  <a16:creationId xmlns:a16="http://schemas.microsoft.com/office/drawing/2014/main" id="{BA55E8C9-1831-4CAB-B1D9-B50686C8B68D}"/>
                </a:ext>
              </a:extLst>
            </p:cNvPr>
            <p:cNvSpPr>
              <a:spLocks noChangeAspect="1" noChangeShapeType="1"/>
            </p:cNvSpPr>
            <p:nvPr/>
          </p:nvSpPr>
          <p:spPr bwMode="auto">
            <a:xfrm>
              <a:off x="2519" y="1755"/>
              <a:ext cx="0" cy="189"/>
            </a:xfrm>
            <a:prstGeom prst="line">
              <a:avLst/>
            </a:prstGeom>
            <a:noFill/>
            <a:ln w="12700">
              <a:solidFill>
                <a:srgbClr val="00B0AC"/>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437" name="Line 213">
              <a:extLst>
                <a:ext uri="{FF2B5EF4-FFF2-40B4-BE49-F238E27FC236}">
                  <a16:creationId xmlns:a16="http://schemas.microsoft.com/office/drawing/2014/main" id="{61A3EBEC-228D-4911-91E7-EF98F0ECD952}"/>
                </a:ext>
              </a:extLst>
            </p:cNvPr>
            <p:cNvSpPr>
              <a:spLocks noChangeAspect="1" noChangeShapeType="1"/>
            </p:cNvSpPr>
            <p:nvPr/>
          </p:nvSpPr>
          <p:spPr bwMode="auto">
            <a:xfrm>
              <a:off x="3422" y="1753"/>
              <a:ext cx="0" cy="189"/>
            </a:xfrm>
            <a:prstGeom prst="line">
              <a:avLst/>
            </a:prstGeom>
            <a:noFill/>
            <a:ln w="12700">
              <a:solidFill>
                <a:srgbClr val="009999"/>
              </a:solidFill>
              <a:round/>
              <a:headEnd/>
              <a:tailEnd/>
            </a:ln>
            <a:extLst>
              <a:ext uri="{909E8E84-426E-40DD-AFC4-6F175D3DCCD1}">
                <a14:hiddenFill xmlns:a14="http://schemas.microsoft.com/office/drawing/2010/main">
                  <a:noFill/>
                </a14:hiddenFill>
              </a:ext>
            </a:extLst>
          </p:spPr>
          <p:txBody>
            <a:bodyPr/>
            <a:lstStyle/>
            <a:p>
              <a:endParaRPr lang="fr-FR"/>
            </a:p>
          </p:txBody>
        </p:sp>
      </p:grpSp>
      <p:sp>
        <p:nvSpPr>
          <p:cNvPr id="446" name="Text Box 214">
            <a:extLst>
              <a:ext uri="{FF2B5EF4-FFF2-40B4-BE49-F238E27FC236}">
                <a16:creationId xmlns:a16="http://schemas.microsoft.com/office/drawing/2014/main" id="{37621C96-6E78-4A20-A774-525A0C0AFCC4}"/>
              </a:ext>
            </a:extLst>
          </p:cNvPr>
          <p:cNvSpPr txBox="1">
            <a:spLocks noChangeArrowheads="1"/>
          </p:cNvSpPr>
          <p:nvPr/>
        </p:nvSpPr>
        <p:spPr bwMode="auto">
          <a:xfrm>
            <a:off x="2666338" y="4277124"/>
            <a:ext cx="476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fr-FR" altLang="fr-FR" b="1"/>
              <a:t>R1</a:t>
            </a:r>
          </a:p>
        </p:txBody>
      </p:sp>
      <p:cxnSp>
        <p:nvCxnSpPr>
          <p:cNvPr id="447" name="AutoShape 215">
            <a:extLst>
              <a:ext uri="{FF2B5EF4-FFF2-40B4-BE49-F238E27FC236}">
                <a16:creationId xmlns:a16="http://schemas.microsoft.com/office/drawing/2014/main" id="{4EFF13C2-1E2E-46D7-B4CB-75F8298BB542}"/>
              </a:ext>
            </a:extLst>
          </p:cNvPr>
          <p:cNvCxnSpPr>
            <a:cxnSpLocks noChangeShapeType="1"/>
            <a:stCxn id="430" idx="0"/>
            <a:endCxn id="243" idx="2"/>
          </p:cNvCxnSpPr>
          <p:nvPr/>
        </p:nvCxnSpPr>
        <p:spPr bwMode="auto">
          <a:xfrm rot="5400000" flipV="1">
            <a:off x="4364963" y="2465786"/>
            <a:ext cx="22225" cy="2898775"/>
          </a:xfrm>
          <a:prstGeom prst="bentConnector4">
            <a:avLst>
              <a:gd name="adj1" fmla="val -1028569"/>
              <a:gd name="adj2" fmla="val 62375"/>
            </a:avLst>
          </a:prstGeom>
          <a:noFill/>
          <a:ln w="381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48" name="AutoShape 216">
            <a:extLst>
              <a:ext uri="{FF2B5EF4-FFF2-40B4-BE49-F238E27FC236}">
                <a16:creationId xmlns:a16="http://schemas.microsoft.com/office/drawing/2014/main" id="{643EFE66-D31E-43D7-9BE5-57101649AE0F}"/>
              </a:ext>
            </a:extLst>
          </p:cNvPr>
          <p:cNvCxnSpPr>
            <a:cxnSpLocks noChangeShapeType="1"/>
            <a:stCxn id="446" idx="2"/>
            <a:endCxn id="249" idx="2"/>
          </p:cNvCxnSpPr>
          <p:nvPr/>
        </p:nvCxnSpPr>
        <p:spPr bwMode="auto">
          <a:xfrm rot="16200000" flipH="1">
            <a:off x="4228438" y="3319861"/>
            <a:ext cx="273050" cy="2921000"/>
          </a:xfrm>
          <a:prstGeom prst="bentConnector2">
            <a:avLst/>
          </a:prstGeom>
          <a:noFill/>
          <a:ln w="38100">
            <a:solidFill>
              <a:srgbClr val="339966"/>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49" name="AutoShape 217">
            <a:extLst>
              <a:ext uri="{FF2B5EF4-FFF2-40B4-BE49-F238E27FC236}">
                <a16:creationId xmlns:a16="http://schemas.microsoft.com/office/drawing/2014/main" id="{CD28267E-8D4D-4F51-A4B7-892D56AE42CC}"/>
              </a:ext>
            </a:extLst>
          </p:cNvPr>
          <p:cNvCxnSpPr>
            <a:cxnSpLocks noChangeShapeType="1"/>
            <a:stCxn id="437" idx="1"/>
            <a:endCxn id="258" idx="4"/>
          </p:cNvCxnSpPr>
          <p:nvPr/>
        </p:nvCxnSpPr>
        <p:spPr bwMode="auto">
          <a:xfrm rot="16200000" flipH="1">
            <a:off x="5438907" y="2625330"/>
            <a:ext cx="36513" cy="3629025"/>
          </a:xfrm>
          <a:prstGeom prst="bentConnector2">
            <a:avLst/>
          </a:prstGeom>
          <a:noFill/>
          <a:ln w="38100">
            <a:solidFill>
              <a:srgbClr val="FF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50" name="Text Box 218">
            <a:extLst>
              <a:ext uri="{FF2B5EF4-FFF2-40B4-BE49-F238E27FC236}">
                <a16:creationId xmlns:a16="http://schemas.microsoft.com/office/drawing/2014/main" id="{F2E89E8D-88E3-48BA-A34F-8B950319AF10}"/>
              </a:ext>
            </a:extLst>
          </p:cNvPr>
          <p:cNvSpPr txBox="1">
            <a:spLocks noChangeArrowheads="1"/>
          </p:cNvSpPr>
          <p:nvPr/>
        </p:nvSpPr>
        <p:spPr bwMode="auto">
          <a:xfrm>
            <a:off x="2853663" y="3327799"/>
            <a:ext cx="18002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fr-FR" altLang="fr-FR"/>
              <a:t>10.1.0.254</a:t>
            </a:r>
          </a:p>
        </p:txBody>
      </p:sp>
      <p:sp>
        <p:nvSpPr>
          <p:cNvPr id="451" name="Text Box 219">
            <a:extLst>
              <a:ext uri="{FF2B5EF4-FFF2-40B4-BE49-F238E27FC236}">
                <a16:creationId xmlns:a16="http://schemas.microsoft.com/office/drawing/2014/main" id="{856189B0-AA6D-496C-B598-ADF2C436CDE1}"/>
              </a:ext>
            </a:extLst>
          </p:cNvPr>
          <p:cNvSpPr txBox="1">
            <a:spLocks noChangeArrowheads="1"/>
          </p:cNvSpPr>
          <p:nvPr/>
        </p:nvSpPr>
        <p:spPr bwMode="auto">
          <a:xfrm>
            <a:off x="3574388" y="4119961"/>
            <a:ext cx="18002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fr-FR" altLang="fr-FR">
                <a:solidFill>
                  <a:srgbClr val="FF0000"/>
                </a:solidFill>
              </a:rPr>
              <a:t>10.2.0.254</a:t>
            </a:r>
          </a:p>
        </p:txBody>
      </p:sp>
      <p:sp>
        <p:nvSpPr>
          <p:cNvPr id="452" name="Text Box 220">
            <a:extLst>
              <a:ext uri="{FF2B5EF4-FFF2-40B4-BE49-F238E27FC236}">
                <a16:creationId xmlns:a16="http://schemas.microsoft.com/office/drawing/2014/main" id="{006F679F-40E5-4068-A536-71658F5515F1}"/>
              </a:ext>
            </a:extLst>
          </p:cNvPr>
          <p:cNvSpPr txBox="1">
            <a:spLocks noChangeArrowheads="1"/>
          </p:cNvSpPr>
          <p:nvPr/>
        </p:nvSpPr>
        <p:spPr bwMode="auto">
          <a:xfrm>
            <a:off x="2853663" y="4570811"/>
            <a:ext cx="18002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fr-FR" altLang="fr-FR">
                <a:solidFill>
                  <a:srgbClr val="33CC33"/>
                </a:solidFill>
              </a:rPr>
              <a:t>10.3.0.254</a:t>
            </a:r>
          </a:p>
        </p:txBody>
      </p:sp>
      <p:sp>
        <p:nvSpPr>
          <p:cNvPr id="453" name="Oval 221">
            <a:extLst>
              <a:ext uri="{FF2B5EF4-FFF2-40B4-BE49-F238E27FC236}">
                <a16:creationId xmlns:a16="http://schemas.microsoft.com/office/drawing/2014/main" id="{F9BB5593-6B3D-4DAD-BAF3-05B543E28361}"/>
              </a:ext>
            </a:extLst>
          </p:cNvPr>
          <p:cNvSpPr>
            <a:spLocks noChangeArrowheads="1"/>
          </p:cNvSpPr>
          <p:nvPr/>
        </p:nvSpPr>
        <p:spPr bwMode="auto">
          <a:xfrm>
            <a:off x="4725326" y="2391174"/>
            <a:ext cx="2952750" cy="1008062"/>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fr-FR"/>
          </a:p>
        </p:txBody>
      </p:sp>
      <p:sp>
        <p:nvSpPr>
          <p:cNvPr id="454" name="Oval 222">
            <a:extLst>
              <a:ext uri="{FF2B5EF4-FFF2-40B4-BE49-F238E27FC236}">
                <a16:creationId xmlns:a16="http://schemas.microsoft.com/office/drawing/2014/main" id="{22BF4D58-7883-4D63-A9D7-07A6216C9EDD}"/>
              </a:ext>
            </a:extLst>
          </p:cNvPr>
          <p:cNvSpPr>
            <a:spLocks noChangeArrowheads="1"/>
          </p:cNvSpPr>
          <p:nvPr/>
        </p:nvSpPr>
        <p:spPr bwMode="auto">
          <a:xfrm>
            <a:off x="7587588" y="3038874"/>
            <a:ext cx="1008063" cy="2952750"/>
          </a:xfrm>
          <a:prstGeom prst="ellipse">
            <a:avLst/>
          </a:prstGeom>
          <a:noFill/>
          <a:ln w="95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fr-FR"/>
          </a:p>
        </p:txBody>
      </p:sp>
      <p:sp>
        <p:nvSpPr>
          <p:cNvPr id="455" name="Oval 223">
            <a:extLst>
              <a:ext uri="{FF2B5EF4-FFF2-40B4-BE49-F238E27FC236}">
                <a16:creationId xmlns:a16="http://schemas.microsoft.com/office/drawing/2014/main" id="{4A01CF53-0CCD-4037-BC6B-70F5F2DE247A}"/>
              </a:ext>
            </a:extLst>
          </p:cNvPr>
          <p:cNvSpPr>
            <a:spLocks noChangeArrowheads="1"/>
          </p:cNvSpPr>
          <p:nvPr/>
        </p:nvSpPr>
        <p:spPr bwMode="auto">
          <a:xfrm>
            <a:off x="4725326" y="5415361"/>
            <a:ext cx="2952750" cy="1008063"/>
          </a:xfrm>
          <a:prstGeom prst="ellipse">
            <a:avLst/>
          </a:prstGeom>
          <a:noFill/>
          <a:ln w="9525">
            <a:solidFill>
              <a:srgbClr val="33CC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fr-FR"/>
          </a:p>
        </p:txBody>
      </p:sp>
    </p:spTree>
    <p:extLst>
      <p:ext uri="{BB962C8B-B14F-4D97-AF65-F5344CB8AC3E}">
        <p14:creationId xmlns:p14="http://schemas.microsoft.com/office/powerpoint/2010/main" val="4090279330"/>
      </p:ext>
    </p:extLst>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3"/>
          <p:cNvSpPr txBox="1">
            <a:spLocks/>
          </p:cNvSpPr>
          <p:nvPr/>
        </p:nvSpPr>
        <p:spPr>
          <a:xfrm>
            <a:off x="11421233" y="6619875"/>
            <a:ext cx="746929" cy="2381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1pPr>
            <a:lvl2pPr marL="742950" indent="-28575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2pPr>
            <a:lvl3pPr marL="1143000" indent="-22860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3pPr>
            <a:lvl4pPr marL="1600200" indent="-22860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4pPr>
            <a:lvl5pPr marL="2057400" indent="-22860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5pPr>
            <a:lvl6pPr marL="25146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6pPr>
            <a:lvl7pPr marL="29718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7pPr>
            <a:lvl8pPr marL="34290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8pPr>
            <a:lvl9pPr marL="38862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9pPr>
          </a:lstStyle>
          <a:p>
            <a:pPr algn="r" eaLnBrk="1" hangingPunct="1"/>
            <a:fld id="{A6099D49-99EB-46B5-BBE2-692892430483}" type="slidenum">
              <a:rPr lang="en-US" altLang="fr-FR" sz="1200" smtClean="0">
                <a:solidFill>
                  <a:srgbClr val="000000"/>
                </a:solidFill>
              </a:rPr>
              <a:pPr algn="r" eaLnBrk="1" hangingPunct="1"/>
              <a:t>10</a:t>
            </a:fld>
            <a:endParaRPr lang="en-US" altLang="fr-FR" sz="1200" dirty="0">
              <a:solidFill>
                <a:srgbClr val="000000"/>
              </a:solidFill>
            </a:endParaRPr>
          </a:p>
        </p:txBody>
      </p:sp>
      <p:sp>
        <p:nvSpPr>
          <p:cNvPr id="4" name="Titre 3"/>
          <p:cNvSpPr>
            <a:spLocks noGrp="1"/>
          </p:cNvSpPr>
          <p:nvPr>
            <p:ph type="title"/>
          </p:nvPr>
        </p:nvSpPr>
        <p:spPr>
          <a:xfrm>
            <a:off x="394138" y="0"/>
            <a:ext cx="11027095" cy="685800"/>
          </a:xfrm>
        </p:spPr>
        <p:txBody>
          <a:bodyPr/>
          <a:lstStyle/>
          <a:p>
            <a:pPr>
              <a:lnSpc>
                <a:spcPct val="100000"/>
              </a:lnSpc>
            </a:pPr>
            <a:r>
              <a:rPr lang="fr-FR" sz="3200" spc="-100" dirty="0">
                <a:solidFill>
                  <a:srgbClr val="1F497D"/>
                </a:solidFill>
                <a:latin typeface="Cambria"/>
              </a:rPr>
              <a:t>Solutions pour la communication inter-VLANs</a:t>
            </a:r>
            <a:endParaRPr lang="fr-FR" sz="3200" spc="-100" dirty="0">
              <a:solidFill>
                <a:srgbClr val="1F497D"/>
              </a:solidFill>
              <a:latin typeface="Cambria"/>
              <a:ea typeface="+mj-ea"/>
              <a:cs typeface="+mj-cs"/>
            </a:endParaRPr>
          </a:p>
        </p:txBody>
      </p:sp>
      <p:sp>
        <p:nvSpPr>
          <p:cNvPr id="5" name="Rectangle 4"/>
          <p:cNvSpPr/>
          <p:nvPr/>
        </p:nvSpPr>
        <p:spPr>
          <a:xfrm>
            <a:off x="132202" y="1013548"/>
            <a:ext cx="11289031" cy="5725389"/>
          </a:xfrm>
          <a:prstGeom prst="rect">
            <a:avLst/>
          </a:prstGeom>
          <a:noFill/>
          <a:ln w="38100">
            <a:gradFill>
              <a:gsLst>
                <a:gs pos="0">
                  <a:srgbClr val="000082"/>
                </a:gs>
                <a:gs pos="30000">
                  <a:srgbClr val="66008F"/>
                </a:gs>
                <a:gs pos="64999">
                  <a:srgbClr val="BA0066"/>
                </a:gs>
                <a:gs pos="89999">
                  <a:srgbClr val="FF0000"/>
                </a:gs>
                <a:gs pos="100000">
                  <a:srgbClr val="FF8200"/>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4" name="Rectangle à coins arrondis 1">
            <a:extLst>
              <a:ext uri="{FF2B5EF4-FFF2-40B4-BE49-F238E27FC236}">
                <a16:creationId xmlns:a16="http://schemas.microsoft.com/office/drawing/2014/main" id="{308AD588-9C53-4A9C-BFCF-5A0F8664F0BB}"/>
              </a:ext>
            </a:extLst>
          </p:cNvPr>
          <p:cNvSpPr/>
          <p:nvPr/>
        </p:nvSpPr>
        <p:spPr>
          <a:xfrm>
            <a:off x="500032" y="794254"/>
            <a:ext cx="10391375" cy="526726"/>
          </a:xfrm>
          <a:prstGeom prst="round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path path="circle">
              <a:fillToRect t="100000" r="100000"/>
            </a:path>
            <a:tileRect l="-100000" b="-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2800" spc="-100" dirty="0">
                <a:solidFill>
                  <a:srgbClr val="1F497D"/>
                </a:solidFill>
                <a:latin typeface="Cambria"/>
              </a:rPr>
              <a:t>Exemples : </a:t>
            </a:r>
            <a:r>
              <a:rPr lang="fr-FR" altLang="fr-FR" sz="2800" spc="-100" dirty="0">
                <a:solidFill>
                  <a:srgbClr val="1F497D"/>
                </a:solidFill>
                <a:latin typeface="Cambria"/>
              </a:rPr>
              <a:t>Utilisation d’un routeur :  Optimiser</a:t>
            </a:r>
          </a:p>
        </p:txBody>
      </p:sp>
      <p:cxnSp>
        <p:nvCxnSpPr>
          <p:cNvPr id="459" name="Connecteur droit 458">
            <a:extLst>
              <a:ext uri="{FF2B5EF4-FFF2-40B4-BE49-F238E27FC236}">
                <a16:creationId xmlns:a16="http://schemas.microsoft.com/office/drawing/2014/main" id="{AC6DD3EC-7BF1-4640-A4AD-0AB5D2D6334F}"/>
              </a:ext>
            </a:extLst>
          </p:cNvPr>
          <p:cNvCxnSpPr/>
          <p:nvPr/>
        </p:nvCxnSpPr>
        <p:spPr>
          <a:xfrm>
            <a:off x="641445" y="1320980"/>
            <a:ext cx="0" cy="5124540"/>
          </a:xfrm>
          <a:prstGeom prst="line">
            <a:avLst/>
          </a:prstGeom>
        </p:spPr>
        <p:style>
          <a:lnRef idx="1">
            <a:schemeClr val="accent1"/>
          </a:lnRef>
          <a:fillRef idx="0">
            <a:schemeClr val="accent1"/>
          </a:fillRef>
          <a:effectRef idx="0">
            <a:schemeClr val="accent1"/>
          </a:effectRef>
          <a:fontRef idx="minor">
            <a:schemeClr val="tx1"/>
          </a:fontRef>
        </p:style>
      </p:cxnSp>
      <p:sp>
        <p:nvSpPr>
          <p:cNvPr id="230" name="Rectangle 3"/>
          <p:cNvSpPr txBox="1">
            <a:spLocks noChangeArrowheads="1"/>
          </p:cNvSpPr>
          <p:nvPr/>
        </p:nvSpPr>
        <p:spPr>
          <a:xfrm>
            <a:off x="641445" y="1298609"/>
            <a:ext cx="8229600" cy="1108075"/>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fr-FR" dirty="0"/>
              <a:t>3 VLANs = je consomme </a:t>
            </a:r>
            <a:r>
              <a:rPr lang="fr-FR" dirty="0">
                <a:solidFill>
                  <a:srgbClr val="FF0000"/>
                </a:solidFill>
              </a:rPr>
              <a:t>3 interfaces  physiques </a:t>
            </a:r>
            <a:r>
              <a:rPr lang="fr-FR" dirty="0"/>
              <a:t>!</a:t>
            </a:r>
          </a:p>
          <a:p>
            <a:r>
              <a:rPr lang="fr-FR" dirty="0"/>
              <a:t>Comment optimiser ?</a:t>
            </a:r>
          </a:p>
        </p:txBody>
      </p:sp>
      <p:sp>
        <p:nvSpPr>
          <p:cNvPr id="231" name="Line 4"/>
          <p:cNvSpPr>
            <a:spLocks noChangeShapeType="1"/>
          </p:cNvSpPr>
          <p:nvPr/>
        </p:nvSpPr>
        <p:spPr bwMode="auto">
          <a:xfrm>
            <a:off x="7493095" y="4927634"/>
            <a:ext cx="339725" cy="1619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fr-FR"/>
          </a:p>
        </p:txBody>
      </p:sp>
      <p:sp>
        <p:nvSpPr>
          <p:cNvPr id="232" name="Line 5"/>
          <p:cNvSpPr>
            <a:spLocks noChangeShapeType="1"/>
          </p:cNvSpPr>
          <p:nvPr/>
        </p:nvSpPr>
        <p:spPr bwMode="auto">
          <a:xfrm>
            <a:off x="6689820" y="5241959"/>
            <a:ext cx="228600" cy="3810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fr-FR"/>
          </a:p>
        </p:txBody>
      </p:sp>
      <p:sp>
        <p:nvSpPr>
          <p:cNvPr id="233" name="Line 6"/>
          <p:cNvSpPr>
            <a:spLocks noChangeShapeType="1"/>
          </p:cNvSpPr>
          <p:nvPr/>
        </p:nvSpPr>
        <p:spPr bwMode="auto">
          <a:xfrm flipV="1">
            <a:off x="6308820" y="5165759"/>
            <a:ext cx="0" cy="6096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fr-FR"/>
          </a:p>
        </p:txBody>
      </p:sp>
      <p:sp>
        <p:nvSpPr>
          <p:cNvPr id="234" name="Rectangle 7"/>
          <p:cNvSpPr>
            <a:spLocks noChangeArrowheads="1"/>
          </p:cNvSpPr>
          <p:nvPr/>
        </p:nvSpPr>
        <p:spPr bwMode="auto">
          <a:xfrm>
            <a:off x="5851620" y="3413159"/>
            <a:ext cx="914400" cy="6096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fr-FR"/>
          </a:p>
        </p:txBody>
      </p:sp>
      <p:sp>
        <p:nvSpPr>
          <p:cNvPr id="456" name="Oval 8"/>
          <p:cNvSpPr>
            <a:spLocks noChangeArrowheads="1"/>
          </p:cNvSpPr>
          <p:nvPr/>
        </p:nvSpPr>
        <p:spPr bwMode="auto">
          <a:xfrm>
            <a:off x="5927820" y="3489359"/>
            <a:ext cx="152400" cy="1524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fr-FR"/>
          </a:p>
        </p:txBody>
      </p:sp>
      <p:sp>
        <p:nvSpPr>
          <p:cNvPr id="457" name="Oval 9"/>
          <p:cNvSpPr>
            <a:spLocks noChangeArrowheads="1"/>
          </p:cNvSpPr>
          <p:nvPr/>
        </p:nvSpPr>
        <p:spPr bwMode="auto">
          <a:xfrm>
            <a:off x="6232620" y="3489359"/>
            <a:ext cx="152400" cy="1524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fr-FR"/>
          </a:p>
        </p:txBody>
      </p:sp>
      <p:sp>
        <p:nvSpPr>
          <p:cNvPr id="458" name="Oval 10"/>
          <p:cNvSpPr>
            <a:spLocks noChangeArrowheads="1"/>
          </p:cNvSpPr>
          <p:nvPr/>
        </p:nvSpPr>
        <p:spPr bwMode="auto">
          <a:xfrm>
            <a:off x="6537420" y="3489359"/>
            <a:ext cx="152400" cy="1524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fr-FR"/>
          </a:p>
        </p:txBody>
      </p:sp>
      <p:sp>
        <p:nvSpPr>
          <p:cNvPr id="460" name="Oval 11"/>
          <p:cNvSpPr>
            <a:spLocks noChangeArrowheads="1"/>
          </p:cNvSpPr>
          <p:nvPr/>
        </p:nvSpPr>
        <p:spPr bwMode="auto">
          <a:xfrm>
            <a:off x="5927820" y="3794159"/>
            <a:ext cx="152400" cy="1524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fr-FR"/>
          </a:p>
        </p:txBody>
      </p:sp>
      <p:sp>
        <p:nvSpPr>
          <p:cNvPr id="461" name="Oval 12"/>
          <p:cNvSpPr>
            <a:spLocks noChangeArrowheads="1"/>
          </p:cNvSpPr>
          <p:nvPr/>
        </p:nvSpPr>
        <p:spPr bwMode="auto">
          <a:xfrm>
            <a:off x="6232620" y="3794159"/>
            <a:ext cx="152400" cy="1524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fr-FR"/>
          </a:p>
        </p:txBody>
      </p:sp>
      <p:sp>
        <p:nvSpPr>
          <p:cNvPr id="462" name="Line 13"/>
          <p:cNvSpPr>
            <a:spLocks noChangeShapeType="1"/>
          </p:cNvSpPr>
          <p:nvPr/>
        </p:nvSpPr>
        <p:spPr bwMode="auto">
          <a:xfrm>
            <a:off x="5775420" y="3184559"/>
            <a:ext cx="228600" cy="3810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fr-FR"/>
          </a:p>
        </p:txBody>
      </p:sp>
      <p:sp>
        <p:nvSpPr>
          <p:cNvPr id="463" name="Line 14"/>
          <p:cNvSpPr>
            <a:spLocks noChangeShapeType="1"/>
          </p:cNvSpPr>
          <p:nvPr/>
        </p:nvSpPr>
        <p:spPr bwMode="auto">
          <a:xfrm flipV="1">
            <a:off x="6613620" y="3260759"/>
            <a:ext cx="304800" cy="3048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fr-FR"/>
          </a:p>
        </p:txBody>
      </p:sp>
      <p:sp>
        <p:nvSpPr>
          <p:cNvPr id="464" name="Line 15"/>
          <p:cNvSpPr>
            <a:spLocks noChangeShapeType="1"/>
          </p:cNvSpPr>
          <p:nvPr/>
        </p:nvSpPr>
        <p:spPr bwMode="auto">
          <a:xfrm flipV="1">
            <a:off x="6308820" y="2955959"/>
            <a:ext cx="0" cy="6096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fr-FR"/>
          </a:p>
        </p:txBody>
      </p:sp>
      <p:sp>
        <p:nvSpPr>
          <p:cNvPr id="465" name="Rectangle 16"/>
          <p:cNvSpPr>
            <a:spLocks noChangeArrowheads="1"/>
          </p:cNvSpPr>
          <p:nvPr/>
        </p:nvSpPr>
        <p:spPr bwMode="auto">
          <a:xfrm>
            <a:off x="5851620" y="4708559"/>
            <a:ext cx="914400" cy="609600"/>
          </a:xfrm>
          <a:prstGeom prst="rect">
            <a:avLst/>
          </a:prstGeom>
          <a:noFill/>
          <a:ln w="38100">
            <a:solidFill>
              <a:srgbClr val="339966"/>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fr-FR"/>
          </a:p>
        </p:txBody>
      </p:sp>
      <p:sp>
        <p:nvSpPr>
          <p:cNvPr id="466" name="Oval 17"/>
          <p:cNvSpPr>
            <a:spLocks noChangeArrowheads="1"/>
          </p:cNvSpPr>
          <p:nvPr/>
        </p:nvSpPr>
        <p:spPr bwMode="auto">
          <a:xfrm>
            <a:off x="5927820" y="4784759"/>
            <a:ext cx="152400" cy="1524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fr-FR"/>
          </a:p>
        </p:txBody>
      </p:sp>
      <p:sp>
        <p:nvSpPr>
          <p:cNvPr id="467" name="Oval 18"/>
          <p:cNvSpPr>
            <a:spLocks noChangeArrowheads="1"/>
          </p:cNvSpPr>
          <p:nvPr/>
        </p:nvSpPr>
        <p:spPr bwMode="auto">
          <a:xfrm>
            <a:off x="6232620" y="4784759"/>
            <a:ext cx="152400" cy="1524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fr-FR"/>
          </a:p>
        </p:txBody>
      </p:sp>
      <p:sp>
        <p:nvSpPr>
          <p:cNvPr id="468" name="Oval 19"/>
          <p:cNvSpPr>
            <a:spLocks noChangeArrowheads="1"/>
          </p:cNvSpPr>
          <p:nvPr/>
        </p:nvSpPr>
        <p:spPr bwMode="auto">
          <a:xfrm>
            <a:off x="6537420" y="4784759"/>
            <a:ext cx="152400" cy="1524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fr-FR"/>
          </a:p>
        </p:txBody>
      </p:sp>
      <p:sp>
        <p:nvSpPr>
          <p:cNvPr id="469" name="Oval 20"/>
          <p:cNvSpPr>
            <a:spLocks noChangeArrowheads="1"/>
          </p:cNvSpPr>
          <p:nvPr/>
        </p:nvSpPr>
        <p:spPr bwMode="auto">
          <a:xfrm>
            <a:off x="5927820" y="5089559"/>
            <a:ext cx="152400" cy="1524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fr-FR"/>
          </a:p>
        </p:txBody>
      </p:sp>
      <p:sp>
        <p:nvSpPr>
          <p:cNvPr id="470" name="Oval 21"/>
          <p:cNvSpPr>
            <a:spLocks noChangeArrowheads="1"/>
          </p:cNvSpPr>
          <p:nvPr/>
        </p:nvSpPr>
        <p:spPr bwMode="auto">
          <a:xfrm>
            <a:off x="6232620" y="5089559"/>
            <a:ext cx="152400" cy="1524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fr-FR"/>
          </a:p>
        </p:txBody>
      </p:sp>
      <p:sp>
        <p:nvSpPr>
          <p:cNvPr id="471" name="Oval 22"/>
          <p:cNvSpPr>
            <a:spLocks noChangeArrowheads="1"/>
          </p:cNvSpPr>
          <p:nvPr/>
        </p:nvSpPr>
        <p:spPr bwMode="auto">
          <a:xfrm>
            <a:off x="6537420" y="5089559"/>
            <a:ext cx="152400" cy="1524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fr-FR"/>
          </a:p>
        </p:txBody>
      </p:sp>
      <p:sp>
        <p:nvSpPr>
          <p:cNvPr id="472" name="Line 23"/>
          <p:cNvSpPr>
            <a:spLocks noChangeShapeType="1"/>
          </p:cNvSpPr>
          <p:nvPr/>
        </p:nvSpPr>
        <p:spPr bwMode="auto">
          <a:xfrm flipV="1">
            <a:off x="5699220" y="5165759"/>
            <a:ext cx="304800" cy="3048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fr-FR"/>
          </a:p>
        </p:txBody>
      </p:sp>
      <p:sp>
        <p:nvSpPr>
          <p:cNvPr id="473" name="Rectangle 24"/>
          <p:cNvSpPr>
            <a:spLocks noChangeArrowheads="1"/>
          </p:cNvSpPr>
          <p:nvPr/>
        </p:nvSpPr>
        <p:spPr bwMode="auto">
          <a:xfrm rot="5386239">
            <a:off x="6878733" y="4362484"/>
            <a:ext cx="1143000" cy="304800"/>
          </a:xfrm>
          <a:prstGeom prst="rect">
            <a:avLst/>
          </a:prstGeom>
          <a:noFill/>
          <a:ln w="381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fr-FR"/>
          </a:p>
        </p:txBody>
      </p:sp>
      <p:sp>
        <p:nvSpPr>
          <p:cNvPr id="474" name="Oval 25"/>
          <p:cNvSpPr>
            <a:spLocks noChangeArrowheads="1"/>
          </p:cNvSpPr>
          <p:nvPr/>
        </p:nvSpPr>
        <p:spPr bwMode="auto">
          <a:xfrm rot="5386239">
            <a:off x="7374033" y="4021172"/>
            <a:ext cx="152400" cy="1524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fr-FR"/>
          </a:p>
        </p:txBody>
      </p:sp>
      <p:sp>
        <p:nvSpPr>
          <p:cNvPr id="475" name="Oval 26"/>
          <p:cNvSpPr>
            <a:spLocks noChangeArrowheads="1"/>
          </p:cNvSpPr>
          <p:nvPr/>
        </p:nvSpPr>
        <p:spPr bwMode="auto">
          <a:xfrm rot="5386239">
            <a:off x="7374033" y="4325972"/>
            <a:ext cx="152400" cy="1524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fr-FR"/>
          </a:p>
        </p:txBody>
      </p:sp>
      <p:sp>
        <p:nvSpPr>
          <p:cNvPr id="476" name="Oval 27"/>
          <p:cNvSpPr>
            <a:spLocks noChangeArrowheads="1"/>
          </p:cNvSpPr>
          <p:nvPr/>
        </p:nvSpPr>
        <p:spPr bwMode="auto">
          <a:xfrm rot="5386239">
            <a:off x="7375620" y="4556159"/>
            <a:ext cx="152400" cy="1524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fr-FR"/>
          </a:p>
        </p:txBody>
      </p:sp>
      <p:sp>
        <p:nvSpPr>
          <p:cNvPr id="477" name="Oval 28"/>
          <p:cNvSpPr>
            <a:spLocks noChangeArrowheads="1"/>
          </p:cNvSpPr>
          <p:nvPr/>
        </p:nvSpPr>
        <p:spPr bwMode="auto">
          <a:xfrm rot="5386239">
            <a:off x="7375620" y="4860959"/>
            <a:ext cx="152400" cy="1524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fr-FR"/>
          </a:p>
        </p:txBody>
      </p:sp>
      <p:sp>
        <p:nvSpPr>
          <p:cNvPr id="478" name="Line 29"/>
          <p:cNvSpPr>
            <a:spLocks noChangeShapeType="1"/>
          </p:cNvSpPr>
          <p:nvPr/>
        </p:nvSpPr>
        <p:spPr bwMode="auto">
          <a:xfrm flipV="1">
            <a:off x="7493095" y="4403759"/>
            <a:ext cx="415925" cy="23653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fr-FR"/>
          </a:p>
        </p:txBody>
      </p:sp>
      <p:sp>
        <p:nvSpPr>
          <p:cNvPr id="479" name="Line 30"/>
          <p:cNvSpPr>
            <a:spLocks noChangeShapeType="1"/>
          </p:cNvSpPr>
          <p:nvPr/>
        </p:nvSpPr>
        <p:spPr bwMode="auto">
          <a:xfrm flipV="1">
            <a:off x="7451820" y="3717959"/>
            <a:ext cx="381000" cy="3810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fr-FR"/>
          </a:p>
        </p:txBody>
      </p:sp>
      <p:grpSp>
        <p:nvGrpSpPr>
          <p:cNvPr id="480" name="Group 31"/>
          <p:cNvGrpSpPr>
            <a:grpSpLocks noChangeAspect="1"/>
          </p:cNvGrpSpPr>
          <p:nvPr/>
        </p:nvGrpSpPr>
        <p:grpSpPr bwMode="auto">
          <a:xfrm>
            <a:off x="5188045" y="2622584"/>
            <a:ext cx="693738" cy="627063"/>
            <a:chOff x="431" y="391"/>
            <a:chExt cx="573" cy="518"/>
          </a:xfrm>
        </p:grpSpPr>
        <p:sp>
          <p:nvSpPr>
            <p:cNvPr id="481" name="AutoShape 32"/>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482" name="Rectangle 33"/>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483" name="Rectangle 34"/>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484" name="Freeform 35"/>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85" name="Freeform 36"/>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486" name="Line 37"/>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487" name="Freeform 38"/>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88" name="Freeform 39"/>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489" name="Freeform 40"/>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90" name="Freeform 41"/>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491" name="Freeform 42"/>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92" name="Freeform 43"/>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493" name="Rectangle 44"/>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494" name="Rectangle 45"/>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495" name="Freeform 46"/>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96" name="Rectangle 47"/>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497" name="Rectangle 48"/>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498" name="Group 49"/>
          <p:cNvGrpSpPr>
            <a:grpSpLocks noChangeAspect="1"/>
          </p:cNvGrpSpPr>
          <p:nvPr/>
        </p:nvGrpSpPr>
        <p:grpSpPr bwMode="auto">
          <a:xfrm>
            <a:off x="5980208" y="2406684"/>
            <a:ext cx="693737" cy="627063"/>
            <a:chOff x="431" y="391"/>
            <a:chExt cx="573" cy="518"/>
          </a:xfrm>
        </p:grpSpPr>
        <p:sp>
          <p:nvSpPr>
            <p:cNvPr id="499" name="AutoShape 50"/>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500" name="Rectangle 51"/>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501" name="Rectangle 52"/>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502" name="Freeform 53"/>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03" name="Freeform 54"/>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504" name="Line 55"/>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505" name="Freeform 56"/>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06" name="Freeform 57"/>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507" name="Freeform 58"/>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08" name="Freeform 59"/>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509" name="Freeform 60"/>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10" name="Freeform 61"/>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511" name="Rectangle 62"/>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512" name="Rectangle 63"/>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513" name="Freeform 64"/>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14" name="Rectangle 65"/>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515" name="Rectangle 66"/>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516" name="Group 67"/>
          <p:cNvGrpSpPr>
            <a:grpSpLocks noChangeAspect="1"/>
          </p:cNvGrpSpPr>
          <p:nvPr/>
        </p:nvGrpSpPr>
        <p:grpSpPr bwMode="auto">
          <a:xfrm>
            <a:off x="6772370" y="2622584"/>
            <a:ext cx="693738" cy="627063"/>
            <a:chOff x="431" y="391"/>
            <a:chExt cx="573" cy="518"/>
          </a:xfrm>
        </p:grpSpPr>
        <p:sp>
          <p:nvSpPr>
            <p:cNvPr id="517" name="AutoShape 68"/>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518" name="Rectangle 69"/>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519" name="Rectangle 70"/>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520" name="Freeform 71"/>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21" name="Freeform 72"/>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522" name="Line 73"/>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523" name="Freeform 74"/>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24" name="Freeform 75"/>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525" name="Freeform 76"/>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26" name="Freeform 77"/>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527" name="Freeform 78"/>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28" name="Freeform 79"/>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529" name="Rectangle 80"/>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530" name="Rectangle 81"/>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531" name="Freeform 82"/>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32" name="Rectangle 83"/>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533" name="Rectangle 84"/>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534" name="Group 85"/>
          <p:cNvGrpSpPr>
            <a:grpSpLocks noChangeAspect="1"/>
          </p:cNvGrpSpPr>
          <p:nvPr/>
        </p:nvGrpSpPr>
        <p:grpSpPr bwMode="auto">
          <a:xfrm>
            <a:off x="7780433" y="3127409"/>
            <a:ext cx="693737" cy="627063"/>
            <a:chOff x="431" y="391"/>
            <a:chExt cx="573" cy="518"/>
          </a:xfrm>
        </p:grpSpPr>
        <p:sp>
          <p:nvSpPr>
            <p:cNvPr id="535" name="AutoShape 86"/>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536" name="Rectangle 87"/>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537" name="Rectangle 88"/>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538" name="Freeform 89"/>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39" name="Freeform 90"/>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540" name="Line 91"/>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541" name="Freeform 92"/>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42" name="Freeform 93"/>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543" name="Freeform 94"/>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44" name="Freeform 95"/>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545" name="Freeform 96"/>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46" name="Freeform 97"/>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547" name="Rectangle 98"/>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548" name="Rectangle 99"/>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549" name="Freeform 100"/>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50" name="Rectangle 101"/>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551" name="Rectangle 102"/>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552" name="Group 103"/>
          <p:cNvGrpSpPr>
            <a:grpSpLocks noChangeAspect="1"/>
          </p:cNvGrpSpPr>
          <p:nvPr/>
        </p:nvGrpSpPr>
        <p:grpSpPr bwMode="auto">
          <a:xfrm>
            <a:off x="7924895" y="3991009"/>
            <a:ext cx="693738" cy="627063"/>
            <a:chOff x="431" y="391"/>
            <a:chExt cx="573" cy="518"/>
          </a:xfrm>
        </p:grpSpPr>
        <p:sp>
          <p:nvSpPr>
            <p:cNvPr id="553" name="AutoShape 104"/>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554" name="Rectangle 105"/>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555" name="Rectangle 106"/>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556" name="Freeform 107"/>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57" name="Freeform 108"/>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558" name="Line 109"/>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559" name="Freeform 110"/>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60" name="Freeform 111"/>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561" name="Freeform 112"/>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62" name="Freeform 113"/>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563" name="Freeform 114"/>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64" name="Freeform 115"/>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565" name="Rectangle 116"/>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566" name="Rectangle 117"/>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567" name="Freeform 118"/>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68" name="Rectangle 119"/>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569" name="Rectangle 120"/>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570" name="Group 121"/>
          <p:cNvGrpSpPr>
            <a:grpSpLocks noChangeAspect="1"/>
          </p:cNvGrpSpPr>
          <p:nvPr/>
        </p:nvGrpSpPr>
        <p:grpSpPr bwMode="auto">
          <a:xfrm>
            <a:off x="7708995" y="4856197"/>
            <a:ext cx="693738" cy="627062"/>
            <a:chOff x="431" y="391"/>
            <a:chExt cx="573" cy="518"/>
          </a:xfrm>
        </p:grpSpPr>
        <p:sp>
          <p:nvSpPr>
            <p:cNvPr id="571" name="AutoShape 122"/>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572" name="Rectangle 123"/>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573" name="Rectangle 124"/>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574" name="Freeform 125"/>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75" name="Freeform 126"/>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576" name="Line 127"/>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577" name="Freeform 128"/>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78" name="Freeform 129"/>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579" name="Freeform 130"/>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80" name="Freeform 131"/>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581" name="Freeform 132"/>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82" name="Freeform 133"/>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583" name="Rectangle 134"/>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584" name="Rectangle 135"/>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585" name="Freeform 136"/>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86" name="Rectangle 137"/>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587" name="Rectangle 138"/>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588" name="Group 139"/>
          <p:cNvGrpSpPr>
            <a:grpSpLocks noChangeAspect="1"/>
          </p:cNvGrpSpPr>
          <p:nvPr/>
        </p:nvGrpSpPr>
        <p:grpSpPr bwMode="auto">
          <a:xfrm>
            <a:off x="6843808" y="5359434"/>
            <a:ext cx="693737" cy="627063"/>
            <a:chOff x="431" y="391"/>
            <a:chExt cx="573" cy="518"/>
          </a:xfrm>
        </p:grpSpPr>
        <p:sp>
          <p:nvSpPr>
            <p:cNvPr id="589" name="AutoShape 140"/>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590" name="Rectangle 141"/>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591" name="Rectangle 142"/>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592" name="Freeform 143"/>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93" name="Freeform 144"/>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594" name="Line 145"/>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595" name="Freeform 146"/>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96" name="Freeform 147"/>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597" name="Freeform 148"/>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98" name="Freeform 149"/>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599" name="Freeform 150"/>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00" name="Freeform 151"/>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601" name="Rectangle 152"/>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602" name="Rectangle 153"/>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603" name="Freeform 154"/>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04" name="Rectangle 155"/>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605" name="Rectangle 156"/>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606" name="Group 157"/>
          <p:cNvGrpSpPr>
            <a:grpSpLocks noChangeAspect="1"/>
          </p:cNvGrpSpPr>
          <p:nvPr/>
        </p:nvGrpSpPr>
        <p:grpSpPr bwMode="auto">
          <a:xfrm>
            <a:off x="5908770" y="5719797"/>
            <a:ext cx="693738" cy="627062"/>
            <a:chOff x="431" y="391"/>
            <a:chExt cx="573" cy="518"/>
          </a:xfrm>
        </p:grpSpPr>
        <p:sp>
          <p:nvSpPr>
            <p:cNvPr id="607" name="AutoShape 158"/>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608" name="Rectangle 159"/>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609" name="Rectangle 160"/>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610" name="Freeform 161"/>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11" name="Freeform 162"/>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612" name="Line 163"/>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613" name="Freeform 164"/>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14" name="Freeform 165"/>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615" name="Freeform 166"/>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16" name="Freeform 167"/>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617" name="Freeform 168"/>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18" name="Freeform 169"/>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619" name="Rectangle 170"/>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620" name="Rectangle 171"/>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621" name="Freeform 172"/>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22" name="Rectangle 173"/>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623" name="Rectangle 174"/>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624" name="Group 175"/>
          <p:cNvGrpSpPr>
            <a:grpSpLocks noChangeAspect="1"/>
          </p:cNvGrpSpPr>
          <p:nvPr/>
        </p:nvGrpSpPr>
        <p:grpSpPr bwMode="auto">
          <a:xfrm>
            <a:off x="5043583" y="5359434"/>
            <a:ext cx="693737" cy="627063"/>
            <a:chOff x="431" y="391"/>
            <a:chExt cx="573" cy="518"/>
          </a:xfrm>
        </p:grpSpPr>
        <p:sp>
          <p:nvSpPr>
            <p:cNvPr id="625" name="AutoShape 176"/>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626" name="Rectangle 177"/>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627" name="Rectangle 178"/>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628" name="Freeform 179"/>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29" name="Freeform 180"/>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630" name="Line 181"/>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631" name="Freeform 182"/>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32" name="Freeform 183"/>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633" name="Freeform 184"/>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34" name="Freeform 185"/>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635" name="Freeform 186"/>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36" name="Freeform 187"/>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637" name="Rectangle 188"/>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638" name="Rectangle 189"/>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639" name="Freeform 190"/>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40" name="Rectangle 191"/>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641" name="Rectangle 192"/>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642" name="Group 193"/>
          <p:cNvGrpSpPr>
            <a:grpSpLocks noChangeAspect="1"/>
          </p:cNvGrpSpPr>
          <p:nvPr/>
        </p:nvGrpSpPr>
        <p:grpSpPr bwMode="auto">
          <a:xfrm>
            <a:off x="2308320" y="3848134"/>
            <a:ext cx="1441450" cy="733425"/>
            <a:chOff x="2517" y="1616"/>
            <a:chExt cx="908" cy="462"/>
          </a:xfrm>
        </p:grpSpPr>
        <p:sp>
          <p:nvSpPr>
            <p:cNvPr id="643" name="AutoShape 194"/>
            <p:cNvSpPr>
              <a:spLocks noChangeAspect="1" noChangeArrowheads="1" noTextEdit="1"/>
            </p:cNvSpPr>
            <p:nvPr/>
          </p:nvSpPr>
          <p:spPr bwMode="auto">
            <a:xfrm>
              <a:off x="2517" y="1619"/>
              <a:ext cx="908" cy="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644" name="Oval 195"/>
            <p:cNvSpPr>
              <a:spLocks noChangeAspect="1" noChangeArrowheads="1"/>
            </p:cNvSpPr>
            <p:nvPr/>
          </p:nvSpPr>
          <p:spPr bwMode="auto">
            <a:xfrm>
              <a:off x="2519" y="1811"/>
              <a:ext cx="904" cy="265"/>
            </a:xfrm>
            <a:prstGeom prst="ellipse">
              <a:avLst/>
            </a:prstGeom>
            <a:gradFill rotWithShape="1">
              <a:gsLst>
                <a:gs pos="0">
                  <a:srgbClr val="66FFCC"/>
                </a:gs>
                <a:gs pos="100000">
                  <a:srgbClr val="66FFCC">
                    <a:gamma/>
                    <a:shade val="46275"/>
                    <a:invGamma/>
                  </a:srgbClr>
                </a:gs>
              </a:gsLst>
              <a:lin ang="0" scaled="1"/>
            </a:gradFill>
            <a:ln w="12700">
              <a:solidFill>
                <a:srgbClr val="009999"/>
              </a:solidFill>
              <a:round/>
              <a:headEnd/>
              <a:tailEnd/>
            </a:ln>
          </p:spPr>
          <p:txBody>
            <a:bodyPr/>
            <a:lstStyle/>
            <a:p>
              <a:endParaRPr lang="fr-FR"/>
            </a:p>
          </p:txBody>
        </p:sp>
        <p:sp>
          <p:nvSpPr>
            <p:cNvPr id="645" name="Rectangle 196"/>
            <p:cNvSpPr>
              <a:spLocks noChangeAspect="1" noChangeArrowheads="1"/>
            </p:cNvSpPr>
            <p:nvPr/>
          </p:nvSpPr>
          <p:spPr bwMode="auto">
            <a:xfrm>
              <a:off x="2517" y="1756"/>
              <a:ext cx="903" cy="18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646" name="Rectangle 197"/>
            <p:cNvSpPr>
              <a:spLocks noChangeAspect="1" noChangeArrowheads="1"/>
            </p:cNvSpPr>
            <p:nvPr/>
          </p:nvSpPr>
          <p:spPr bwMode="auto">
            <a:xfrm>
              <a:off x="2518" y="1756"/>
              <a:ext cx="903" cy="189"/>
            </a:xfrm>
            <a:prstGeom prst="rect">
              <a:avLst/>
            </a:prstGeom>
            <a:gradFill rotWithShape="1">
              <a:gsLst>
                <a:gs pos="0">
                  <a:srgbClr val="66FFCC"/>
                </a:gs>
                <a:gs pos="100000">
                  <a:srgbClr val="66FFCC">
                    <a:gamma/>
                    <a:shade val="46275"/>
                    <a:invGamma/>
                  </a:srgbClr>
                </a:gs>
              </a:gsLst>
              <a:lin ang="0" scaled="1"/>
            </a:gradFill>
            <a:ln>
              <a:noFill/>
            </a:ln>
            <a:extLst>
              <a:ext uri="{91240B29-F687-4F45-9708-019B960494DF}">
                <a14:hiddenLine xmlns:a14="http://schemas.microsoft.com/office/drawing/2010/main" w="9525">
                  <a:solidFill>
                    <a:srgbClr val="33CCCC"/>
                  </a:solidFill>
                  <a:miter lim="800000"/>
                  <a:headEnd/>
                  <a:tailEnd/>
                </a14:hiddenLine>
              </a:ext>
            </a:extLst>
          </p:spPr>
          <p:txBody>
            <a:bodyPr/>
            <a:lstStyle/>
            <a:p>
              <a:endParaRPr lang="fr-FR"/>
            </a:p>
          </p:txBody>
        </p:sp>
        <p:sp>
          <p:nvSpPr>
            <p:cNvPr id="647" name="Oval 198"/>
            <p:cNvSpPr>
              <a:spLocks noChangeAspect="1" noChangeArrowheads="1"/>
            </p:cNvSpPr>
            <p:nvPr/>
          </p:nvSpPr>
          <p:spPr bwMode="auto">
            <a:xfrm>
              <a:off x="2519" y="1616"/>
              <a:ext cx="904" cy="265"/>
            </a:xfrm>
            <a:prstGeom prst="ellipse">
              <a:avLst/>
            </a:prstGeom>
            <a:solidFill>
              <a:srgbClr val="66FFCC"/>
            </a:solidFill>
            <a:ln w="12700">
              <a:solidFill>
                <a:srgbClr val="009999"/>
              </a:solidFill>
              <a:round/>
              <a:headEnd/>
              <a:tailEnd/>
            </a:ln>
          </p:spPr>
          <p:txBody>
            <a:bodyPr/>
            <a:lstStyle/>
            <a:p>
              <a:endParaRPr lang="fr-FR"/>
            </a:p>
          </p:txBody>
        </p:sp>
        <p:grpSp>
          <p:nvGrpSpPr>
            <p:cNvPr id="648" name="Group 199"/>
            <p:cNvGrpSpPr>
              <a:grpSpLocks noChangeAspect="1"/>
            </p:cNvGrpSpPr>
            <p:nvPr/>
          </p:nvGrpSpPr>
          <p:grpSpPr bwMode="auto">
            <a:xfrm>
              <a:off x="2655" y="1652"/>
              <a:ext cx="621" cy="199"/>
              <a:chOff x="914" y="2243"/>
              <a:chExt cx="2392" cy="766"/>
            </a:xfrm>
          </p:grpSpPr>
          <p:sp>
            <p:nvSpPr>
              <p:cNvPr id="655" name="Freeform 200"/>
              <p:cNvSpPr>
                <a:spLocks noChangeAspect="1"/>
              </p:cNvSpPr>
              <p:nvPr/>
            </p:nvSpPr>
            <p:spPr bwMode="auto">
              <a:xfrm>
                <a:off x="2163" y="2261"/>
                <a:ext cx="1143" cy="328"/>
              </a:xfrm>
              <a:custGeom>
                <a:avLst/>
                <a:gdLst>
                  <a:gd name="T0" fmla="*/ 0 w 1143"/>
                  <a:gd name="T1" fmla="*/ 255 h 328"/>
                  <a:gd name="T2" fmla="*/ 254 w 1143"/>
                  <a:gd name="T3" fmla="*/ 328 h 328"/>
                  <a:gd name="T4" fmla="*/ 868 w 1143"/>
                  <a:gd name="T5" fmla="*/ 109 h 328"/>
                  <a:gd name="T6" fmla="*/ 1143 w 1143"/>
                  <a:gd name="T7" fmla="*/ 182 h 328"/>
                  <a:gd name="T8" fmla="*/ 995 w 1143"/>
                  <a:gd name="T9" fmla="*/ 0 h 328"/>
                  <a:gd name="T10" fmla="*/ 275 w 1143"/>
                  <a:gd name="T11" fmla="*/ 0 h 328"/>
                  <a:gd name="T12" fmla="*/ 572 w 1143"/>
                  <a:gd name="T13" fmla="*/ 55 h 328"/>
                  <a:gd name="T14" fmla="*/ 0 w 1143"/>
                  <a:gd name="T15" fmla="*/ 255 h 3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28">
                    <a:moveTo>
                      <a:pt x="0" y="255"/>
                    </a:moveTo>
                    <a:lnTo>
                      <a:pt x="254" y="328"/>
                    </a:lnTo>
                    <a:lnTo>
                      <a:pt x="868" y="109"/>
                    </a:lnTo>
                    <a:lnTo>
                      <a:pt x="1143" y="182"/>
                    </a:lnTo>
                    <a:lnTo>
                      <a:pt x="995" y="0"/>
                    </a:lnTo>
                    <a:lnTo>
                      <a:pt x="275" y="0"/>
                    </a:lnTo>
                    <a:lnTo>
                      <a:pt x="572" y="55"/>
                    </a:lnTo>
                    <a:lnTo>
                      <a:pt x="0" y="255"/>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56" name="Freeform 201"/>
              <p:cNvSpPr>
                <a:spLocks noChangeAspect="1"/>
              </p:cNvSpPr>
              <p:nvPr/>
            </p:nvSpPr>
            <p:spPr bwMode="auto">
              <a:xfrm>
                <a:off x="2163" y="2261"/>
                <a:ext cx="1143" cy="328"/>
              </a:xfrm>
              <a:custGeom>
                <a:avLst/>
                <a:gdLst>
                  <a:gd name="T0" fmla="*/ 0 w 1143"/>
                  <a:gd name="T1" fmla="*/ 255 h 328"/>
                  <a:gd name="T2" fmla="*/ 254 w 1143"/>
                  <a:gd name="T3" fmla="*/ 328 h 328"/>
                  <a:gd name="T4" fmla="*/ 868 w 1143"/>
                  <a:gd name="T5" fmla="*/ 109 h 328"/>
                  <a:gd name="T6" fmla="*/ 1143 w 1143"/>
                  <a:gd name="T7" fmla="*/ 182 h 328"/>
                  <a:gd name="T8" fmla="*/ 995 w 1143"/>
                  <a:gd name="T9" fmla="*/ 0 h 328"/>
                  <a:gd name="T10" fmla="*/ 275 w 1143"/>
                  <a:gd name="T11" fmla="*/ 0 h 328"/>
                  <a:gd name="T12" fmla="*/ 572 w 1143"/>
                  <a:gd name="T13" fmla="*/ 55 h 328"/>
                  <a:gd name="T14" fmla="*/ 0 w 1143"/>
                  <a:gd name="T15" fmla="*/ 255 h 3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28">
                    <a:moveTo>
                      <a:pt x="0" y="255"/>
                    </a:moveTo>
                    <a:lnTo>
                      <a:pt x="254" y="328"/>
                    </a:lnTo>
                    <a:lnTo>
                      <a:pt x="868" y="109"/>
                    </a:lnTo>
                    <a:lnTo>
                      <a:pt x="1143" y="182"/>
                    </a:lnTo>
                    <a:lnTo>
                      <a:pt x="995" y="0"/>
                    </a:lnTo>
                    <a:lnTo>
                      <a:pt x="275" y="0"/>
                    </a:lnTo>
                    <a:lnTo>
                      <a:pt x="572" y="55"/>
                    </a:lnTo>
                    <a:lnTo>
                      <a:pt x="0" y="255"/>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57" name="Freeform 202"/>
              <p:cNvSpPr>
                <a:spLocks noChangeAspect="1"/>
              </p:cNvSpPr>
              <p:nvPr/>
            </p:nvSpPr>
            <p:spPr bwMode="auto">
              <a:xfrm>
                <a:off x="914" y="2644"/>
                <a:ext cx="1143" cy="346"/>
              </a:xfrm>
              <a:custGeom>
                <a:avLst/>
                <a:gdLst>
                  <a:gd name="T0" fmla="*/ 1143 w 1143"/>
                  <a:gd name="T1" fmla="*/ 73 h 346"/>
                  <a:gd name="T2" fmla="*/ 889 w 1143"/>
                  <a:gd name="T3" fmla="*/ 0 h 346"/>
                  <a:gd name="T4" fmla="*/ 297 w 1143"/>
                  <a:gd name="T5" fmla="*/ 219 h 346"/>
                  <a:gd name="T6" fmla="*/ 0 w 1143"/>
                  <a:gd name="T7" fmla="*/ 146 h 346"/>
                  <a:gd name="T8" fmla="*/ 148 w 1143"/>
                  <a:gd name="T9" fmla="*/ 346 h 346"/>
                  <a:gd name="T10" fmla="*/ 889 w 1143"/>
                  <a:gd name="T11" fmla="*/ 346 h 346"/>
                  <a:gd name="T12" fmla="*/ 572 w 1143"/>
                  <a:gd name="T13" fmla="*/ 273 h 346"/>
                  <a:gd name="T14" fmla="*/ 1143 w 1143"/>
                  <a:gd name="T15" fmla="*/ 73 h 34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46">
                    <a:moveTo>
                      <a:pt x="1143" y="73"/>
                    </a:moveTo>
                    <a:lnTo>
                      <a:pt x="889" y="0"/>
                    </a:lnTo>
                    <a:lnTo>
                      <a:pt x="297" y="219"/>
                    </a:lnTo>
                    <a:lnTo>
                      <a:pt x="0" y="146"/>
                    </a:lnTo>
                    <a:lnTo>
                      <a:pt x="148" y="346"/>
                    </a:lnTo>
                    <a:lnTo>
                      <a:pt x="889" y="346"/>
                    </a:lnTo>
                    <a:lnTo>
                      <a:pt x="572" y="273"/>
                    </a:lnTo>
                    <a:lnTo>
                      <a:pt x="1143" y="73"/>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58" name="Freeform 203"/>
              <p:cNvSpPr>
                <a:spLocks noChangeAspect="1"/>
              </p:cNvSpPr>
              <p:nvPr/>
            </p:nvSpPr>
            <p:spPr bwMode="auto">
              <a:xfrm>
                <a:off x="914" y="2644"/>
                <a:ext cx="1143" cy="346"/>
              </a:xfrm>
              <a:custGeom>
                <a:avLst/>
                <a:gdLst>
                  <a:gd name="T0" fmla="*/ 1143 w 1143"/>
                  <a:gd name="T1" fmla="*/ 73 h 346"/>
                  <a:gd name="T2" fmla="*/ 889 w 1143"/>
                  <a:gd name="T3" fmla="*/ 0 h 346"/>
                  <a:gd name="T4" fmla="*/ 297 w 1143"/>
                  <a:gd name="T5" fmla="*/ 219 h 346"/>
                  <a:gd name="T6" fmla="*/ 0 w 1143"/>
                  <a:gd name="T7" fmla="*/ 146 h 346"/>
                  <a:gd name="T8" fmla="*/ 148 w 1143"/>
                  <a:gd name="T9" fmla="*/ 346 h 346"/>
                  <a:gd name="T10" fmla="*/ 889 w 1143"/>
                  <a:gd name="T11" fmla="*/ 346 h 346"/>
                  <a:gd name="T12" fmla="*/ 572 w 1143"/>
                  <a:gd name="T13" fmla="*/ 273 h 346"/>
                  <a:gd name="T14" fmla="*/ 1143 w 1143"/>
                  <a:gd name="T15" fmla="*/ 73 h 34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46">
                    <a:moveTo>
                      <a:pt x="1143" y="73"/>
                    </a:moveTo>
                    <a:lnTo>
                      <a:pt x="889" y="0"/>
                    </a:lnTo>
                    <a:lnTo>
                      <a:pt x="297" y="219"/>
                    </a:lnTo>
                    <a:lnTo>
                      <a:pt x="0" y="146"/>
                    </a:lnTo>
                    <a:lnTo>
                      <a:pt x="148" y="346"/>
                    </a:lnTo>
                    <a:lnTo>
                      <a:pt x="889" y="346"/>
                    </a:lnTo>
                    <a:lnTo>
                      <a:pt x="572" y="273"/>
                    </a:lnTo>
                    <a:lnTo>
                      <a:pt x="1143" y="73"/>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59" name="Freeform 204"/>
              <p:cNvSpPr>
                <a:spLocks noChangeAspect="1"/>
              </p:cNvSpPr>
              <p:nvPr/>
            </p:nvSpPr>
            <p:spPr bwMode="auto">
              <a:xfrm>
                <a:off x="978" y="2243"/>
                <a:ext cx="1143" cy="328"/>
              </a:xfrm>
              <a:custGeom>
                <a:avLst/>
                <a:gdLst>
                  <a:gd name="T0" fmla="*/ 0 w 1143"/>
                  <a:gd name="T1" fmla="*/ 73 h 328"/>
                  <a:gd name="T2" fmla="*/ 254 w 1143"/>
                  <a:gd name="T3" fmla="*/ 0 h 328"/>
                  <a:gd name="T4" fmla="*/ 868 w 1143"/>
                  <a:gd name="T5" fmla="*/ 200 h 328"/>
                  <a:gd name="T6" fmla="*/ 1143 w 1143"/>
                  <a:gd name="T7" fmla="*/ 146 h 328"/>
                  <a:gd name="T8" fmla="*/ 995 w 1143"/>
                  <a:gd name="T9" fmla="*/ 328 h 328"/>
                  <a:gd name="T10" fmla="*/ 275 w 1143"/>
                  <a:gd name="T11" fmla="*/ 328 h 328"/>
                  <a:gd name="T12" fmla="*/ 571 w 1143"/>
                  <a:gd name="T13" fmla="*/ 273 h 328"/>
                  <a:gd name="T14" fmla="*/ 0 w 1143"/>
                  <a:gd name="T15" fmla="*/ 73 h 3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28">
                    <a:moveTo>
                      <a:pt x="0" y="73"/>
                    </a:moveTo>
                    <a:lnTo>
                      <a:pt x="254" y="0"/>
                    </a:lnTo>
                    <a:lnTo>
                      <a:pt x="868" y="200"/>
                    </a:lnTo>
                    <a:lnTo>
                      <a:pt x="1143" y="146"/>
                    </a:lnTo>
                    <a:lnTo>
                      <a:pt x="995" y="328"/>
                    </a:lnTo>
                    <a:lnTo>
                      <a:pt x="275" y="328"/>
                    </a:lnTo>
                    <a:lnTo>
                      <a:pt x="571" y="273"/>
                    </a:lnTo>
                    <a:lnTo>
                      <a:pt x="0" y="73"/>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60" name="Freeform 205"/>
              <p:cNvSpPr>
                <a:spLocks noChangeAspect="1"/>
              </p:cNvSpPr>
              <p:nvPr/>
            </p:nvSpPr>
            <p:spPr bwMode="auto">
              <a:xfrm>
                <a:off x="978" y="2243"/>
                <a:ext cx="1143" cy="328"/>
              </a:xfrm>
              <a:custGeom>
                <a:avLst/>
                <a:gdLst>
                  <a:gd name="T0" fmla="*/ 0 w 1143"/>
                  <a:gd name="T1" fmla="*/ 73 h 328"/>
                  <a:gd name="T2" fmla="*/ 254 w 1143"/>
                  <a:gd name="T3" fmla="*/ 0 h 328"/>
                  <a:gd name="T4" fmla="*/ 868 w 1143"/>
                  <a:gd name="T5" fmla="*/ 200 h 328"/>
                  <a:gd name="T6" fmla="*/ 1143 w 1143"/>
                  <a:gd name="T7" fmla="*/ 146 h 328"/>
                  <a:gd name="T8" fmla="*/ 995 w 1143"/>
                  <a:gd name="T9" fmla="*/ 328 h 328"/>
                  <a:gd name="T10" fmla="*/ 275 w 1143"/>
                  <a:gd name="T11" fmla="*/ 328 h 328"/>
                  <a:gd name="T12" fmla="*/ 571 w 1143"/>
                  <a:gd name="T13" fmla="*/ 273 h 328"/>
                  <a:gd name="T14" fmla="*/ 0 w 1143"/>
                  <a:gd name="T15" fmla="*/ 73 h 3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28">
                    <a:moveTo>
                      <a:pt x="0" y="73"/>
                    </a:moveTo>
                    <a:lnTo>
                      <a:pt x="254" y="0"/>
                    </a:lnTo>
                    <a:lnTo>
                      <a:pt x="868" y="200"/>
                    </a:lnTo>
                    <a:lnTo>
                      <a:pt x="1143" y="146"/>
                    </a:lnTo>
                    <a:lnTo>
                      <a:pt x="995" y="328"/>
                    </a:lnTo>
                    <a:lnTo>
                      <a:pt x="275" y="328"/>
                    </a:lnTo>
                    <a:lnTo>
                      <a:pt x="571" y="273"/>
                    </a:lnTo>
                    <a:lnTo>
                      <a:pt x="0" y="73"/>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61" name="Freeform 206"/>
              <p:cNvSpPr>
                <a:spLocks noChangeAspect="1"/>
              </p:cNvSpPr>
              <p:nvPr/>
            </p:nvSpPr>
            <p:spPr bwMode="auto">
              <a:xfrm>
                <a:off x="2121" y="2680"/>
                <a:ext cx="1143" cy="329"/>
              </a:xfrm>
              <a:custGeom>
                <a:avLst/>
                <a:gdLst>
                  <a:gd name="T0" fmla="*/ 1143 w 1143"/>
                  <a:gd name="T1" fmla="*/ 256 h 329"/>
                  <a:gd name="T2" fmla="*/ 889 w 1143"/>
                  <a:gd name="T3" fmla="*/ 329 h 329"/>
                  <a:gd name="T4" fmla="*/ 296 w 1143"/>
                  <a:gd name="T5" fmla="*/ 110 h 329"/>
                  <a:gd name="T6" fmla="*/ 0 w 1143"/>
                  <a:gd name="T7" fmla="*/ 183 h 329"/>
                  <a:gd name="T8" fmla="*/ 148 w 1143"/>
                  <a:gd name="T9" fmla="*/ 0 h 329"/>
                  <a:gd name="T10" fmla="*/ 889 w 1143"/>
                  <a:gd name="T11" fmla="*/ 0 h 329"/>
                  <a:gd name="T12" fmla="*/ 571 w 1143"/>
                  <a:gd name="T13" fmla="*/ 55 h 329"/>
                  <a:gd name="T14" fmla="*/ 1143 w 1143"/>
                  <a:gd name="T15" fmla="*/ 256 h 32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29">
                    <a:moveTo>
                      <a:pt x="1143" y="256"/>
                    </a:moveTo>
                    <a:lnTo>
                      <a:pt x="889" y="329"/>
                    </a:lnTo>
                    <a:lnTo>
                      <a:pt x="296" y="110"/>
                    </a:lnTo>
                    <a:lnTo>
                      <a:pt x="0" y="183"/>
                    </a:lnTo>
                    <a:lnTo>
                      <a:pt x="148" y="0"/>
                    </a:lnTo>
                    <a:lnTo>
                      <a:pt x="889" y="0"/>
                    </a:lnTo>
                    <a:lnTo>
                      <a:pt x="571" y="55"/>
                    </a:lnTo>
                    <a:lnTo>
                      <a:pt x="1143" y="25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62" name="Freeform 207"/>
              <p:cNvSpPr>
                <a:spLocks noChangeAspect="1"/>
              </p:cNvSpPr>
              <p:nvPr/>
            </p:nvSpPr>
            <p:spPr bwMode="auto">
              <a:xfrm>
                <a:off x="2121" y="2680"/>
                <a:ext cx="1143" cy="329"/>
              </a:xfrm>
              <a:custGeom>
                <a:avLst/>
                <a:gdLst>
                  <a:gd name="T0" fmla="*/ 1143 w 1143"/>
                  <a:gd name="T1" fmla="*/ 256 h 329"/>
                  <a:gd name="T2" fmla="*/ 889 w 1143"/>
                  <a:gd name="T3" fmla="*/ 329 h 329"/>
                  <a:gd name="T4" fmla="*/ 296 w 1143"/>
                  <a:gd name="T5" fmla="*/ 110 h 329"/>
                  <a:gd name="T6" fmla="*/ 0 w 1143"/>
                  <a:gd name="T7" fmla="*/ 183 h 329"/>
                  <a:gd name="T8" fmla="*/ 148 w 1143"/>
                  <a:gd name="T9" fmla="*/ 0 h 329"/>
                  <a:gd name="T10" fmla="*/ 889 w 1143"/>
                  <a:gd name="T11" fmla="*/ 0 h 329"/>
                  <a:gd name="T12" fmla="*/ 571 w 1143"/>
                  <a:gd name="T13" fmla="*/ 55 h 329"/>
                  <a:gd name="T14" fmla="*/ 1143 w 1143"/>
                  <a:gd name="T15" fmla="*/ 256 h 32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29">
                    <a:moveTo>
                      <a:pt x="1143" y="256"/>
                    </a:moveTo>
                    <a:lnTo>
                      <a:pt x="889" y="329"/>
                    </a:lnTo>
                    <a:lnTo>
                      <a:pt x="296" y="110"/>
                    </a:lnTo>
                    <a:lnTo>
                      <a:pt x="0" y="183"/>
                    </a:lnTo>
                    <a:lnTo>
                      <a:pt x="148" y="0"/>
                    </a:lnTo>
                    <a:lnTo>
                      <a:pt x="889" y="0"/>
                    </a:lnTo>
                    <a:lnTo>
                      <a:pt x="571" y="55"/>
                    </a:lnTo>
                    <a:lnTo>
                      <a:pt x="1143" y="25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grpSp>
        <p:sp>
          <p:nvSpPr>
            <p:cNvPr id="649" name="Freeform 208"/>
            <p:cNvSpPr>
              <a:spLocks noChangeAspect="1"/>
            </p:cNvSpPr>
            <p:nvPr/>
          </p:nvSpPr>
          <p:spPr bwMode="auto">
            <a:xfrm>
              <a:off x="2972" y="1646"/>
              <a:ext cx="297" cy="85"/>
            </a:xfrm>
            <a:custGeom>
              <a:avLst/>
              <a:gdLst>
                <a:gd name="T0" fmla="*/ 0 w 1144"/>
                <a:gd name="T1" fmla="*/ 255 h 328"/>
                <a:gd name="T2" fmla="*/ 254 w 1144"/>
                <a:gd name="T3" fmla="*/ 328 h 328"/>
                <a:gd name="T4" fmla="*/ 868 w 1144"/>
                <a:gd name="T5" fmla="*/ 110 h 328"/>
                <a:gd name="T6" fmla="*/ 1144 w 1144"/>
                <a:gd name="T7" fmla="*/ 183 h 328"/>
                <a:gd name="T8" fmla="*/ 995 w 1144"/>
                <a:gd name="T9" fmla="*/ 0 h 328"/>
                <a:gd name="T10" fmla="*/ 276 w 1144"/>
                <a:gd name="T11" fmla="*/ 0 h 328"/>
                <a:gd name="T12" fmla="*/ 572 w 1144"/>
                <a:gd name="T13" fmla="*/ 55 h 328"/>
                <a:gd name="T14" fmla="*/ 0 w 1144"/>
                <a:gd name="T15" fmla="*/ 255 h 3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4" h="328">
                  <a:moveTo>
                    <a:pt x="0" y="255"/>
                  </a:moveTo>
                  <a:lnTo>
                    <a:pt x="254" y="328"/>
                  </a:lnTo>
                  <a:lnTo>
                    <a:pt x="868" y="110"/>
                  </a:lnTo>
                  <a:lnTo>
                    <a:pt x="1144" y="183"/>
                  </a:lnTo>
                  <a:lnTo>
                    <a:pt x="995" y="0"/>
                  </a:lnTo>
                  <a:lnTo>
                    <a:pt x="276" y="0"/>
                  </a:lnTo>
                  <a:lnTo>
                    <a:pt x="572" y="55"/>
                  </a:lnTo>
                  <a:lnTo>
                    <a:pt x="0" y="25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50" name="Freeform 209"/>
            <p:cNvSpPr>
              <a:spLocks noChangeAspect="1"/>
            </p:cNvSpPr>
            <p:nvPr/>
          </p:nvSpPr>
          <p:spPr bwMode="auto">
            <a:xfrm>
              <a:off x="2647" y="1745"/>
              <a:ext cx="297" cy="90"/>
            </a:xfrm>
            <a:custGeom>
              <a:avLst/>
              <a:gdLst>
                <a:gd name="T0" fmla="*/ 1144 w 1144"/>
                <a:gd name="T1" fmla="*/ 73 h 347"/>
                <a:gd name="T2" fmla="*/ 890 w 1144"/>
                <a:gd name="T3" fmla="*/ 0 h 347"/>
                <a:gd name="T4" fmla="*/ 297 w 1144"/>
                <a:gd name="T5" fmla="*/ 219 h 347"/>
                <a:gd name="T6" fmla="*/ 0 w 1144"/>
                <a:gd name="T7" fmla="*/ 146 h 347"/>
                <a:gd name="T8" fmla="*/ 149 w 1144"/>
                <a:gd name="T9" fmla="*/ 347 h 347"/>
                <a:gd name="T10" fmla="*/ 890 w 1144"/>
                <a:gd name="T11" fmla="*/ 347 h 347"/>
                <a:gd name="T12" fmla="*/ 572 w 1144"/>
                <a:gd name="T13" fmla="*/ 274 h 347"/>
                <a:gd name="T14" fmla="*/ 1144 w 1144"/>
                <a:gd name="T15" fmla="*/ 73 h 34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4" h="347">
                  <a:moveTo>
                    <a:pt x="1144" y="73"/>
                  </a:moveTo>
                  <a:lnTo>
                    <a:pt x="890" y="0"/>
                  </a:lnTo>
                  <a:lnTo>
                    <a:pt x="297" y="219"/>
                  </a:lnTo>
                  <a:lnTo>
                    <a:pt x="0" y="146"/>
                  </a:lnTo>
                  <a:lnTo>
                    <a:pt x="149" y="347"/>
                  </a:lnTo>
                  <a:lnTo>
                    <a:pt x="890" y="347"/>
                  </a:lnTo>
                  <a:lnTo>
                    <a:pt x="572" y="274"/>
                  </a:lnTo>
                  <a:lnTo>
                    <a:pt x="1144" y="7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51" name="Freeform 210"/>
            <p:cNvSpPr>
              <a:spLocks noChangeAspect="1"/>
            </p:cNvSpPr>
            <p:nvPr/>
          </p:nvSpPr>
          <p:spPr bwMode="auto">
            <a:xfrm>
              <a:off x="2664" y="1641"/>
              <a:ext cx="297" cy="85"/>
            </a:xfrm>
            <a:custGeom>
              <a:avLst/>
              <a:gdLst>
                <a:gd name="T0" fmla="*/ 0 w 1143"/>
                <a:gd name="T1" fmla="*/ 73 h 328"/>
                <a:gd name="T2" fmla="*/ 254 w 1143"/>
                <a:gd name="T3" fmla="*/ 0 h 328"/>
                <a:gd name="T4" fmla="*/ 868 w 1143"/>
                <a:gd name="T5" fmla="*/ 201 h 328"/>
                <a:gd name="T6" fmla="*/ 1143 w 1143"/>
                <a:gd name="T7" fmla="*/ 146 h 328"/>
                <a:gd name="T8" fmla="*/ 995 w 1143"/>
                <a:gd name="T9" fmla="*/ 328 h 328"/>
                <a:gd name="T10" fmla="*/ 275 w 1143"/>
                <a:gd name="T11" fmla="*/ 328 h 328"/>
                <a:gd name="T12" fmla="*/ 572 w 1143"/>
                <a:gd name="T13" fmla="*/ 273 h 328"/>
                <a:gd name="T14" fmla="*/ 0 w 1143"/>
                <a:gd name="T15" fmla="*/ 73 h 3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28">
                  <a:moveTo>
                    <a:pt x="0" y="73"/>
                  </a:moveTo>
                  <a:lnTo>
                    <a:pt x="254" y="0"/>
                  </a:lnTo>
                  <a:lnTo>
                    <a:pt x="868" y="201"/>
                  </a:lnTo>
                  <a:lnTo>
                    <a:pt x="1143" y="146"/>
                  </a:lnTo>
                  <a:lnTo>
                    <a:pt x="995" y="328"/>
                  </a:lnTo>
                  <a:lnTo>
                    <a:pt x="275" y="328"/>
                  </a:lnTo>
                  <a:lnTo>
                    <a:pt x="572" y="273"/>
                  </a:lnTo>
                  <a:lnTo>
                    <a:pt x="0" y="7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52" name="Freeform 211"/>
            <p:cNvSpPr>
              <a:spLocks noChangeAspect="1"/>
            </p:cNvSpPr>
            <p:nvPr/>
          </p:nvSpPr>
          <p:spPr bwMode="auto">
            <a:xfrm>
              <a:off x="2961" y="1755"/>
              <a:ext cx="297" cy="85"/>
            </a:xfrm>
            <a:custGeom>
              <a:avLst/>
              <a:gdLst>
                <a:gd name="T0" fmla="*/ 1143 w 1143"/>
                <a:gd name="T1" fmla="*/ 255 h 328"/>
                <a:gd name="T2" fmla="*/ 889 w 1143"/>
                <a:gd name="T3" fmla="*/ 328 h 328"/>
                <a:gd name="T4" fmla="*/ 296 w 1143"/>
                <a:gd name="T5" fmla="*/ 109 h 328"/>
                <a:gd name="T6" fmla="*/ 0 w 1143"/>
                <a:gd name="T7" fmla="*/ 182 h 328"/>
                <a:gd name="T8" fmla="*/ 148 w 1143"/>
                <a:gd name="T9" fmla="*/ 0 h 328"/>
                <a:gd name="T10" fmla="*/ 889 w 1143"/>
                <a:gd name="T11" fmla="*/ 0 h 328"/>
                <a:gd name="T12" fmla="*/ 572 w 1143"/>
                <a:gd name="T13" fmla="*/ 54 h 328"/>
                <a:gd name="T14" fmla="*/ 1143 w 1143"/>
                <a:gd name="T15" fmla="*/ 255 h 3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28">
                  <a:moveTo>
                    <a:pt x="1143" y="255"/>
                  </a:moveTo>
                  <a:lnTo>
                    <a:pt x="889" y="328"/>
                  </a:lnTo>
                  <a:lnTo>
                    <a:pt x="296" y="109"/>
                  </a:lnTo>
                  <a:lnTo>
                    <a:pt x="0" y="182"/>
                  </a:lnTo>
                  <a:lnTo>
                    <a:pt x="148" y="0"/>
                  </a:lnTo>
                  <a:lnTo>
                    <a:pt x="889" y="0"/>
                  </a:lnTo>
                  <a:lnTo>
                    <a:pt x="572" y="54"/>
                  </a:lnTo>
                  <a:lnTo>
                    <a:pt x="1143" y="25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53" name="Line 212"/>
            <p:cNvSpPr>
              <a:spLocks noChangeAspect="1" noChangeShapeType="1"/>
            </p:cNvSpPr>
            <p:nvPr/>
          </p:nvSpPr>
          <p:spPr bwMode="auto">
            <a:xfrm>
              <a:off x="2519" y="1755"/>
              <a:ext cx="0" cy="189"/>
            </a:xfrm>
            <a:prstGeom prst="line">
              <a:avLst/>
            </a:prstGeom>
            <a:noFill/>
            <a:ln w="12700">
              <a:solidFill>
                <a:srgbClr val="00B0AC"/>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654" name="Line 213"/>
            <p:cNvSpPr>
              <a:spLocks noChangeAspect="1" noChangeShapeType="1"/>
            </p:cNvSpPr>
            <p:nvPr/>
          </p:nvSpPr>
          <p:spPr bwMode="auto">
            <a:xfrm>
              <a:off x="3422" y="1753"/>
              <a:ext cx="0" cy="189"/>
            </a:xfrm>
            <a:prstGeom prst="line">
              <a:avLst/>
            </a:prstGeom>
            <a:noFill/>
            <a:ln w="12700">
              <a:solidFill>
                <a:srgbClr val="009999"/>
              </a:solidFill>
              <a:round/>
              <a:headEnd/>
              <a:tailEnd/>
            </a:ln>
            <a:extLst>
              <a:ext uri="{909E8E84-426E-40DD-AFC4-6F175D3DCCD1}">
                <a14:hiddenFill xmlns:a14="http://schemas.microsoft.com/office/drawing/2010/main">
                  <a:noFill/>
                </a14:hiddenFill>
              </a:ext>
            </a:extLst>
          </p:spPr>
          <p:txBody>
            <a:bodyPr/>
            <a:lstStyle/>
            <a:p>
              <a:endParaRPr lang="fr-FR"/>
            </a:p>
          </p:txBody>
        </p:sp>
      </p:grpSp>
      <p:sp>
        <p:nvSpPr>
          <p:cNvPr id="663" name="Text Box 214"/>
          <p:cNvSpPr txBox="1">
            <a:spLocks noChangeArrowheads="1"/>
          </p:cNvSpPr>
          <p:nvPr/>
        </p:nvSpPr>
        <p:spPr bwMode="auto">
          <a:xfrm>
            <a:off x="2768695" y="4221197"/>
            <a:ext cx="476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fr-FR" b="1"/>
              <a:t>R1</a:t>
            </a:r>
          </a:p>
        </p:txBody>
      </p:sp>
      <p:cxnSp>
        <p:nvCxnSpPr>
          <p:cNvPr id="664" name="AutoShape 215"/>
          <p:cNvCxnSpPr>
            <a:cxnSpLocks noChangeShapeType="1"/>
            <a:stCxn id="647" idx="0"/>
            <a:endCxn id="460" idx="2"/>
          </p:cNvCxnSpPr>
          <p:nvPr/>
        </p:nvCxnSpPr>
        <p:spPr bwMode="auto">
          <a:xfrm rot="5400000" flipV="1">
            <a:off x="4467320" y="2409859"/>
            <a:ext cx="22225" cy="2898775"/>
          </a:xfrm>
          <a:prstGeom prst="bentConnector4">
            <a:avLst>
              <a:gd name="adj1" fmla="val -1028569"/>
              <a:gd name="adj2" fmla="val 62375"/>
            </a:avLst>
          </a:prstGeom>
          <a:noFill/>
          <a:ln w="381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65" name="AutoShape 216"/>
          <p:cNvCxnSpPr>
            <a:cxnSpLocks noChangeShapeType="1"/>
            <a:stCxn id="663" idx="2"/>
            <a:endCxn id="466" idx="2"/>
          </p:cNvCxnSpPr>
          <p:nvPr/>
        </p:nvCxnSpPr>
        <p:spPr bwMode="auto">
          <a:xfrm rot="16200000" flipH="1">
            <a:off x="4330795" y="3263934"/>
            <a:ext cx="273050" cy="2921000"/>
          </a:xfrm>
          <a:prstGeom prst="bentConnector2">
            <a:avLst/>
          </a:prstGeom>
          <a:noFill/>
          <a:ln w="38100">
            <a:solidFill>
              <a:srgbClr val="339966"/>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66" name="AutoShape 217"/>
          <p:cNvCxnSpPr>
            <a:cxnSpLocks noChangeShapeType="1"/>
            <a:stCxn id="654" idx="1"/>
            <a:endCxn id="475" idx="4"/>
          </p:cNvCxnSpPr>
          <p:nvPr/>
        </p:nvCxnSpPr>
        <p:spPr bwMode="auto">
          <a:xfrm rot="16200000" flipH="1">
            <a:off x="5541264" y="2569403"/>
            <a:ext cx="36513" cy="3629025"/>
          </a:xfrm>
          <a:prstGeom prst="bentConnector2">
            <a:avLst/>
          </a:prstGeom>
          <a:noFill/>
          <a:ln w="38100">
            <a:solidFill>
              <a:srgbClr val="FF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67" name="Text Box 218"/>
          <p:cNvSpPr txBox="1">
            <a:spLocks noChangeArrowheads="1"/>
          </p:cNvSpPr>
          <p:nvPr/>
        </p:nvSpPr>
        <p:spPr bwMode="auto">
          <a:xfrm>
            <a:off x="2956020" y="3271872"/>
            <a:ext cx="18002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fr-FR"/>
              <a:t>10.1.0.254</a:t>
            </a:r>
          </a:p>
        </p:txBody>
      </p:sp>
      <p:sp>
        <p:nvSpPr>
          <p:cNvPr id="668" name="Text Box 219"/>
          <p:cNvSpPr txBox="1">
            <a:spLocks noChangeArrowheads="1"/>
          </p:cNvSpPr>
          <p:nvPr/>
        </p:nvSpPr>
        <p:spPr bwMode="auto">
          <a:xfrm>
            <a:off x="3676745" y="4064034"/>
            <a:ext cx="18002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fr-FR">
                <a:solidFill>
                  <a:srgbClr val="FF0000"/>
                </a:solidFill>
              </a:rPr>
              <a:t>10.2.0.254</a:t>
            </a:r>
          </a:p>
        </p:txBody>
      </p:sp>
      <p:sp>
        <p:nvSpPr>
          <p:cNvPr id="669" name="Text Box 220"/>
          <p:cNvSpPr txBox="1">
            <a:spLocks noChangeArrowheads="1"/>
          </p:cNvSpPr>
          <p:nvPr/>
        </p:nvSpPr>
        <p:spPr bwMode="auto">
          <a:xfrm>
            <a:off x="2956020" y="4514884"/>
            <a:ext cx="18002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fr-FR">
                <a:solidFill>
                  <a:srgbClr val="33CC33"/>
                </a:solidFill>
              </a:rPr>
              <a:t>10.3.0.254</a:t>
            </a:r>
          </a:p>
        </p:txBody>
      </p:sp>
      <p:sp>
        <p:nvSpPr>
          <p:cNvPr id="670" name="Oval 221"/>
          <p:cNvSpPr>
            <a:spLocks noChangeArrowheads="1"/>
          </p:cNvSpPr>
          <p:nvPr/>
        </p:nvSpPr>
        <p:spPr bwMode="auto">
          <a:xfrm>
            <a:off x="4827683" y="2335247"/>
            <a:ext cx="2952750" cy="1008062"/>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fr-FR"/>
          </a:p>
        </p:txBody>
      </p:sp>
      <p:sp>
        <p:nvSpPr>
          <p:cNvPr id="671" name="Oval 222"/>
          <p:cNvSpPr>
            <a:spLocks noChangeArrowheads="1"/>
          </p:cNvSpPr>
          <p:nvPr/>
        </p:nvSpPr>
        <p:spPr bwMode="auto">
          <a:xfrm>
            <a:off x="7689945" y="2982947"/>
            <a:ext cx="1008063" cy="2952750"/>
          </a:xfrm>
          <a:prstGeom prst="ellipse">
            <a:avLst/>
          </a:prstGeom>
          <a:noFill/>
          <a:ln w="95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fr-FR"/>
          </a:p>
        </p:txBody>
      </p:sp>
      <p:sp>
        <p:nvSpPr>
          <p:cNvPr id="672" name="Oval 223"/>
          <p:cNvSpPr>
            <a:spLocks noChangeArrowheads="1"/>
          </p:cNvSpPr>
          <p:nvPr/>
        </p:nvSpPr>
        <p:spPr bwMode="auto">
          <a:xfrm>
            <a:off x="4827683" y="5359434"/>
            <a:ext cx="2952750" cy="1008063"/>
          </a:xfrm>
          <a:prstGeom prst="ellipse">
            <a:avLst/>
          </a:prstGeom>
          <a:noFill/>
          <a:ln w="9525">
            <a:solidFill>
              <a:srgbClr val="33CC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fr-FR"/>
          </a:p>
        </p:txBody>
      </p:sp>
    </p:spTree>
    <p:extLst>
      <p:ext uri="{BB962C8B-B14F-4D97-AF65-F5344CB8AC3E}">
        <p14:creationId xmlns:p14="http://schemas.microsoft.com/office/powerpoint/2010/main" val="2712584994"/>
      </p:ext>
    </p:extLst>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0">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3"/>
          <p:cNvSpPr txBox="1">
            <a:spLocks/>
          </p:cNvSpPr>
          <p:nvPr/>
        </p:nvSpPr>
        <p:spPr>
          <a:xfrm>
            <a:off x="11421233" y="6619875"/>
            <a:ext cx="746929" cy="2381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1pPr>
            <a:lvl2pPr marL="742950" indent="-28575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2pPr>
            <a:lvl3pPr marL="1143000" indent="-22860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3pPr>
            <a:lvl4pPr marL="1600200" indent="-22860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4pPr>
            <a:lvl5pPr marL="2057400" indent="-22860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5pPr>
            <a:lvl6pPr marL="25146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6pPr>
            <a:lvl7pPr marL="29718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7pPr>
            <a:lvl8pPr marL="34290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8pPr>
            <a:lvl9pPr marL="38862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9pPr>
          </a:lstStyle>
          <a:p>
            <a:pPr algn="r" eaLnBrk="1" hangingPunct="1"/>
            <a:fld id="{A6099D49-99EB-46B5-BBE2-692892430483}" type="slidenum">
              <a:rPr lang="en-US" altLang="fr-FR" sz="1200" smtClean="0">
                <a:solidFill>
                  <a:srgbClr val="000000"/>
                </a:solidFill>
              </a:rPr>
              <a:pPr algn="r" eaLnBrk="1" hangingPunct="1"/>
              <a:t>11</a:t>
            </a:fld>
            <a:endParaRPr lang="en-US" altLang="fr-FR" sz="1200" dirty="0">
              <a:solidFill>
                <a:srgbClr val="000000"/>
              </a:solidFill>
            </a:endParaRPr>
          </a:p>
        </p:txBody>
      </p:sp>
      <p:sp>
        <p:nvSpPr>
          <p:cNvPr id="4" name="Titre 3"/>
          <p:cNvSpPr>
            <a:spLocks noGrp="1"/>
          </p:cNvSpPr>
          <p:nvPr>
            <p:ph type="title"/>
          </p:nvPr>
        </p:nvSpPr>
        <p:spPr>
          <a:xfrm>
            <a:off x="394138" y="0"/>
            <a:ext cx="11027095" cy="685800"/>
          </a:xfrm>
        </p:spPr>
        <p:txBody>
          <a:bodyPr/>
          <a:lstStyle/>
          <a:p>
            <a:pPr>
              <a:lnSpc>
                <a:spcPct val="100000"/>
              </a:lnSpc>
            </a:pPr>
            <a:r>
              <a:rPr lang="fr-FR" sz="3200" spc="-100" dirty="0">
                <a:solidFill>
                  <a:srgbClr val="1F497D"/>
                </a:solidFill>
                <a:latin typeface="Cambria"/>
              </a:rPr>
              <a:t>Solutions pour la communication inter-VLANs</a:t>
            </a:r>
            <a:endParaRPr lang="fr-FR" sz="3200" spc="-100" dirty="0">
              <a:solidFill>
                <a:srgbClr val="1F497D"/>
              </a:solidFill>
              <a:latin typeface="Cambria"/>
              <a:ea typeface="+mj-ea"/>
              <a:cs typeface="+mj-cs"/>
            </a:endParaRPr>
          </a:p>
        </p:txBody>
      </p:sp>
      <p:sp>
        <p:nvSpPr>
          <p:cNvPr id="5" name="Rectangle 4"/>
          <p:cNvSpPr/>
          <p:nvPr/>
        </p:nvSpPr>
        <p:spPr>
          <a:xfrm>
            <a:off x="132202" y="1013548"/>
            <a:ext cx="11289031" cy="5725389"/>
          </a:xfrm>
          <a:prstGeom prst="rect">
            <a:avLst/>
          </a:prstGeom>
          <a:noFill/>
          <a:ln w="38100">
            <a:gradFill>
              <a:gsLst>
                <a:gs pos="0">
                  <a:srgbClr val="000082"/>
                </a:gs>
                <a:gs pos="30000">
                  <a:srgbClr val="66008F"/>
                </a:gs>
                <a:gs pos="64999">
                  <a:srgbClr val="BA0066"/>
                </a:gs>
                <a:gs pos="89999">
                  <a:srgbClr val="FF0000"/>
                </a:gs>
                <a:gs pos="100000">
                  <a:srgbClr val="FF8200"/>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4" name="Rectangle à coins arrondis 1">
            <a:extLst>
              <a:ext uri="{FF2B5EF4-FFF2-40B4-BE49-F238E27FC236}">
                <a16:creationId xmlns:a16="http://schemas.microsoft.com/office/drawing/2014/main" id="{308AD588-9C53-4A9C-BFCF-5A0F8664F0BB}"/>
              </a:ext>
            </a:extLst>
          </p:cNvPr>
          <p:cNvSpPr/>
          <p:nvPr/>
        </p:nvSpPr>
        <p:spPr>
          <a:xfrm>
            <a:off x="500032" y="794254"/>
            <a:ext cx="10391375" cy="526726"/>
          </a:xfrm>
          <a:prstGeom prst="round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path path="circle">
              <a:fillToRect t="100000" r="100000"/>
            </a:path>
            <a:tileRect l="-100000" b="-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2800" spc="-100" dirty="0">
                <a:solidFill>
                  <a:srgbClr val="1F497D"/>
                </a:solidFill>
                <a:latin typeface="Cambria"/>
              </a:rPr>
              <a:t>Exemples : </a:t>
            </a:r>
            <a:r>
              <a:rPr lang="fr-FR" altLang="fr-FR" sz="2800" spc="-100" dirty="0">
                <a:solidFill>
                  <a:srgbClr val="1F497D"/>
                </a:solidFill>
                <a:latin typeface="Cambria"/>
              </a:rPr>
              <a:t>Utilisation d’un routeur :  </a:t>
            </a:r>
            <a:r>
              <a:rPr lang="fr-FR" altLang="fr-FR" sz="2800" spc="-100" dirty="0" err="1">
                <a:solidFill>
                  <a:srgbClr val="1F497D"/>
                </a:solidFill>
                <a:latin typeface="Cambria"/>
              </a:rPr>
              <a:t>Trunk</a:t>
            </a:r>
            <a:endParaRPr lang="fr-FR" altLang="fr-FR" sz="2800" spc="-100" dirty="0">
              <a:solidFill>
                <a:srgbClr val="1F497D"/>
              </a:solidFill>
              <a:latin typeface="Cambria"/>
            </a:endParaRPr>
          </a:p>
        </p:txBody>
      </p:sp>
      <p:sp>
        <p:nvSpPr>
          <p:cNvPr id="235" name="Line 2"/>
          <p:cNvSpPr>
            <a:spLocks noChangeShapeType="1"/>
          </p:cNvSpPr>
          <p:nvPr/>
        </p:nvSpPr>
        <p:spPr bwMode="auto">
          <a:xfrm>
            <a:off x="2347195" y="4393353"/>
            <a:ext cx="2374900"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236" name="Rectangle 4"/>
          <p:cNvSpPr txBox="1">
            <a:spLocks noChangeArrowheads="1"/>
          </p:cNvSpPr>
          <p:nvPr/>
        </p:nvSpPr>
        <p:spPr>
          <a:xfrm>
            <a:off x="535857" y="1340590"/>
            <a:ext cx="8229600" cy="1108075"/>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fr-FR" dirty="0"/>
              <a:t>Utiliser une seule interface, </a:t>
            </a:r>
            <a:r>
              <a:rPr lang="fr-FR" u="sng" dirty="0">
                <a:solidFill>
                  <a:srgbClr val="FF0000"/>
                </a:solidFill>
              </a:rPr>
              <a:t>en </a:t>
            </a:r>
            <a:r>
              <a:rPr lang="fr-FR" u="sng" dirty="0" err="1">
                <a:solidFill>
                  <a:srgbClr val="FF0000"/>
                </a:solidFill>
              </a:rPr>
              <a:t>trunk</a:t>
            </a:r>
            <a:r>
              <a:rPr lang="fr-FR" u="sng" dirty="0">
                <a:solidFill>
                  <a:srgbClr val="FF0000"/>
                </a:solidFill>
              </a:rPr>
              <a:t> !</a:t>
            </a:r>
          </a:p>
        </p:txBody>
      </p:sp>
      <p:sp>
        <p:nvSpPr>
          <p:cNvPr id="237" name="Line 5"/>
          <p:cNvSpPr>
            <a:spLocks noChangeShapeType="1"/>
          </p:cNvSpPr>
          <p:nvPr/>
        </p:nvSpPr>
        <p:spPr bwMode="auto">
          <a:xfrm>
            <a:off x="6738220" y="4393353"/>
            <a:ext cx="989012" cy="73818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fr-FR"/>
          </a:p>
        </p:txBody>
      </p:sp>
      <p:sp>
        <p:nvSpPr>
          <p:cNvPr id="238" name="Line 6"/>
          <p:cNvSpPr>
            <a:spLocks noChangeShapeType="1"/>
          </p:cNvSpPr>
          <p:nvPr/>
        </p:nvSpPr>
        <p:spPr bwMode="auto">
          <a:xfrm>
            <a:off x="6306420" y="4682278"/>
            <a:ext cx="506412" cy="9826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fr-FR"/>
          </a:p>
        </p:txBody>
      </p:sp>
      <p:sp>
        <p:nvSpPr>
          <p:cNvPr id="239" name="Line 7"/>
          <p:cNvSpPr>
            <a:spLocks noChangeShapeType="1"/>
          </p:cNvSpPr>
          <p:nvPr/>
        </p:nvSpPr>
        <p:spPr bwMode="auto">
          <a:xfrm flipV="1">
            <a:off x="6203232" y="4682278"/>
            <a:ext cx="31750" cy="11350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fr-FR"/>
          </a:p>
        </p:txBody>
      </p:sp>
      <p:sp>
        <p:nvSpPr>
          <p:cNvPr id="240" name="Line 8"/>
          <p:cNvSpPr>
            <a:spLocks noChangeShapeType="1"/>
          </p:cNvSpPr>
          <p:nvPr/>
        </p:nvSpPr>
        <p:spPr bwMode="auto">
          <a:xfrm>
            <a:off x="5669832" y="3226540"/>
            <a:ext cx="493713" cy="44767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fr-FR"/>
          </a:p>
        </p:txBody>
      </p:sp>
      <p:sp>
        <p:nvSpPr>
          <p:cNvPr id="241" name="Line 9"/>
          <p:cNvSpPr>
            <a:spLocks noChangeShapeType="1"/>
          </p:cNvSpPr>
          <p:nvPr/>
        </p:nvSpPr>
        <p:spPr bwMode="auto">
          <a:xfrm flipV="1">
            <a:off x="6203232" y="3064615"/>
            <a:ext cx="0" cy="6096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fr-FR"/>
          </a:p>
        </p:txBody>
      </p:sp>
      <p:sp>
        <p:nvSpPr>
          <p:cNvPr id="242" name="Line 10"/>
          <p:cNvSpPr>
            <a:spLocks noChangeShapeType="1"/>
          </p:cNvSpPr>
          <p:nvPr/>
        </p:nvSpPr>
        <p:spPr bwMode="auto">
          <a:xfrm flipV="1">
            <a:off x="5593632" y="4682278"/>
            <a:ext cx="569913" cy="8302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fr-FR"/>
          </a:p>
        </p:txBody>
      </p:sp>
      <p:sp>
        <p:nvSpPr>
          <p:cNvPr id="243" name="Line 11"/>
          <p:cNvSpPr>
            <a:spLocks noChangeShapeType="1"/>
          </p:cNvSpPr>
          <p:nvPr/>
        </p:nvSpPr>
        <p:spPr bwMode="auto">
          <a:xfrm flipV="1">
            <a:off x="6811245" y="3759940"/>
            <a:ext cx="915987" cy="63341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fr-FR"/>
          </a:p>
        </p:txBody>
      </p:sp>
      <p:grpSp>
        <p:nvGrpSpPr>
          <p:cNvPr id="244" name="Group 12"/>
          <p:cNvGrpSpPr>
            <a:grpSpLocks noChangeAspect="1"/>
          </p:cNvGrpSpPr>
          <p:nvPr/>
        </p:nvGrpSpPr>
        <p:grpSpPr bwMode="auto">
          <a:xfrm>
            <a:off x="5082457" y="2664565"/>
            <a:ext cx="693738" cy="627063"/>
            <a:chOff x="431" y="391"/>
            <a:chExt cx="573" cy="518"/>
          </a:xfrm>
        </p:grpSpPr>
        <p:sp>
          <p:nvSpPr>
            <p:cNvPr id="245" name="AutoShape 13"/>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246" name="Rectangle 14"/>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247" name="Rectangle 15"/>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248" name="Freeform 16"/>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49" name="Freeform 17"/>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250" name="Line 18"/>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51" name="Freeform 19"/>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52" name="Freeform 20"/>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253" name="Freeform 21"/>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54" name="Freeform 22"/>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255" name="Freeform 23"/>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56" name="Freeform 24"/>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257" name="Rectangle 25"/>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258" name="Rectangle 26"/>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259" name="Freeform 27"/>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60" name="Rectangle 28"/>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261" name="Rectangle 29"/>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262" name="Group 30"/>
          <p:cNvGrpSpPr>
            <a:grpSpLocks noChangeAspect="1"/>
          </p:cNvGrpSpPr>
          <p:nvPr/>
        </p:nvGrpSpPr>
        <p:grpSpPr bwMode="auto">
          <a:xfrm>
            <a:off x="5874620" y="2448665"/>
            <a:ext cx="693737" cy="627063"/>
            <a:chOff x="431" y="391"/>
            <a:chExt cx="573" cy="518"/>
          </a:xfrm>
        </p:grpSpPr>
        <p:sp>
          <p:nvSpPr>
            <p:cNvPr id="263" name="AutoShape 31"/>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264" name="Rectangle 32"/>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265" name="Rectangle 33"/>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266" name="Freeform 34"/>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67" name="Freeform 35"/>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268" name="Line 36"/>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69" name="Freeform 37"/>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70" name="Freeform 38"/>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271" name="Freeform 39"/>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72" name="Freeform 40"/>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273" name="Freeform 41"/>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74" name="Freeform 42"/>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275" name="Rectangle 43"/>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276" name="Rectangle 44"/>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277" name="Freeform 45"/>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78" name="Rectangle 46"/>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279" name="Rectangle 47"/>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280" name="Group 48"/>
          <p:cNvGrpSpPr>
            <a:grpSpLocks noChangeAspect="1"/>
          </p:cNvGrpSpPr>
          <p:nvPr/>
        </p:nvGrpSpPr>
        <p:grpSpPr bwMode="auto">
          <a:xfrm>
            <a:off x="6666782" y="2664565"/>
            <a:ext cx="693738" cy="627063"/>
            <a:chOff x="431" y="391"/>
            <a:chExt cx="573" cy="518"/>
          </a:xfrm>
        </p:grpSpPr>
        <p:sp>
          <p:nvSpPr>
            <p:cNvPr id="281" name="AutoShape 49"/>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282" name="Rectangle 50"/>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283" name="Rectangle 51"/>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284" name="Freeform 52"/>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85" name="Freeform 53"/>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286" name="Line 54"/>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87" name="Freeform 55"/>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88" name="Freeform 56"/>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289" name="Freeform 57"/>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90" name="Freeform 58"/>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291" name="Freeform 59"/>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92" name="Freeform 60"/>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293" name="Rectangle 61"/>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294" name="Rectangle 62"/>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295" name="Freeform 63"/>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96" name="Rectangle 64"/>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297" name="Rectangle 65"/>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298" name="Group 66"/>
          <p:cNvGrpSpPr>
            <a:grpSpLocks noChangeAspect="1"/>
          </p:cNvGrpSpPr>
          <p:nvPr/>
        </p:nvGrpSpPr>
        <p:grpSpPr bwMode="auto">
          <a:xfrm>
            <a:off x="7674845" y="3169390"/>
            <a:ext cx="693737" cy="627063"/>
            <a:chOff x="431" y="391"/>
            <a:chExt cx="573" cy="518"/>
          </a:xfrm>
        </p:grpSpPr>
        <p:sp>
          <p:nvSpPr>
            <p:cNvPr id="299" name="AutoShape 67"/>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300" name="Rectangle 68"/>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301" name="Rectangle 69"/>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302" name="Freeform 70"/>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03" name="Freeform 71"/>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304" name="Line 72"/>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305" name="Freeform 73"/>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06" name="Freeform 74"/>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307" name="Freeform 75"/>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08" name="Freeform 76"/>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309" name="Freeform 77"/>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10" name="Freeform 78"/>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311" name="Rectangle 79"/>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312" name="Rectangle 80"/>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313" name="Freeform 81"/>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14" name="Rectangle 82"/>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315" name="Rectangle 83"/>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316" name="Group 84"/>
          <p:cNvGrpSpPr>
            <a:grpSpLocks noChangeAspect="1"/>
          </p:cNvGrpSpPr>
          <p:nvPr/>
        </p:nvGrpSpPr>
        <p:grpSpPr bwMode="auto">
          <a:xfrm>
            <a:off x="7819307" y="4032990"/>
            <a:ext cx="693738" cy="627063"/>
            <a:chOff x="431" y="391"/>
            <a:chExt cx="573" cy="518"/>
          </a:xfrm>
        </p:grpSpPr>
        <p:sp>
          <p:nvSpPr>
            <p:cNvPr id="317" name="AutoShape 85"/>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318" name="Rectangle 86"/>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319" name="Rectangle 87"/>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320" name="Freeform 88"/>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21" name="Freeform 89"/>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322" name="Line 90"/>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323" name="Freeform 91"/>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24" name="Freeform 92"/>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325" name="Freeform 93"/>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26" name="Freeform 94"/>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327" name="Freeform 95"/>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28" name="Freeform 96"/>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329" name="Rectangle 97"/>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330" name="Rectangle 98"/>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331" name="Freeform 99"/>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32" name="Rectangle 100"/>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333" name="Rectangle 101"/>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334" name="Group 102"/>
          <p:cNvGrpSpPr>
            <a:grpSpLocks noChangeAspect="1"/>
          </p:cNvGrpSpPr>
          <p:nvPr/>
        </p:nvGrpSpPr>
        <p:grpSpPr bwMode="auto">
          <a:xfrm>
            <a:off x="7603407" y="4898178"/>
            <a:ext cx="693738" cy="627062"/>
            <a:chOff x="431" y="391"/>
            <a:chExt cx="573" cy="518"/>
          </a:xfrm>
        </p:grpSpPr>
        <p:sp>
          <p:nvSpPr>
            <p:cNvPr id="335" name="AutoShape 103"/>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336" name="Rectangle 104"/>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337" name="Rectangle 105"/>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338" name="Freeform 106"/>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39" name="Freeform 107"/>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340" name="Line 108"/>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341" name="Freeform 109"/>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42" name="Freeform 110"/>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343" name="Freeform 111"/>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44" name="Freeform 112"/>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345" name="Freeform 113"/>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46" name="Freeform 114"/>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347" name="Rectangle 115"/>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348" name="Rectangle 116"/>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349" name="Freeform 117"/>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50" name="Rectangle 118"/>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351" name="Rectangle 119"/>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352" name="Group 120"/>
          <p:cNvGrpSpPr>
            <a:grpSpLocks noChangeAspect="1"/>
          </p:cNvGrpSpPr>
          <p:nvPr/>
        </p:nvGrpSpPr>
        <p:grpSpPr bwMode="auto">
          <a:xfrm>
            <a:off x="6738220" y="5401415"/>
            <a:ext cx="693737" cy="627063"/>
            <a:chOff x="431" y="391"/>
            <a:chExt cx="573" cy="518"/>
          </a:xfrm>
        </p:grpSpPr>
        <p:sp>
          <p:nvSpPr>
            <p:cNvPr id="353" name="AutoShape 121"/>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354" name="Rectangle 122"/>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355" name="Rectangle 123"/>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356" name="Freeform 124"/>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57" name="Freeform 125"/>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358" name="Line 126"/>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359" name="Freeform 127"/>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60" name="Freeform 128"/>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361" name="Freeform 129"/>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62" name="Freeform 130"/>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363" name="Freeform 131"/>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64" name="Freeform 132"/>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365" name="Rectangle 133"/>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366" name="Rectangle 134"/>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367" name="Freeform 135"/>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68" name="Rectangle 136"/>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369" name="Rectangle 137"/>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370" name="Group 138"/>
          <p:cNvGrpSpPr>
            <a:grpSpLocks noChangeAspect="1"/>
          </p:cNvGrpSpPr>
          <p:nvPr/>
        </p:nvGrpSpPr>
        <p:grpSpPr bwMode="auto">
          <a:xfrm>
            <a:off x="5803182" y="5761778"/>
            <a:ext cx="693738" cy="627062"/>
            <a:chOff x="431" y="391"/>
            <a:chExt cx="573" cy="518"/>
          </a:xfrm>
        </p:grpSpPr>
        <p:sp>
          <p:nvSpPr>
            <p:cNvPr id="371" name="AutoShape 139"/>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372" name="Rectangle 140"/>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373" name="Rectangle 141"/>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374" name="Freeform 142"/>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75" name="Freeform 143"/>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376" name="Line 144"/>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377" name="Freeform 145"/>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78" name="Freeform 146"/>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379" name="Freeform 147"/>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80" name="Freeform 148"/>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381" name="Freeform 149"/>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82" name="Freeform 150"/>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383" name="Rectangle 151"/>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384" name="Rectangle 152"/>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385" name="Freeform 153"/>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86" name="Rectangle 154"/>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387" name="Rectangle 155"/>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388" name="Group 156"/>
          <p:cNvGrpSpPr>
            <a:grpSpLocks noChangeAspect="1"/>
          </p:cNvGrpSpPr>
          <p:nvPr/>
        </p:nvGrpSpPr>
        <p:grpSpPr bwMode="auto">
          <a:xfrm>
            <a:off x="4937995" y="5401415"/>
            <a:ext cx="693737" cy="627063"/>
            <a:chOff x="431" y="391"/>
            <a:chExt cx="573" cy="518"/>
          </a:xfrm>
        </p:grpSpPr>
        <p:sp>
          <p:nvSpPr>
            <p:cNvPr id="389" name="AutoShape 157"/>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390" name="Rectangle 158"/>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391" name="Rectangle 159"/>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392" name="Freeform 160"/>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93" name="Freeform 161"/>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394" name="Line 162"/>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395" name="Freeform 163"/>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96" name="Freeform 164"/>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397" name="Freeform 165"/>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98" name="Freeform 166"/>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399" name="Freeform 167"/>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00" name="Freeform 168"/>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401" name="Rectangle 169"/>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402" name="Rectangle 170"/>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403" name="Freeform 171"/>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04" name="Rectangle 172"/>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405" name="Rectangle 173"/>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406" name="Group 174"/>
          <p:cNvGrpSpPr>
            <a:grpSpLocks noChangeAspect="1"/>
          </p:cNvGrpSpPr>
          <p:nvPr/>
        </p:nvGrpSpPr>
        <p:grpSpPr bwMode="auto">
          <a:xfrm>
            <a:off x="978770" y="3890115"/>
            <a:ext cx="1441450" cy="733425"/>
            <a:chOff x="2517" y="1616"/>
            <a:chExt cx="908" cy="462"/>
          </a:xfrm>
        </p:grpSpPr>
        <p:sp>
          <p:nvSpPr>
            <p:cNvPr id="407" name="AutoShape 175"/>
            <p:cNvSpPr>
              <a:spLocks noChangeAspect="1" noChangeArrowheads="1" noTextEdit="1"/>
            </p:cNvSpPr>
            <p:nvPr/>
          </p:nvSpPr>
          <p:spPr bwMode="auto">
            <a:xfrm>
              <a:off x="2517" y="1619"/>
              <a:ext cx="908" cy="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408" name="Oval 176"/>
            <p:cNvSpPr>
              <a:spLocks noChangeAspect="1" noChangeArrowheads="1"/>
            </p:cNvSpPr>
            <p:nvPr/>
          </p:nvSpPr>
          <p:spPr bwMode="auto">
            <a:xfrm>
              <a:off x="2519" y="1811"/>
              <a:ext cx="904" cy="265"/>
            </a:xfrm>
            <a:prstGeom prst="ellipse">
              <a:avLst/>
            </a:prstGeom>
            <a:gradFill rotWithShape="1">
              <a:gsLst>
                <a:gs pos="0">
                  <a:srgbClr val="66FFCC"/>
                </a:gs>
                <a:gs pos="100000">
                  <a:srgbClr val="66FFCC">
                    <a:gamma/>
                    <a:shade val="46275"/>
                    <a:invGamma/>
                  </a:srgbClr>
                </a:gs>
              </a:gsLst>
              <a:lin ang="0" scaled="1"/>
            </a:gradFill>
            <a:ln w="12700">
              <a:solidFill>
                <a:srgbClr val="009999"/>
              </a:solidFill>
              <a:round/>
              <a:headEnd/>
              <a:tailEnd/>
            </a:ln>
          </p:spPr>
          <p:txBody>
            <a:bodyPr/>
            <a:lstStyle/>
            <a:p>
              <a:endParaRPr lang="fr-FR"/>
            </a:p>
          </p:txBody>
        </p:sp>
        <p:sp>
          <p:nvSpPr>
            <p:cNvPr id="409" name="Rectangle 177"/>
            <p:cNvSpPr>
              <a:spLocks noChangeAspect="1" noChangeArrowheads="1"/>
            </p:cNvSpPr>
            <p:nvPr/>
          </p:nvSpPr>
          <p:spPr bwMode="auto">
            <a:xfrm>
              <a:off x="2517" y="1756"/>
              <a:ext cx="903" cy="18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410" name="Rectangle 178"/>
            <p:cNvSpPr>
              <a:spLocks noChangeAspect="1" noChangeArrowheads="1"/>
            </p:cNvSpPr>
            <p:nvPr/>
          </p:nvSpPr>
          <p:spPr bwMode="auto">
            <a:xfrm>
              <a:off x="2518" y="1756"/>
              <a:ext cx="903" cy="189"/>
            </a:xfrm>
            <a:prstGeom prst="rect">
              <a:avLst/>
            </a:prstGeom>
            <a:gradFill rotWithShape="1">
              <a:gsLst>
                <a:gs pos="0">
                  <a:srgbClr val="66FFCC"/>
                </a:gs>
                <a:gs pos="100000">
                  <a:srgbClr val="66FFCC">
                    <a:gamma/>
                    <a:shade val="46275"/>
                    <a:invGamma/>
                  </a:srgbClr>
                </a:gs>
              </a:gsLst>
              <a:lin ang="0" scaled="1"/>
            </a:gradFill>
            <a:ln>
              <a:noFill/>
            </a:ln>
            <a:extLst>
              <a:ext uri="{91240B29-F687-4F45-9708-019B960494DF}">
                <a14:hiddenLine xmlns:a14="http://schemas.microsoft.com/office/drawing/2010/main" w="9525">
                  <a:solidFill>
                    <a:srgbClr val="33CCCC"/>
                  </a:solidFill>
                  <a:miter lim="800000"/>
                  <a:headEnd/>
                  <a:tailEnd/>
                </a14:hiddenLine>
              </a:ext>
            </a:extLst>
          </p:spPr>
          <p:txBody>
            <a:bodyPr/>
            <a:lstStyle/>
            <a:p>
              <a:endParaRPr lang="fr-FR"/>
            </a:p>
          </p:txBody>
        </p:sp>
        <p:sp>
          <p:nvSpPr>
            <p:cNvPr id="411" name="Oval 179"/>
            <p:cNvSpPr>
              <a:spLocks noChangeAspect="1" noChangeArrowheads="1"/>
            </p:cNvSpPr>
            <p:nvPr/>
          </p:nvSpPr>
          <p:spPr bwMode="auto">
            <a:xfrm>
              <a:off x="2519" y="1616"/>
              <a:ext cx="904" cy="265"/>
            </a:xfrm>
            <a:prstGeom prst="ellipse">
              <a:avLst/>
            </a:prstGeom>
            <a:solidFill>
              <a:srgbClr val="66FFCC"/>
            </a:solidFill>
            <a:ln w="12700">
              <a:solidFill>
                <a:srgbClr val="009999"/>
              </a:solidFill>
              <a:round/>
              <a:headEnd/>
              <a:tailEnd/>
            </a:ln>
          </p:spPr>
          <p:txBody>
            <a:bodyPr/>
            <a:lstStyle/>
            <a:p>
              <a:endParaRPr lang="fr-FR"/>
            </a:p>
          </p:txBody>
        </p:sp>
        <p:grpSp>
          <p:nvGrpSpPr>
            <p:cNvPr id="412" name="Group 180"/>
            <p:cNvGrpSpPr>
              <a:grpSpLocks noChangeAspect="1"/>
            </p:cNvGrpSpPr>
            <p:nvPr/>
          </p:nvGrpSpPr>
          <p:grpSpPr bwMode="auto">
            <a:xfrm>
              <a:off x="2655" y="1652"/>
              <a:ext cx="621" cy="199"/>
              <a:chOff x="914" y="2243"/>
              <a:chExt cx="2392" cy="766"/>
            </a:xfrm>
          </p:grpSpPr>
          <p:sp>
            <p:nvSpPr>
              <p:cNvPr id="419" name="Freeform 181"/>
              <p:cNvSpPr>
                <a:spLocks noChangeAspect="1"/>
              </p:cNvSpPr>
              <p:nvPr/>
            </p:nvSpPr>
            <p:spPr bwMode="auto">
              <a:xfrm>
                <a:off x="2163" y="2261"/>
                <a:ext cx="1143" cy="328"/>
              </a:xfrm>
              <a:custGeom>
                <a:avLst/>
                <a:gdLst>
                  <a:gd name="T0" fmla="*/ 0 w 1143"/>
                  <a:gd name="T1" fmla="*/ 255 h 328"/>
                  <a:gd name="T2" fmla="*/ 254 w 1143"/>
                  <a:gd name="T3" fmla="*/ 328 h 328"/>
                  <a:gd name="T4" fmla="*/ 868 w 1143"/>
                  <a:gd name="T5" fmla="*/ 109 h 328"/>
                  <a:gd name="T6" fmla="*/ 1143 w 1143"/>
                  <a:gd name="T7" fmla="*/ 182 h 328"/>
                  <a:gd name="T8" fmla="*/ 995 w 1143"/>
                  <a:gd name="T9" fmla="*/ 0 h 328"/>
                  <a:gd name="T10" fmla="*/ 275 w 1143"/>
                  <a:gd name="T11" fmla="*/ 0 h 328"/>
                  <a:gd name="T12" fmla="*/ 572 w 1143"/>
                  <a:gd name="T13" fmla="*/ 55 h 328"/>
                  <a:gd name="T14" fmla="*/ 0 w 1143"/>
                  <a:gd name="T15" fmla="*/ 255 h 3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28">
                    <a:moveTo>
                      <a:pt x="0" y="255"/>
                    </a:moveTo>
                    <a:lnTo>
                      <a:pt x="254" y="328"/>
                    </a:lnTo>
                    <a:lnTo>
                      <a:pt x="868" y="109"/>
                    </a:lnTo>
                    <a:lnTo>
                      <a:pt x="1143" y="182"/>
                    </a:lnTo>
                    <a:lnTo>
                      <a:pt x="995" y="0"/>
                    </a:lnTo>
                    <a:lnTo>
                      <a:pt x="275" y="0"/>
                    </a:lnTo>
                    <a:lnTo>
                      <a:pt x="572" y="55"/>
                    </a:lnTo>
                    <a:lnTo>
                      <a:pt x="0" y="255"/>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20" name="Freeform 182"/>
              <p:cNvSpPr>
                <a:spLocks noChangeAspect="1"/>
              </p:cNvSpPr>
              <p:nvPr/>
            </p:nvSpPr>
            <p:spPr bwMode="auto">
              <a:xfrm>
                <a:off x="2163" y="2261"/>
                <a:ext cx="1143" cy="328"/>
              </a:xfrm>
              <a:custGeom>
                <a:avLst/>
                <a:gdLst>
                  <a:gd name="T0" fmla="*/ 0 w 1143"/>
                  <a:gd name="T1" fmla="*/ 255 h 328"/>
                  <a:gd name="T2" fmla="*/ 254 w 1143"/>
                  <a:gd name="T3" fmla="*/ 328 h 328"/>
                  <a:gd name="T4" fmla="*/ 868 w 1143"/>
                  <a:gd name="T5" fmla="*/ 109 h 328"/>
                  <a:gd name="T6" fmla="*/ 1143 w 1143"/>
                  <a:gd name="T7" fmla="*/ 182 h 328"/>
                  <a:gd name="T8" fmla="*/ 995 w 1143"/>
                  <a:gd name="T9" fmla="*/ 0 h 328"/>
                  <a:gd name="T10" fmla="*/ 275 w 1143"/>
                  <a:gd name="T11" fmla="*/ 0 h 328"/>
                  <a:gd name="T12" fmla="*/ 572 w 1143"/>
                  <a:gd name="T13" fmla="*/ 55 h 328"/>
                  <a:gd name="T14" fmla="*/ 0 w 1143"/>
                  <a:gd name="T15" fmla="*/ 255 h 3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28">
                    <a:moveTo>
                      <a:pt x="0" y="255"/>
                    </a:moveTo>
                    <a:lnTo>
                      <a:pt x="254" y="328"/>
                    </a:lnTo>
                    <a:lnTo>
                      <a:pt x="868" y="109"/>
                    </a:lnTo>
                    <a:lnTo>
                      <a:pt x="1143" y="182"/>
                    </a:lnTo>
                    <a:lnTo>
                      <a:pt x="995" y="0"/>
                    </a:lnTo>
                    <a:lnTo>
                      <a:pt x="275" y="0"/>
                    </a:lnTo>
                    <a:lnTo>
                      <a:pt x="572" y="55"/>
                    </a:lnTo>
                    <a:lnTo>
                      <a:pt x="0" y="255"/>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21" name="Freeform 183"/>
              <p:cNvSpPr>
                <a:spLocks noChangeAspect="1"/>
              </p:cNvSpPr>
              <p:nvPr/>
            </p:nvSpPr>
            <p:spPr bwMode="auto">
              <a:xfrm>
                <a:off x="914" y="2644"/>
                <a:ext cx="1143" cy="346"/>
              </a:xfrm>
              <a:custGeom>
                <a:avLst/>
                <a:gdLst>
                  <a:gd name="T0" fmla="*/ 1143 w 1143"/>
                  <a:gd name="T1" fmla="*/ 73 h 346"/>
                  <a:gd name="T2" fmla="*/ 889 w 1143"/>
                  <a:gd name="T3" fmla="*/ 0 h 346"/>
                  <a:gd name="T4" fmla="*/ 297 w 1143"/>
                  <a:gd name="T5" fmla="*/ 219 h 346"/>
                  <a:gd name="T6" fmla="*/ 0 w 1143"/>
                  <a:gd name="T7" fmla="*/ 146 h 346"/>
                  <a:gd name="T8" fmla="*/ 148 w 1143"/>
                  <a:gd name="T9" fmla="*/ 346 h 346"/>
                  <a:gd name="T10" fmla="*/ 889 w 1143"/>
                  <a:gd name="T11" fmla="*/ 346 h 346"/>
                  <a:gd name="T12" fmla="*/ 572 w 1143"/>
                  <a:gd name="T13" fmla="*/ 273 h 346"/>
                  <a:gd name="T14" fmla="*/ 1143 w 1143"/>
                  <a:gd name="T15" fmla="*/ 73 h 34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46">
                    <a:moveTo>
                      <a:pt x="1143" y="73"/>
                    </a:moveTo>
                    <a:lnTo>
                      <a:pt x="889" y="0"/>
                    </a:lnTo>
                    <a:lnTo>
                      <a:pt x="297" y="219"/>
                    </a:lnTo>
                    <a:lnTo>
                      <a:pt x="0" y="146"/>
                    </a:lnTo>
                    <a:lnTo>
                      <a:pt x="148" y="346"/>
                    </a:lnTo>
                    <a:lnTo>
                      <a:pt x="889" y="346"/>
                    </a:lnTo>
                    <a:lnTo>
                      <a:pt x="572" y="273"/>
                    </a:lnTo>
                    <a:lnTo>
                      <a:pt x="1143" y="73"/>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22" name="Freeform 184"/>
              <p:cNvSpPr>
                <a:spLocks noChangeAspect="1"/>
              </p:cNvSpPr>
              <p:nvPr/>
            </p:nvSpPr>
            <p:spPr bwMode="auto">
              <a:xfrm>
                <a:off x="914" y="2644"/>
                <a:ext cx="1143" cy="346"/>
              </a:xfrm>
              <a:custGeom>
                <a:avLst/>
                <a:gdLst>
                  <a:gd name="T0" fmla="*/ 1143 w 1143"/>
                  <a:gd name="T1" fmla="*/ 73 h 346"/>
                  <a:gd name="T2" fmla="*/ 889 w 1143"/>
                  <a:gd name="T3" fmla="*/ 0 h 346"/>
                  <a:gd name="T4" fmla="*/ 297 w 1143"/>
                  <a:gd name="T5" fmla="*/ 219 h 346"/>
                  <a:gd name="T6" fmla="*/ 0 w 1143"/>
                  <a:gd name="T7" fmla="*/ 146 h 346"/>
                  <a:gd name="T8" fmla="*/ 148 w 1143"/>
                  <a:gd name="T9" fmla="*/ 346 h 346"/>
                  <a:gd name="T10" fmla="*/ 889 w 1143"/>
                  <a:gd name="T11" fmla="*/ 346 h 346"/>
                  <a:gd name="T12" fmla="*/ 572 w 1143"/>
                  <a:gd name="T13" fmla="*/ 273 h 346"/>
                  <a:gd name="T14" fmla="*/ 1143 w 1143"/>
                  <a:gd name="T15" fmla="*/ 73 h 34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46">
                    <a:moveTo>
                      <a:pt x="1143" y="73"/>
                    </a:moveTo>
                    <a:lnTo>
                      <a:pt x="889" y="0"/>
                    </a:lnTo>
                    <a:lnTo>
                      <a:pt x="297" y="219"/>
                    </a:lnTo>
                    <a:lnTo>
                      <a:pt x="0" y="146"/>
                    </a:lnTo>
                    <a:lnTo>
                      <a:pt x="148" y="346"/>
                    </a:lnTo>
                    <a:lnTo>
                      <a:pt x="889" y="346"/>
                    </a:lnTo>
                    <a:lnTo>
                      <a:pt x="572" y="273"/>
                    </a:lnTo>
                    <a:lnTo>
                      <a:pt x="1143" y="73"/>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23" name="Freeform 185"/>
              <p:cNvSpPr>
                <a:spLocks noChangeAspect="1"/>
              </p:cNvSpPr>
              <p:nvPr/>
            </p:nvSpPr>
            <p:spPr bwMode="auto">
              <a:xfrm>
                <a:off x="978" y="2243"/>
                <a:ext cx="1143" cy="328"/>
              </a:xfrm>
              <a:custGeom>
                <a:avLst/>
                <a:gdLst>
                  <a:gd name="T0" fmla="*/ 0 w 1143"/>
                  <a:gd name="T1" fmla="*/ 73 h 328"/>
                  <a:gd name="T2" fmla="*/ 254 w 1143"/>
                  <a:gd name="T3" fmla="*/ 0 h 328"/>
                  <a:gd name="T4" fmla="*/ 868 w 1143"/>
                  <a:gd name="T5" fmla="*/ 200 h 328"/>
                  <a:gd name="T6" fmla="*/ 1143 w 1143"/>
                  <a:gd name="T7" fmla="*/ 146 h 328"/>
                  <a:gd name="T8" fmla="*/ 995 w 1143"/>
                  <a:gd name="T9" fmla="*/ 328 h 328"/>
                  <a:gd name="T10" fmla="*/ 275 w 1143"/>
                  <a:gd name="T11" fmla="*/ 328 h 328"/>
                  <a:gd name="T12" fmla="*/ 571 w 1143"/>
                  <a:gd name="T13" fmla="*/ 273 h 328"/>
                  <a:gd name="T14" fmla="*/ 0 w 1143"/>
                  <a:gd name="T15" fmla="*/ 73 h 3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28">
                    <a:moveTo>
                      <a:pt x="0" y="73"/>
                    </a:moveTo>
                    <a:lnTo>
                      <a:pt x="254" y="0"/>
                    </a:lnTo>
                    <a:lnTo>
                      <a:pt x="868" y="200"/>
                    </a:lnTo>
                    <a:lnTo>
                      <a:pt x="1143" y="146"/>
                    </a:lnTo>
                    <a:lnTo>
                      <a:pt x="995" y="328"/>
                    </a:lnTo>
                    <a:lnTo>
                      <a:pt x="275" y="328"/>
                    </a:lnTo>
                    <a:lnTo>
                      <a:pt x="571" y="273"/>
                    </a:lnTo>
                    <a:lnTo>
                      <a:pt x="0" y="73"/>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24" name="Freeform 186"/>
              <p:cNvSpPr>
                <a:spLocks noChangeAspect="1"/>
              </p:cNvSpPr>
              <p:nvPr/>
            </p:nvSpPr>
            <p:spPr bwMode="auto">
              <a:xfrm>
                <a:off x="978" y="2243"/>
                <a:ext cx="1143" cy="328"/>
              </a:xfrm>
              <a:custGeom>
                <a:avLst/>
                <a:gdLst>
                  <a:gd name="T0" fmla="*/ 0 w 1143"/>
                  <a:gd name="T1" fmla="*/ 73 h 328"/>
                  <a:gd name="T2" fmla="*/ 254 w 1143"/>
                  <a:gd name="T3" fmla="*/ 0 h 328"/>
                  <a:gd name="T4" fmla="*/ 868 w 1143"/>
                  <a:gd name="T5" fmla="*/ 200 h 328"/>
                  <a:gd name="T6" fmla="*/ 1143 w 1143"/>
                  <a:gd name="T7" fmla="*/ 146 h 328"/>
                  <a:gd name="T8" fmla="*/ 995 w 1143"/>
                  <a:gd name="T9" fmla="*/ 328 h 328"/>
                  <a:gd name="T10" fmla="*/ 275 w 1143"/>
                  <a:gd name="T11" fmla="*/ 328 h 328"/>
                  <a:gd name="T12" fmla="*/ 571 w 1143"/>
                  <a:gd name="T13" fmla="*/ 273 h 328"/>
                  <a:gd name="T14" fmla="*/ 0 w 1143"/>
                  <a:gd name="T15" fmla="*/ 73 h 3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28">
                    <a:moveTo>
                      <a:pt x="0" y="73"/>
                    </a:moveTo>
                    <a:lnTo>
                      <a:pt x="254" y="0"/>
                    </a:lnTo>
                    <a:lnTo>
                      <a:pt x="868" y="200"/>
                    </a:lnTo>
                    <a:lnTo>
                      <a:pt x="1143" y="146"/>
                    </a:lnTo>
                    <a:lnTo>
                      <a:pt x="995" y="328"/>
                    </a:lnTo>
                    <a:lnTo>
                      <a:pt x="275" y="328"/>
                    </a:lnTo>
                    <a:lnTo>
                      <a:pt x="571" y="273"/>
                    </a:lnTo>
                    <a:lnTo>
                      <a:pt x="0" y="73"/>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25" name="Freeform 187"/>
              <p:cNvSpPr>
                <a:spLocks noChangeAspect="1"/>
              </p:cNvSpPr>
              <p:nvPr/>
            </p:nvSpPr>
            <p:spPr bwMode="auto">
              <a:xfrm>
                <a:off x="2121" y="2680"/>
                <a:ext cx="1143" cy="329"/>
              </a:xfrm>
              <a:custGeom>
                <a:avLst/>
                <a:gdLst>
                  <a:gd name="T0" fmla="*/ 1143 w 1143"/>
                  <a:gd name="T1" fmla="*/ 256 h 329"/>
                  <a:gd name="T2" fmla="*/ 889 w 1143"/>
                  <a:gd name="T3" fmla="*/ 329 h 329"/>
                  <a:gd name="T4" fmla="*/ 296 w 1143"/>
                  <a:gd name="T5" fmla="*/ 110 h 329"/>
                  <a:gd name="T6" fmla="*/ 0 w 1143"/>
                  <a:gd name="T7" fmla="*/ 183 h 329"/>
                  <a:gd name="T8" fmla="*/ 148 w 1143"/>
                  <a:gd name="T9" fmla="*/ 0 h 329"/>
                  <a:gd name="T10" fmla="*/ 889 w 1143"/>
                  <a:gd name="T11" fmla="*/ 0 h 329"/>
                  <a:gd name="T12" fmla="*/ 571 w 1143"/>
                  <a:gd name="T13" fmla="*/ 55 h 329"/>
                  <a:gd name="T14" fmla="*/ 1143 w 1143"/>
                  <a:gd name="T15" fmla="*/ 256 h 32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29">
                    <a:moveTo>
                      <a:pt x="1143" y="256"/>
                    </a:moveTo>
                    <a:lnTo>
                      <a:pt x="889" y="329"/>
                    </a:lnTo>
                    <a:lnTo>
                      <a:pt x="296" y="110"/>
                    </a:lnTo>
                    <a:lnTo>
                      <a:pt x="0" y="183"/>
                    </a:lnTo>
                    <a:lnTo>
                      <a:pt x="148" y="0"/>
                    </a:lnTo>
                    <a:lnTo>
                      <a:pt x="889" y="0"/>
                    </a:lnTo>
                    <a:lnTo>
                      <a:pt x="571" y="55"/>
                    </a:lnTo>
                    <a:lnTo>
                      <a:pt x="1143" y="25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26" name="Freeform 188"/>
              <p:cNvSpPr>
                <a:spLocks noChangeAspect="1"/>
              </p:cNvSpPr>
              <p:nvPr/>
            </p:nvSpPr>
            <p:spPr bwMode="auto">
              <a:xfrm>
                <a:off x="2121" y="2680"/>
                <a:ext cx="1143" cy="329"/>
              </a:xfrm>
              <a:custGeom>
                <a:avLst/>
                <a:gdLst>
                  <a:gd name="T0" fmla="*/ 1143 w 1143"/>
                  <a:gd name="T1" fmla="*/ 256 h 329"/>
                  <a:gd name="T2" fmla="*/ 889 w 1143"/>
                  <a:gd name="T3" fmla="*/ 329 h 329"/>
                  <a:gd name="T4" fmla="*/ 296 w 1143"/>
                  <a:gd name="T5" fmla="*/ 110 h 329"/>
                  <a:gd name="T6" fmla="*/ 0 w 1143"/>
                  <a:gd name="T7" fmla="*/ 183 h 329"/>
                  <a:gd name="T8" fmla="*/ 148 w 1143"/>
                  <a:gd name="T9" fmla="*/ 0 h 329"/>
                  <a:gd name="T10" fmla="*/ 889 w 1143"/>
                  <a:gd name="T11" fmla="*/ 0 h 329"/>
                  <a:gd name="T12" fmla="*/ 571 w 1143"/>
                  <a:gd name="T13" fmla="*/ 55 h 329"/>
                  <a:gd name="T14" fmla="*/ 1143 w 1143"/>
                  <a:gd name="T15" fmla="*/ 256 h 32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29">
                    <a:moveTo>
                      <a:pt x="1143" y="256"/>
                    </a:moveTo>
                    <a:lnTo>
                      <a:pt x="889" y="329"/>
                    </a:lnTo>
                    <a:lnTo>
                      <a:pt x="296" y="110"/>
                    </a:lnTo>
                    <a:lnTo>
                      <a:pt x="0" y="183"/>
                    </a:lnTo>
                    <a:lnTo>
                      <a:pt x="148" y="0"/>
                    </a:lnTo>
                    <a:lnTo>
                      <a:pt x="889" y="0"/>
                    </a:lnTo>
                    <a:lnTo>
                      <a:pt x="571" y="55"/>
                    </a:lnTo>
                    <a:lnTo>
                      <a:pt x="1143" y="25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grpSp>
        <p:sp>
          <p:nvSpPr>
            <p:cNvPr id="413" name="Freeform 189"/>
            <p:cNvSpPr>
              <a:spLocks noChangeAspect="1"/>
            </p:cNvSpPr>
            <p:nvPr/>
          </p:nvSpPr>
          <p:spPr bwMode="auto">
            <a:xfrm>
              <a:off x="2972" y="1646"/>
              <a:ext cx="297" cy="85"/>
            </a:xfrm>
            <a:custGeom>
              <a:avLst/>
              <a:gdLst>
                <a:gd name="T0" fmla="*/ 0 w 1144"/>
                <a:gd name="T1" fmla="*/ 255 h 328"/>
                <a:gd name="T2" fmla="*/ 254 w 1144"/>
                <a:gd name="T3" fmla="*/ 328 h 328"/>
                <a:gd name="T4" fmla="*/ 868 w 1144"/>
                <a:gd name="T5" fmla="*/ 110 h 328"/>
                <a:gd name="T6" fmla="*/ 1144 w 1144"/>
                <a:gd name="T7" fmla="*/ 183 h 328"/>
                <a:gd name="T8" fmla="*/ 995 w 1144"/>
                <a:gd name="T9" fmla="*/ 0 h 328"/>
                <a:gd name="T10" fmla="*/ 276 w 1144"/>
                <a:gd name="T11" fmla="*/ 0 h 328"/>
                <a:gd name="T12" fmla="*/ 572 w 1144"/>
                <a:gd name="T13" fmla="*/ 55 h 328"/>
                <a:gd name="T14" fmla="*/ 0 w 1144"/>
                <a:gd name="T15" fmla="*/ 255 h 3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4" h="328">
                  <a:moveTo>
                    <a:pt x="0" y="255"/>
                  </a:moveTo>
                  <a:lnTo>
                    <a:pt x="254" y="328"/>
                  </a:lnTo>
                  <a:lnTo>
                    <a:pt x="868" y="110"/>
                  </a:lnTo>
                  <a:lnTo>
                    <a:pt x="1144" y="183"/>
                  </a:lnTo>
                  <a:lnTo>
                    <a:pt x="995" y="0"/>
                  </a:lnTo>
                  <a:lnTo>
                    <a:pt x="276" y="0"/>
                  </a:lnTo>
                  <a:lnTo>
                    <a:pt x="572" y="55"/>
                  </a:lnTo>
                  <a:lnTo>
                    <a:pt x="0" y="25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14" name="Freeform 190"/>
            <p:cNvSpPr>
              <a:spLocks noChangeAspect="1"/>
            </p:cNvSpPr>
            <p:nvPr/>
          </p:nvSpPr>
          <p:spPr bwMode="auto">
            <a:xfrm>
              <a:off x="2647" y="1745"/>
              <a:ext cx="297" cy="90"/>
            </a:xfrm>
            <a:custGeom>
              <a:avLst/>
              <a:gdLst>
                <a:gd name="T0" fmla="*/ 1144 w 1144"/>
                <a:gd name="T1" fmla="*/ 73 h 347"/>
                <a:gd name="T2" fmla="*/ 890 w 1144"/>
                <a:gd name="T3" fmla="*/ 0 h 347"/>
                <a:gd name="T4" fmla="*/ 297 w 1144"/>
                <a:gd name="T5" fmla="*/ 219 h 347"/>
                <a:gd name="T6" fmla="*/ 0 w 1144"/>
                <a:gd name="T7" fmla="*/ 146 h 347"/>
                <a:gd name="T8" fmla="*/ 149 w 1144"/>
                <a:gd name="T9" fmla="*/ 347 h 347"/>
                <a:gd name="T10" fmla="*/ 890 w 1144"/>
                <a:gd name="T11" fmla="*/ 347 h 347"/>
                <a:gd name="T12" fmla="*/ 572 w 1144"/>
                <a:gd name="T13" fmla="*/ 274 h 347"/>
                <a:gd name="T14" fmla="*/ 1144 w 1144"/>
                <a:gd name="T15" fmla="*/ 73 h 34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4" h="347">
                  <a:moveTo>
                    <a:pt x="1144" y="73"/>
                  </a:moveTo>
                  <a:lnTo>
                    <a:pt x="890" y="0"/>
                  </a:lnTo>
                  <a:lnTo>
                    <a:pt x="297" y="219"/>
                  </a:lnTo>
                  <a:lnTo>
                    <a:pt x="0" y="146"/>
                  </a:lnTo>
                  <a:lnTo>
                    <a:pt x="149" y="347"/>
                  </a:lnTo>
                  <a:lnTo>
                    <a:pt x="890" y="347"/>
                  </a:lnTo>
                  <a:lnTo>
                    <a:pt x="572" y="274"/>
                  </a:lnTo>
                  <a:lnTo>
                    <a:pt x="1144" y="7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15" name="Freeform 191"/>
            <p:cNvSpPr>
              <a:spLocks noChangeAspect="1"/>
            </p:cNvSpPr>
            <p:nvPr/>
          </p:nvSpPr>
          <p:spPr bwMode="auto">
            <a:xfrm>
              <a:off x="2664" y="1641"/>
              <a:ext cx="297" cy="85"/>
            </a:xfrm>
            <a:custGeom>
              <a:avLst/>
              <a:gdLst>
                <a:gd name="T0" fmla="*/ 0 w 1143"/>
                <a:gd name="T1" fmla="*/ 73 h 328"/>
                <a:gd name="T2" fmla="*/ 254 w 1143"/>
                <a:gd name="T3" fmla="*/ 0 h 328"/>
                <a:gd name="T4" fmla="*/ 868 w 1143"/>
                <a:gd name="T5" fmla="*/ 201 h 328"/>
                <a:gd name="T6" fmla="*/ 1143 w 1143"/>
                <a:gd name="T7" fmla="*/ 146 h 328"/>
                <a:gd name="T8" fmla="*/ 995 w 1143"/>
                <a:gd name="T9" fmla="*/ 328 h 328"/>
                <a:gd name="T10" fmla="*/ 275 w 1143"/>
                <a:gd name="T11" fmla="*/ 328 h 328"/>
                <a:gd name="T12" fmla="*/ 572 w 1143"/>
                <a:gd name="T13" fmla="*/ 273 h 328"/>
                <a:gd name="T14" fmla="*/ 0 w 1143"/>
                <a:gd name="T15" fmla="*/ 73 h 3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28">
                  <a:moveTo>
                    <a:pt x="0" y="73"/>
                  </a:moveTo>
                  <a:lnTo>
                    <a:pt x="254" y="0"/>
                  </a:lnTo>
                  <a:lnTo>
                    <a:pt x="868" y="201"/>
                  </a:lnTo>
                  <a:lnTo>
                    <a:pt x="1143" y="146"/>
                  </a:lnTo>
                  <a:lnTo>
                    <a:pt x="995" y="328"/>
                  </a:lnTo>
                  <a:lnTo>
                    <a:pt x="275" y="328"/>
                  </a:lnTo>
                  <a:lnTo>
                    <a:pt x="572" y="273"/>
                  </a:lnTo>
                  <a:lnTo>
                    <a:pt x="0" y="7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16" name="Freeform 192"/>
            <p:cNvSpPr>
              <a:spLocks noChangeAspect="1"/>
            </p:cNvSpPr>
            <p:nvPr/>
          </p:nvSpPr>
          <p:spPr bwMode="auto">
            <a:xfrm>
              <a:off x="2961" y="1755"/>
              <a:ext cx="297" cy="85"/>
            </a:xfrm>
            <a:custGeom>
              <a:avLst/>
              <a:gdLst>
                <a:gd name="T0" fmla="*/ 1143 w 1143"/>
                <a:gd name="T1" fmla="*/ 255 h 328"/>
                <a:gd name="T2" fmla="*/ 889 w 1143"/>
                <a:gd name="T3" fmla="*/ 328 h 328"/>
                <a:gd name="T4" fmla="*/ 296 w 1143"/>
                <a:gd name="T5" fmla="*/ 109 h 328"/>
                <a:gd name="T6" fmla="*/ 0 w 1143"/>
                <a:gd name="T7" fmla="*/ 182 h 328"/>
                <a:gd name="T8" fmla="*/ 148 w 1143"/>
                <a:gd name="T9" fmla="*/ 0 h 328"/>
                <a:gd name="T10" fmla="*/ 889 w 1143"/>
                <a:gd name="T11" fmla="*/ 0 h 328"/>
                <a:gd name="T12" fmla="*/ 572 w 1143"/>
                <a:gd name="T13" fmla="*/ 54 h 328"/>
                <a:gd name="T14" fmla="*/ 1143 w 1143"/>
                <a:gd name="T15" fmla="*/ 255 h 3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28">
                  <a:moveTo>
                    <a:pt x="1143" y="255"/>
                  </a:moveTo>
                  <a:lnTo>
                    <a:pt x="889" y="328"/>
                  </a:lnTo>
                  <a:lnTo>
                    <a:pt x="296" y="109"/>
                  </a:lnTo>
                  <a:lnTo>
                    <a:pt x="0" y="182"/>
                  </a:lnTo>
                  <a:lnTo>
                    <a:pt x="148" y="0"/>
                  </a:lnTo>
                  <a:lnTo>
                    <a:pt x="889" y="0"/>
                  </a:lnTo>
                  <a:lnTo>
                    <a:pt x="572" y="54"/>
                  </a:lnTo>
                  <a:lnTo>
                    <a:pt x="1143" y="25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17" name="Line 193"/>
            <p:cNvSpPr>
              <a:spLocks noChangeAspect="1" noChangeShapeType="1"/>
            </p:cNvSpPr>
            <p:nvPr/>
          </p:nvSpPr>
          <p:spPr bwMode="auto">
            <a:xfrm>
              <a:off x="2519" y="1755"/>
              <a:ext cx="0" cy="189"/>
            </a:xfrm>
            <a:prstGeom prst="line">
              <a:avLst/>
            </a:prstGeom>
            <a:noFill/>
            <a:ln w="12700">
              <a:solidFill>
                <a:srgbClr val="00B0AC"/>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418" name="Line 194"/>
            <p:cNvSpPr>
              <a:spLocks noChangeAspect="1" noChangeShapeType="1"/>
            </p:cNvSpPr>
            <p:nvPr/>
          </p:nvSpPr>
          <p:spPr bwMode="auto">
            <a:xfrm>
              <a:off x="3422" y="1753"/>
              <a:ext cx="0" cy="189"/>
            </a:xfrm>
            <a:prstGeom prst="line">
              <a:avLst/>
            </a:prstGeom>
            <a:noFill/>
            <a:ln w="12700">
              <a:solidFill>
                <a:srgbClr val="009999"/>
              </a:solidFill>
              <a:round/>
              <a:headEnd/>
              <a:tailEnd/>
            </a:ln>
            <a:extLst>
              <a:ext uri="{909E8E84-426E-40DD-AFC4-6F175D3DCCD1}">
                <a14:hiddenFill xmlns:a14="http://schemas.microsoft.com/office/drawing/2010/main">
                  <a:noFill/>
                </a14:hiddenFill>
              </a:ext>
            </a:extLst>
          </p:spPr>
          <p:txBody>
            <a:bodyPr/>
            <a:lstStyle/>
            <a:p>
              <a:endParaRPr lang="fr-FR"/>
            </a:p>
          </p:txBody>
        </p:sp>
      </p:grpSp>
      <p:sp>
        <p:nvSpPr>
          <p:cNvPr id="427" name="Text Box 195"/>
          <p:cNvSpPr txBox="1">
            <a:spLocks noChangeArrowheads="1"/>
          </p:cNvSpPr>
          <p:nvPr/>
        </p:nvSpPr>
        <p:spPr bwMode="auto">
          <a:xfrm>
            <a:off x="1439145" y="4263178"/>
            <a:ext cx="476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fr-FR" b="1"/>
              <a:t>R1</a:t>
            </a:r>
          </a:p>
        </p:txBody>
      </p:sp>
      <p:sp>
        <p:nvSpPr>
          <p:cNvPr id="428" name="Oval 196"/>
          <p:cNvSpPr>
            <a:spLocks noChangeArrowheads="1"/>
          </p:cNvSpPr>
          <p:nvPr/>
        </p:nvSpPr>
        <p:spPr bwMode="auto">
          <a:xfrm>
            <a:off x="4722095" y="2377228"/>
            <a:ext cx="2952750" cy="1008062"/>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fr-FR"/>
          </a:p>
        </p:txBody>
      </p:sp>
      <p:sp>
        <p:nvSpPr>
          <p:cNvPr id="429" name="Oval 197"/>
          <p:cNvSpPr>
            <a:spLocks noChangeArrowheads="1"/>
          </p:cNvSpPr>
          <p:nvPr/>
        </p:nvSpPr>
        <p:spPr bwMode="auto">
          <a:xfrm>
            <a:off x="7584357" y="3024928"/>
            <a:ext cx="1008063" cy="2952750"/>
          </a:xfrm>
          <a:prstGeom prst="ellipse">
            <a:avLst/>
          </a:prstGeom>
          <a:noFill/>
          <a:ln w="95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fr-FR"/>
          </a:p>
        </p:txBody>
      </p:sp>
      <p:sp>
        <p:nvSpPr>
          <p:cNvPr id="430" name="Oval 198"/>
          <p:cNvSpPr>
            <a:spLocks noChangeArrowheads="1"/>
          </p:cNvSpPr>
          <p:nvPr/>
        </p:nvSpPr>
        <p:spPr bwMode="auto">
          <a:xfrm>
            <a:off x="4722095" y="5401415"/>
            <a:ext cx="2952750" cy="1008063"/>
          </a:xfrm>
          <a:prstGeom prst="ellipse">
            <a:avLst/>
          </a:prstGeom>
          <a:noFill/>
          <a:ln w="9525">
            <a:solidFill>
              <a:srgbClr val="33CC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fr-FR"/>
          </a:p>
        </p:txBody>
      </p:sp>
      <p:sp>
        <p:nvSpPr>
          <p:cNvPr id="431" name="Line 199"/>
          <p:cNvSpPr>
            <a:spLocks noChangeShapeType="1"/>
          </p:cNvSpPr>
          <p:nvPr/>
        </p:nvSpPr>
        <p:spPr bwMode="auto">
          <a:xfrm flipV="1">
            <a:off x="6234982" y="3064615"/>
            <a:ext cx="647700" cy="68103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fr-FR"/>
          </a:p>
        </p:txBody>
      </p:sp>
      <p:sp>
        <p:nvSpPr>
          <p:cNvPr id="432" name="Line 200"/>
          <p:cNvSpPr>
            <a:spLocks noChangeShapeType="1"/>
          </p:cNvSpPr>
          <p:nvPr/>
        </p:nvSpPr>
        <p:spPr bwMode="auto">
          <a:xfrm>
            <a:off x="6811245" y="4393353"/>
            <a:ext cx="10795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fr-FR"/>
          </a:p>
        </p:txBody>
      </p:sp>
      <p:grpSp>
        <p:nvGrpSpPr>
          <p:cNvPr id="433" name="Group 201"/>
          <p:cNvGrpSpPr>
            <a:grpSpLocks noChangeAspect="1"/>
          </p:cNvGrpSpPr>
          <p:nvPr/>
        </p:nvGrpSpPr>
        <p:grpSpPr bwMode="auto">
          <a:xfrm>
            <a:off x="4722095" y="3674215"/>
            <a:ext cx="2374900" cy="1017588"/>
            <a:chOff x="2835" y="1389"/>
            <a:chExt cx="1316" cy="563"/>
          </a:xfrm>
        </p:grpSpPr>
        <p:sp>
          <p:nvSpPr>
            <p:cNvPr id="434" name="AutoShape 202"/>
            <p:cNvSpPr>
              <a:spLocks noChangeAspect="1" noChangeArrowheads="1" noTextEdit="1"/>
            </p:cNvSpPr>
            <p:nvPr/>
          </p:nvSpPr>
          <p:spPr bwMode="auto">
            <a:xfrm>
              <a:off x="2835" y="1389"/>
              <a:ext cx="1316" cy="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435" name="Rectangle 203"/>
            <p:cNvSpPr>
              <a:spLocks noChangeAspect="1" noChangeArrowheads="1"/>
            </p:cNvSpPr>
            <p:nvPr/>
          </p:nvSpPr>
          <p:spPr bwMode="auto">
            <a:xfrm>
              <a:off x="2835" y="1689"/>
              <a:ext cx="998" cy="254"/>
            </a:xfrm>
            <a:prstGeom prst="rect">
              <a:avLst/>
            </a:prstGeom>
            <a:solidFill>
              <a:srgbClr val="0096D5"/>
            </a:solidFill>
            <a:ln w="12700">
              <a:solidFill>
                <a:schemeClr val="tx1"/>
              </a:solidFill>
              <a:miter lim="800000"/>
              <a:headEnd/>
              <a:tailEnd/>
            </a:ln>
          </p:spPr>
          <p:txBody>
            <a:bodyPr/>
            <a:lstStyle/>
            <a:p>
              <a:endParaRPr lang="fr-FR"/>
            </a:p>
          </p:txBody>
        </p:sp>
        <p:sp>
          <p:nvSpPr>
            <p:cNvPr id="436" name="Rectangle 204"/>
            <p:cNvSpPr>
              <a:spLocks noChangeAspect="1" noChangeArrowheads="1"/>
            </p:cNvSpPr>
            <p:nvPr/>
          </p:nvSpPr>
          <p:spPr bwMode="auto">
            <a:xfrm>
              <a:off x="2839" y="1693"/>
              <a:ext cx="990" cy="246"/>
            </a:xfrm>
            <a:prstGeom prst="rect">
              <a:avLst/>
            </a:prstGeom>
            <a:gradFill rotWithShape="1">
              <a:gsLst>
                <a:gs pos="0">
                  <a:srgbClr val="66FFCC"/>
                </a:gs>
                <a:gs pos="100000">
                  <a:srgbClr val="66FFCC">
                    <a:gamma/>
                    <a:shade val="76078"/>
                    <a:invGamma/>
                  </a:srgbClr>
                </a:gs>
              </a:gsLst>
              <a:lin ang="5400000" scaled="1"/>
            </a:gradFill>
            <a:ln w="12700">
              <a:solidFill>
                <a:srgbClr val="009999"/>
              </a:solidFill>
              <a:miter lim="800000"/>
              <a:headEnd/>
              <a:tailEnd/>
            </a:ln>
          </p:spPr>
          <p:txBody>
            <a:bodyPr/>
            <a:lstStyle/>
            <a:p>
              <a:endParaRPr lang="fr-FR"/>
            </a:p>
          </p:txBody>
        </p:sp>
        <p:sp>
          <p:nvSpPr>
            <p:cNvPr id="437" name="Freeform 205"/>
            <p:cNvSpPr>
              <a:spLocks noChangeAspect="1"/>
            </p:cNvSpPr>
            <p:nvPr/>
          </p:nvSpPr>
          <p:spPr bwMode="auto">
            <a:xfrm>
              <a:off x="3833" y="1389"/>
              <a:ext cx="309" cy="554"/>
            </a:xfrm>
            <a:custGeom>
              <a:avLst/>
              <a:gdLst>
                <a:gd name="T0" fmla="*/ 0 w 755"/>
                <a:gd name="T1" fmla="*/ 733 h 1355"/>
                <a:gd name="T2" fmla="*/ 755 w 755"/>
                <a:gd name="T3" fmla="*/ 0 h 1355"/>
                <a:gd name="T4" fmla="*/ 755 w 755"/>
                <a:gd name="T5" fmla="*/ 622 h 1355"/>
                <a:gd name="T6" fmla="*/ 0 w 755"/>
                <a:gd name="T7" fmla="*/ 1355 h 1355"/>
                <a:gd name="T8" fmla="*/ 0 w 755"/>
                <a:gd name="T9" fmla="*/ 733 h 1355"/>
              </a:gdLst>
              <a:ahLst/>
              <a:cxnLst>
                <a:cxn ang="0">
                  <a:pos x="T0" y="T1"/>
                </a:cxn>
                <a:cxn ang="0">
                  <a:pos x="T2" y="T3"/>
                </a:cxn>
                <a:cxn ang="0">
                  <a:pos x="T4" y="T5"/>
                </a:cxn>
                <a:cxn ang="0">
                  <a:pos x="T6" y="T7"/>
                </a:cxn>
                <a:cxn ang="0">
                  <a:pos x="T8" y="T9"/>
                </a:cxn>
              </a:cxnLst>
              <a:rect l="0" t="0" r="r" b="b"/>
              <a:pathLst>
                <a:path w="755" h="1355">
                  <a:moveTo>
                    <a:pt x="0" y="733"/>
                  </a:moveTo>
                  <a:lnTo>
                    <a:pt x="755" y="0"/>
                  </a:lnTo>
                  <a:lnTo>
                    <a:pt x="755" y="622"/>
                  </a:lnTo>
                  <a:lnTo>
                    <a:pt x="0" y="1355"/>
                  </a:lnTo>
                  <a:lnTo>
                    <a:pt x="0" y="733"/>
                  </a:lnTo>
                  <a:close/>
                </a:path>
              </a:pathLst>
            </a:custGeom>
            <a:solidFill>
              <a:srgbClr val="005A80"/>
            </a:solidFill>
            <a:ln w="12700" cmpd="sng">
              <a:solidFill>
                <a:schemeClr val="tx1"/>
              </a:solidFill>
              <a:round/>
              <a:headEnd/>
              <a:tailEnd/>
            </a:ln>
          </p:spPr>
          <p:txBody>
            <a:bodyPr/>
            <a:lstStyle/>
            <a:p>
              <a:endParaRPr lang="fr-FR"/>
            </a:p>
          </p:txBody>
        </p:sp>
        <p:sp>
          <p:nvSpPr>
            <p:cNvPr id="438" name="Freeform 206"/>
            <p:cNvSpPr>
              <a:spLocks noChangeAspect="1"/>
            </p:cNvSpPr>
            <p:nvPr/>
          </p:nvSpPr>
          <p:spPr bwMode="auto">
            <a:xfrm>
              <a:off x="3833" y="1389"/>
              <a:ext cx="309" cy="554"/>
            </a:xfrm>
            <a:custGeom>
              <a:avLst/>
              <a:gdLst>
                <a:gd name="T0" fmla="*/ 0 w 755"/>
                <a:gd name="T1" fmla="*/ 733 h 1355"/>
                <a:gd name="T2" fmla="*/ 755 w 755"/>
                <a:gd name="T3" fmla="*/ 0 h 1355"/>
                <a:gd name="T4" fmla="*/ 755 w 755"/>
                <a:gd name="T5" fmla="*/ 622 h 1355"/>
                <a:gd name="T6" fmla="*/ 0 w 755"/>
                <a:gd name="T7" fmla="*/ 1355 h 1355"/>
                <a:gd name="T8" fmla="*/ 0 w 755"/>
                <a:gd name="T9" fmla="*/ 733 h 1355"/>
              </a:gdLst>
              <a:ahLst/>
              <a:cxnLst>
                <a:cxn ang="0">
                  <a:pos x="T0" y="T1"/>
                </a:cxn>
                <a:cxn ang="0">
                  <a:pos x="T2" y="T3"/>
                </a:cxn>
                <a:cxn ang="0">
                  <a:pos x="T4" y="T5"/>
                </a:cxn>
                <a:cxn ang="0">
                  <a:pos x="T6" y="T7"/>
                </a:cxn>
                <a:cxn ang="0">
                  <a:pos x="T8" y="T9"/>
                </a:cxn>
              </a:cxnLst>
              <a:rect l="0" t="0" r="r" b="b"/>
              <a:pathLst>
                <a:path w="755" h="1355">
                  <a:moveTo>
                    <a:pt x="0" y="733"/>
                  </a:moveTo>
                  <a:lnTo>
                    <a:pt x="755" y="0"/>
                  </a:lnTo>
                  <a:lnTo>
                    <a:pt x="755" y="622"/>
                  </a:lnTo>
                  <a:lnTo>
                    <a:pt x="0" y="1355"/>
                  </a:lnTo>
                  <a:lnTo>
                    <a:pt x="0" y="733"/>
                  </a:lnTo>
                  <a:close/>
                </a:path>
              </a:pathLst>
            </a:custGeom>
            <a:gradFill rotWithShape="1">
              <a:gsLst>
                <a:gs pos="0">
                  <a:srgbClr val="66FFCC"/>
                </a:gs>
                <a:gs pos="100000">
                  <a:srgbClr val="66FFCC">
                    <a:gamma/>
                    <a:shade val="66275"/>
                    <a:invGamma/>
                  </a:srgbClr>
                </a:gs>
              </a:gsLst>
              <a:lin ang="2700000" scaled="1"/>
            </a:gradFill>
            <a:ln w="12700" cmpd="sng">
              <a:solidFill>
                <a:srgbClr val="009999"/>
              </a:solidFill>
              <a:prstDash val="solid"/>
              <a:round/>
              <a:headEnd/>
              <a:tailEnd/>
            </a:ln>
          </p:spPr>
          <p:txBody>
            <a:bodyPr/>
            <a:lstStyle/>
            <a:p>
              <a:endParaRPr lang="fr-FR"/>
            </a:p>
          </p:txBody>
        </p:sp>
        <p:sp>
          <p:nvSpPr>
            <p:cNvPr id="439" name="Freeform 207"/>
            <p:cNvSpPr>
              <a:spLocks noChangeAspect="1"/>
            </p:cNvSpPr>
            <p:nvPr/>
          </p:nvSpPr>
          <p:spPr bwMode="auto">
            <a:xfrm>
              <a:off x="2835" y="1389"/>
              <a:ext cx="1307" cy="300"/>
            </a:xfrm>
            <a:custGeom>
              <a:avLst/>
              <a:gdLst>
                <a:gd name="T0" fmla="*/ 2443 w 3198"/>
                <a:gd name="T1" fmla="*/ 733 h 733"/>
                <a:gd name="T2" fmla="*/ 3198 w 3198"/>
                <a:gd name="T3" fmla="*/ 0 h 733"/>
                <a:gd name="T4" fmla="*/ 755 w 3198"/>
                <a:gd name="T5" fmla="*/ 0 h 733"/>
                <a:gd name="T6" fmla="*/ 0 w 3198"/>
                <a:gd name="T7" fmla="*/ 733 h 733"/>
                <a:gd name="T8" fmla="*/ 2443 w 3198"/>
                <a:gd name="T9" fmla="*/ 733 h 733"/>
              </a:gdLst>
              <a:ahLst/>
              <a:cxnLst>
                <a:cxn ang="0">
                  <a:pos x="T0" y="T1"/>
                </a:cxn>
                <a:cxn ang="0">
                  <a:pos x="T2" y="T3"/>
                </a:cxn>
                <a:cxn ang="0">
                  <a:pos x="T4" y="T5"/>
                </a:cxn>
                <a:cxn ang="0">
                  <a:pos x="T6" y="T7"/>
                </a:cxn>
                <a:cxn ang="0">
                  <a:pos x="T8" y="T9"/>
                </a:cxn>
              </a:cxnLst>
              <a:rect l="0" t="0" r="r" b="b"/>
              <a:pathLst>
                <a:path w="3198" h="733">
                  <a:moveTo>
                    <a:pt x="2443" y="733"/>
                  </a:moveTo>
                  <a:lnTo>
                    <a:pt x="3198" y="0"/>
                  </a:lnTo>
                  <a:lnTo>
                    <a:pt x="755" y="0"/>
                  </a:lnTo>
                  <a:lnTo>
                    <a:pt x="0" y="733"/>
                  </a:lnTo>
                  <a:lnTo>
                    <a:pt x="2443" y="733"/>
                  </a:lnTo>
                  <a:close/>
                </a:path>
              </a:pathLst>
            </a:custGeom>
            <a:solidFill>
              <a:srgbClr val="00B4FF"/>
            </a:solidFill>
            <a:ln w="12700" cmpd="sng">
              <a:solidFill>
                <a:schemeClr val="tx1"/>
              </a:solidFill>
              <a:round/>
              <a:headEnd/>
              <a:tailEnd/>
            </a:ln>
          </p:spPr>
          <p:txBody>
            <a:bodyPr/>
            <a:lstStyle/>
            <a:p>
              <a:endParaRPr lang="fr-FR"/>
            </a:p>
          </p:txBody>
        </p:sp>
        <p:sp>
          <p:nvSpPr>
            <p:cNvPr id="440" name="Freeform 208"/>
            <p:cNvSpPr>
              <a:spLocks noChangeAspect="1"/>
            </p:cNvSpPr>
            <p:nvPr/>
          </p:nvSpPr>
          <p:spPr bwMode="auto">
            <a:xfrm>
              <a:off x="2835" y="1389"/>
              <a:ext cx="1307" cy="300"/>
            </a:xfrm>
            <a:custGeom>
              <a:avLst/>
              <a:gdLst>
                <a:gd name="T0" fmla="*/ 2443 w 3198"/>
                <a:gd name="T1" fmla="*/ 733 h 733"/>
                <a:gd name="T2" fmla="*/ 3198 w 3198"/>
                <a:gd name="T3" fmla="*/ 0 h 733"/>
                <a:gd name="T4" fmla="*/ 755 w 3198"/>
                <a:gd name="T5" fmla="*/ 0 h 733"/>
                <a:gd name="T6" fmla="*/ 0 w 3198"/>
                <a:gd name="T7" fmla="*/ 733 h 733"/>
                <a:gd name="T8" fmla="*/ 2443 w 3198"/>
                <a:gd name="T9" fmla="*/ 733 h 733"/>
              </a:gdLst>
              <a:ahLst/>
              <a:cxnLst>
                <a:cxn ang="0">
                  <a:pos x="T0" y="T1"/>
                </a:cxn>
                <a:cxn ang="0">
                  <a:pos x="T2" y="T3"/>
                </a:cxn>
                <a:cxn ang="0">
                  <a:pos x="T4" y="T5"/>
                </a:cxn>
                <a:cxn ang="0">
                  <a:pos x="T6" y="T7"/>
                </a:cxn>
                <a:cxn ang="0">
                  <a:pos x="T8" y="T9"/>
                </a:cxn>
              </a:cxnLst>
              <a:rect l="0" t="0" r="r" b="b"/>
              <a:pathLst>
                <a:path w="3198" h="733">
                  <a:moveTo>
                    <a:pt x="2443" y="733"/>
                  </a:moveTo>
                  <a:lnTo>
                    <a:pt x="3198" y="0"/>
                  </a:lnTo>
                  <a:lnTo>
                    <a:pt x="755" y="0"/>
                  </a:lnTo>
                  <a:lnTo>
                    <a:pt x="0" y="733"/>
                  </a:lnTo>
                  <a:lnTo>
                    <a:pt x="2443" y="733"/>
                  </a:lnTo>
                  <a:close/>
                </a:path>
              </a:pathLst>
            </a:custGeom>
            <a:solidFill>
              <a:srgbClr val="66FFCC"/>
            </a:solidFill>
            <a:ln w="12700" cmpd="sng">
              <a:solidFill>
                <a:srgbClr val="009999"/>
              </a:solidFill>
              <a:prstDash val="solid"/>
              <a:round/>
              <a:headEnd/>
              <a:tailEnd/>
            </a:ln>
          </p:spPr>
          <p:txBody>
            <a:bodyPr/>
            <a:lstStyle/>
            <a:p>
              <a:endParaRPr lang="fr-FR"/>
            </a:p>
          </p:txBody>
        </p:sp>
        <p:grpSp>
          <p:nvGrpSpPr>
            <p:cNvPr id="441" name="Group 209"/>
            <p:cNvGrpSpPr>
              <a:grpSpLocks noChangeAspect="1"/>
            </p:cNvGrpSpPr>
            <p:nvPr/>
          </p:nvGrpSpPr>
          <p:grpSpPr bwMode="auto">
            <a:xfrm>
              <a:off x="2980" y="1418"/>
              <a:ext cx="999" cy="264"/>
              <a:chOff x="513" y="95"/>
              <a:chExt cx="2443" cy="644"/>
            </a:xfrm>
          </p:grpSpPr>
          <p:sp>
            <p:nvSpPr>
              <p:cNvPr id="451" name="Freeform 210"/>
              <p:cNvSpPr>
                <a:spLocks noChangeAspect="1"/>
              </p:cNvSpPr>
              <p:nvPr/>
            </p:nvSpPr>
            <p:spPr bwMode="auto">
              <a:xfrm>
                <a:off x="1601" y="406"/>
                <a:ext cx="1044" cy="244"/>
              </a:xfrm>
              <a:custGeom>
                <a:avLst/>
                <a:gdLst>
                  <a:gd name="T0" fmla="*/ 89 w 1044"/>
                  <a:gd name="T1" fmla="*/ 45 h 244"/>
                  <a:gd name="T2" fmla="*/ 0 w 1044"/>
                  <a:gd name="T3" fmla="*/ 133 h 244"/>
                  <a:gd name="T4" fmla="*/ 622 w 1044"/>
                  <a:gd name="T5" fmla="*/ 133 h 244"/>
                  <a:gd name="T6" fmla="*/ 533 w 1044"/>
                  <a:gd name="T7" fmla="*/ 244 h 244"/>
                  <a:gd name="T8" fmla="*/ 1044 w 1044"/>
                  <a:gd name="T9" fmla="*/ 111 h 244"/>
                  <a:gd name="T10" fmla="*/ 778 w 1044"/>
                  <a:gd name="T11" fmla="*/ 0 h 244"/>
                  <a:gd name="T12" fmla="*/ 711 w 1044"/>
                  <a:gd name="T13" fmla="*/ 45 h 244"/>
                  <a:gd name="T14" fmla="*/ 89 w 1044"/>
                  <a:gd name="T15" fmla="*/ 45 h 2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4" h="244">
                    <a:moveTo>
                      <a:pt x="89" y="45"/>
                    </a:moveTo>
                    <a:lnTo>
                      <a:pt x="0" y="133"/>
                    </a:lnTo>
                    <a:lnTo>
                      <a:pt x="622" y="133"/>
                    </a:lnTo>
                    <a:lnTo>
                      <a:pt x="533" y="244"/>
                    </a:lnTo>
                    <a:lnTo>
                      <a:pt x="1044" y="111"/>
                    </a:lnTo>
                    <a:lnTo>
                      <a:pt x="778" y="0"/>
                    </a:lnTo>
                    <a:lnTo>
                      <a:pt x="711" y="45"/>
                    </a:lnTo>
                    <a:lnTo>
                      <a:pt x="89" y="45"/>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52" name="Freeform 211"/>
              <p:cNvSpPr>
                <a:spLocks noChangeAspect="1"/>
              </p:cNvSpPr>
              <p:nvPr/>
            </p:nvSpPr>
            <p:spPr bwMode="auto">
              <a:xfrm>
                <a:off x="1601" y="406"/>
                <a:ext cx="1044" cy="244"/>
              </a:xfrm>
              <a:custGeom>
                <a:avLst/>
                <a:gdLst>
                  <a:gd name="T0" fmla="*/ 89 w 1044"/>
                  <a:gd name="T1" fmla="*/ 45 h 244"/>
                  <a:gd name="T2" fmla="*/ 0 w 1044"/>
                  <a:gd name="T3" fmla="*/ 133 h 244"/>
                  <a:gd name="T4" fmla="*/ 622 w 1044"/>
                  <a:gd name="T5" fmla="*/ 133 h 244"/>
                  <a:gd name="T6" fmla="*/ 533 w 1044"/>
                  <a:gd name="T7" fmla="*/ 244 h 244"/>
                  <a:gd name="T8" fmla="*/ 1044 w 1044"/>
                  <a:gd name="T9" fmla="*/ 111 h 244"/>
                  <a:gd name="T10" fmla="*/ 778 w 1044"/>
                  <a:gd name="T11" fmla="*/ 0 h 244"/>
                  <a:gd name="T12" fmla="*/ 711 w 1044"/>
                  <a:gd name="T13" fmla="*/ 45 h 244"/>
                  <a:gd name="T14" fmla="*/ 89 w 1044"/>
                  <a:gd name="T15" fmla="*/ 45 h 2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4" h="244">
                    <a:moveTo>
                      <a:pt x="89" y="45"/>
                    </a:moveTo>
                    <a:lnTo>
                      <a:pt x="0" y="133"/>
                    </a:lnTo>
                    <a:lnTo>
                      <a:pt x="622" y="133"/>
                    </a:lnTo>
                    <a:lnTo>
                      <a:pt x="533" y="244"/>
                    </a:lnTo>
                    <a:lnTo>
                      <a:pt x="1044" y="111"/>
                    </a:lnTo>
                    <a:lnTo>
                      <a:pt x="778" y="0"/>
                    </a:lnTo>
                    <a:lnTo>
                      <a:pt x="711" y="45"/>
                    </a:lnTo>
                    <a:lnTo>
                      <a:pt x="89" y="45"/>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53" name="Freeform 212"/>
              <p:cNvSpPr>
                <a:spLocks noChangeAspect="1"/>
              </p:cNvSpPr>
              <p:nvPr/>
            </p:nvSpPr>
            <p:spPr bwMode="auto">
              <a:xfrm>
                <a:off x="1912" y="95"/>
                <a:ext cx="1044" cy="267"/>
              </a:xfrm>
              <a:custGeom>
                <a:avLst/>
                <a:gdLst>
                  <a:gd name="T0" fmla="*/ 89 w 1044"/>
                  <a:gd name="T1" fmla="*/ 67 h 267"/>
                  <a:gd name="T2" fmla="*/ 0 w 1044"/>
                  <a:gd name="T3" fmla="*/ 156 h 267"/>
                  <a:gd name="T4" fmla="*/ 622 w 1044"/>
                  <a:gd name="T5" fmla="*/ 156 h 267"/>
                  <a:gd name="T6" fmla="*/ 511 w 1044"/>
                  <a:gd name="T7" fmla="*/ 267 h 267"/>
                  <a:gd name="T8" fmla="*/ 1044 w 1044"/>
                  <a:gd name="T9" fmla="*/ 111 h 267"/>
                  <a:gd name="T10" fmla="*/ 755 w 1044"/>
                  <a:gd name="T11" fmla="*/ 0 h 267"/>
                  <a:gd name="T12" fmla="*/ 711 w 1044"/>
                  <a:gd name="T13" fmla="*/ 67 h 267"/>
                  <a:gd name="T14" fmla="*/ 89 w 1044"/>
                  <a:gd name="T15" fmla="*/ 67 h 2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4" h="267">
                    <a:moveTo>
                      <a:pt x="89" y="67"/>
                    </a:moveTo>
                    <a:lnTo>
                      <a:pt x="0" y="156"/>
                    </a:lnTo>
                    <a:lnTo>
                      <a:pt x="622" y="156"/>
                    </a:lnTo>
                    <a:lnTo>
                      <a:pt x="511" y="267"/>
                    </a:lnTo>
                    <a:lnTo>
                      <a:pt x="1044" y="111"/>
                    </a:lnTo>
                    <a:lnTo>
                      <a:pt x="755" y="0"/>
                    </a:lnTo>
                    <a:lnTo>
                      <a:pt x="711" y="67"/>
                    </a:lnTo>
                    <a:lnTo>
                      <a:pt x="89" y="6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54" name="Freeform 213"/>
              <p:cNvSpPr>
                <a:spLocks noChangeAspect="1"/>
              </p:cNvSpPr>
              <p:nvPr/>
            </p:nvSpPr>
            <p:spPr bwMode="auto">
              <a:xfrm>
                <a:off x="1912" y="95"/>
                <a:ext cx="1044" cy="267"/>
              </a:xfrm>
              <a:custGeom>
                <a:avLst/>
                <a:gdLst>
                  <a:gd name="T0" fmla="*/ 89 w 1044"/>
                  <a:gd name="T1" fmla="*/ 67 h 267"/>
                  <a:gd name="T2" fmla="*/ 0 w 1044"/>
                  <a:gd name="T3" fmla="*/ 156 h 267"/>
                  <a:gd name="T4" fmla="*/ 622 w 1044"/>
                  <a:gd name="T5" fmla="*/ 156 h 267"/>
                  <a:gd name="T6" fmla="*/ 511 w 1044"/>
                  <a:gd name="T7" fmla="*/ 267 h 267"/>
                  <a:gd name="T8" fmla="*/ 1044 w 1044"/>
                  <a:gd name="T9" fmla="*/ 111 h 267"/>
                  <a:gd name="T10" fmla="*/ 755 w 1044"/>
                  <a:gd name="T11" fmla="*/ 0 h 267"/>
                  <a:gd name="T12" fmla="*/ 711 w 1044"/>
                  <a:gd name="T13" fmla="*/ 67 h 267"/>
                  <a:gd name="T14" fmla="*/ 89 w 1044"/>
                  <a:gd name="T15" fmla="*/ 67 h 2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4" h="267">
                    <a:moveTo>
                      <a:pt x="89" y="67"/>
                    </a:moveTo>
                    <a:lnTo>
                      <a:pt x="0" y="156"/>
                    </a:lnTo>
                    <a:lnTo>
                      <a:pt x="622" y="156"/>
                    </a:lnTo>
                    <a:lnTo>
                      <a:pt x="511" y="267"/>
                    </a:lnTo>
                    <a:lnTo>
                      <a:pt x="1044" y="111"/>
                    </a:lnTo>
                    <a:lnTo>
                      <a:pt x="755" y="0"/>
                    </a:lnTo>
                    <a:lnTo>
                      <a:pt x="711" y="67"/>
                    </a:lnTo>
                    <a:lnTo>
                      <a:pt x="89" y="6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55" name="Freeform 214"/>
              <p:cNvSpPr>
                <a:spLocks noChangeAspect="1"/>
              </p:cNvSpPr>
              <p:nvPr/>
            </p:nvSpPr>
            <p:spPr bwMode="auto">
              <a:xfrm>
                <a:off x="513" y="495"/>
                <a:ext cx="1044" cy="244"/>
              </a:xfrm>
              <a:custGeom>
                <a:avLst/>
                <a:gdLst>
                  <a:gd name="T0" fmla="*/ 955 w 1044"/>
                  <a:gd name="T1" fmla="*/ 200 h 244"/>
                  <a:gd name="T2" fmla="*/ 1044 w 1044"/>
                  <a:gd name="T3" fmla="*/ 111 h 244"/>
                  <a:gd name="T4" fmla="*/ 400 w 1044"/>
                  <a:gd name="T5" fmla="*/ 111 h 244"/>
                  <a:gd name="T6" fmla="*/ 511 w 1044"/>
                  <a:gd name="T7" fmla="*/ 0 h 244"/>
                  <a:gd name="T8" fmla="*/ 0 w 1044"/>
                  <a:gd name="T9" fmla="*/ 133 h 244"/>
                  <a:gd name="T10" fmla="*/ 267 w 1044"/>
                  <a:gd name="T11" fmla="*/ 244 h 244"/>
                  <a:gd name="T12" fmla="*/ 311 w 1044"/>
                  <a:gd name="T13" fmla="*/ 200 h 244"/>
                  <a:gd name="T14" fmla="*/ 955 w 1044"/>
                  <a:gd name="T15" fmla="*/ 200 h 2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4" h="244">
                    <a:moveTo>
                      <a:pt x="955" y="200"/>
                    </a:moveTo>
                    <a:lnTo>
                      <a:pt x="1044" y="111"/>
                    </a:lnTo>
                    <a:lnTo>
                      <a:pt x="400" y="111"/>
                    </a:lnTo>
                    <a:lnTo>
                      <a:pt x="511" y="0"/>
                    </a:lnTo>
                    <a:lnTo>
                      <a:pt x="0" y="133"/>
                    </a:lnTo>
                    <a:lnTo>
                      <a:pt x="267" y="244"/>
                    </a:lnTo>
                    <a:lnTo>
                      <a:pt x="311" y="200"/>
                    </a:lnTo>
                    <a:lnTo>
                      <a:pt x="955" y="20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73" name="Freeform 215"/>
              <p:cNvSpPr>
                <a:spLocks noChangeAspect="1"/>
              </p:cNvSpPr>
              <p:nvPr/>
            </p:nvSpPr>
            <p:spPr bwMode="auto">
              <a:xfrm>
                <a:off x="513" y="495"/>
                <a:ext cx="1044" cy="244"/>
              </a:xfrm>
              <a:custGeom>
                <a:avLst/>
                <a:gdLst>
                  <a:gd name="T0" fmla="*/ 955 w 1044"/>
                  <a:gd name="T1" fmla="*/ 200 h 244"/>
                  <a:gd name="T2" fmla="*/ 1044 w 1044"/>
                  <a:gd name="T3" fmla="*/ 111 h 244"/>
                  <a:gd name="T4" fmla="*/ 400 w 1044"/>
                  <a:gd name="T5" fmla="*/ 111 h 244"/>
                  <a:gd name="T6" fmla="*/ 511 w 1044"/>
                  <a:gd name="T7" fmla="*/ 0 h 244"/>
                  <a:gd name="T8" fmla="*/ 0 w 1044"/>
                  <a:gd name="T9" fmla="*/ 133 h 244"/>
                  <a:gd name="T10" fmla="*/ 267 w 1044"/>
                  <a:gd name="T11" fmla="*/ 244 h 244"/>
                  <a:gd name="T12" fmla="*/ 311 w 1044"/>
                  <a:gd name="T13" fmla="*/ 200 h 244"/>
                  <a:gd name="T14" fmla="*/ 955 w 1044"/>
                  <a:gd name="T15" fmla="*/ 200 h 2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4" h="244">
                    <a:moveTo>
                      <a:pt x="955" y="200"/>
                    </a:moveTo>
                    <a:lnTo>
                      <a:pt x="1044" y="111"/>
                    </a:lnTo>
                    <a:lnTo>
                      <a:pt x="400" y="111"/>
                    </a:lnTo>
                    <a:lnTo>
                      <a:pt x="511" y="0"/>
                    </a:lnTo>
                    <a:lnTo>
                      <a:pt x="0" y="133"/>
                    </a:lnTo>
                    <a:lnTo>
                      <a:pt x="267" y="244"/>
                    </a:lnTo>
                    <a:lnTo>
                      <a:pt x="311" y="200"/>
                    </a:lnTo>
                    <a:lnTo>
                      <a:pt x="955" y="20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74" name="Freeform 216"/>
              <p:cNvSpPr>
                <a:spLocks noChangeAspect="1"/>
              </p:cNvSpPr>
              <p:nvPr/>
            </p:nvSpPr>
            <p:spPr bwMode="auto">
              <a:xfrm>
                <a:off x="802" y="184"/>
                <a:ext cx="1044" cy="267"/>
              </a:xfrm>
              <a:custGeom>
                <a:avLst/>
                <a:gdLst>
                  <a:gd name="T0" fmla="*/ 955 w 1044"/>
                  <a:gd name="T1" fmla="*/ 200 h 267"/>
                  <a:gd name="T2" fmla="*/ 1044 w 1044"/>
                  <a:gd name="T3" fmla="*/ 111 h 267"/>
                  <a:gd name="T4" fmla="*/ 422 w 1044"/>
                  <a:gd name="T5" fmla="*/ 111 h 267"/>
                  <a:gd name="T6" fmla="*/ 533 w 1044"/>
                  <a:gd name="T7" fmla="*/ 0 h 267"/>
                  <a:gd name="T8" fmla="*/ 0 w 1044"/>
                  <a:gd name="T9" fmla="*/ 156 h 267"/>
                  <a:gd name="T10" fmla="*/ 289 w 1044"/>
                  <a:gd name="T11" fmla="*/ 267 h 267"/>
                  <a:gd name="T12" fmla="*/ 333 w 1044"/>
                  <a:gd name="T13" fmla="*/ 200 h 267"/>
                  <a:gd name="T14" fmla="*/ 955 w 1044"/>
                  <a:gd name="T15" fmla="*/ 200 h 2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4" h="267">
                    <a:moveTo>
                      <a:pt x="955" y="200"/>
                    </a:moveTo>
                    <a:lnTo>
                      <a:pt x="1044" y="111"/>
                    </a:lnTo>
                    <a:lnTo>
                      <a:pt x="422" y="111"/>
                    </a:lnTo>
                    <a:lnTo>
                      <a:pt x="533" y="0"/>
                    </a:lnTo>
                    <a:lnTo>
                      <a:pt x="0" y="156"/>
                    </a:lnTo>
                    <a:lnTo>
                      <a:pt x="289" y="267"/>
                    </a:lnTo>
                    <a:lnTo>
                      <a:pt x="333" y="200"/>
                    </a:lnTo>
                    <a:lnTo>
                      <a:pt x="955" y="20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75" name="Freeform 217"/>
              <p:cNvSpPr>
                <a:spLocks noChangeAspect="1"/>
              </p:cNvSpPr>
              <p:nvPr/>
            </p:nvSpPr>
            <p:spPr bwMode="auto">
              <a:xfrm>
                <a:off x="802" y="184"/>
                <a:ext cx="1044" cy="267"/>
              </a:xfrm>
              <a:custGeom>
                <a:avLst/>
                <a:gdLst>
                  <a:gd name="T0" fmla="*/ 955 w 1044"/>
                  <a:gd name="T1" fmla="*/ 200 h 267"/>
                  <a:gd name="T2" fmla="*/ 1044 w 1044"/>
                  <a:gd name="T3" fmla="*/ 111 h 267"/>
                  <a:gd name="T4" fmla="*/ 422 w 1044"/>
                  <a:gd name="T5" fmla="*/ 111 h 267"/>
                  <a:gd name="T6" fmla="*/ 533 w 1044"/>
                  <a:gd name="T7" fmla="*/ 0 h 267"/>
                  <a:gd name="T8" fmla="*/ 0 w 1044"/>
                  <a:gd name="T9" fmla="*/ 156 h 267"/>
                  <a:gd name="T10" fmla="*/ 289 w 1044"/>
                  <a:gd name="T11" fmla="*/ 267 h 267"/>
                  <a:gd name="T12" fmla="*/ 333 w 1044"/>
                  <a:gd name="T13" fmla="*/ 200 h 267"/>
                  <a:gd name="T14" fmla="*/ 955 w 1044"/>
                  <a:gd name="T15" fmla="*/ 200 h 2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4" h="267">
                    <a:moveTo>
                      <a:pt x="955" y="200"/>
                    </a:moveTo>
                    <a:lnTo>
                      <a:pt x="1044" y="111"/>
                    </a:lnTo>
                    <a:lnTo>
                      <a:pt x="422" y="111"/>
                    </a:lnTo>
                    <a:lnTo>
                      <a:pt x="533" y="0"/>
                    </a:lnTo>
                    <a:lnTo>
                      <a:pt x="0" y="156"/>
                    </a:lnTo>
                    <a:lnTo>
                      <a:pt x="289" y="267"/>
                    </a:lnTo>
                    <a:lnTo>
                      <a:pt x="333" y="200"/>
                    </a:lnTo>
                    <a:lnTo>
                      <a:pt x="955" y="20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grpSp>
        <p:grpSp>
          <p:nvGrpSpPr>
            <p:cNvPr id="442" name="Group 218"/>
            <p:cNvGrpSpPr>
              <a:grpSpLocks noChangeAspect="1"/>
            </p:cNvGrpSpPr>
            <p:nvPr/>
          </p:nvGrpSpPr>
          <p:grpSpPr bwMode="auto">
            <a:xfrm>
              <a:off x="2989" y="1403"/>
              <a:ext cx="999" cy="264"/>
              <a:chOff x="536" y="117"/>
              <a:chExt cx="2442" cy="645"/>
            </a:xfrm>
          </p:grpSpPr>
          <p:sp>
            <p:nvSpPr>
              <p:cNvPr id="443" name="Freeform 219"/>
              <p:cNvSpPr>
                <a:spLocks noChangeAspect="1"/>
              </p:cNvSpPr>
              <p:nvPr/>
            </p:nvSpPr>
            <p:spPr bwMode="auto">
              <a:xfrm>
                <a:off x="1624" y="428"/>
                <a:ext cx="1043" cy="245"/>
              </a:xfrm>
              <a:custGeom>
                <a:avLst/>
                <a:gdLst>
                  <a:gd name="T0" fmla="*/ 88 w 1043"/>
                  <a:gd name="T1" fmla="*/ 45 h 245"/>
                  <a:gd name="T2" fmla="*/ 0 w 1043"/>
                  <a:gd name="T3" fmla="*/ 134 h 245"/>
                  <a:gd name="T4" fmla="*/ 621 w 1043"/>
                  <a:gd name="T5" fmla="*/ 134 h 245"/>
                  <a:gd name="T6" fmla="*/ 533 w 1043"/>
                  <a:gd name="T7" fmla="*/ 245 h 245"/>
                  <a:gd name="T8" fmla="*/ 1043 w 1043"/>
                  <a:gd name="T9" fmla="*/ 111 h 245"/>
                  <a:gd name="T10" fmla="*/ 777 w 1043"/>
                  <a:gd name="T11" fmla="*/ 0 h 245"/>
                  <a:gd name="T12" fmla="*/ 710 w 1043"/>
                  <a:gd name="T13" fmla="*/ 45 h 245"/>
                  <a:gd name="T14" fmla="*/ 88 w 1043"/>
                  <a:gd name="T15" fmla="*/ 45 h 24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3" h="245">
                    <a:moveTo>
                      <a:pt x="88" y="45"/>
                    </a:moveTo>
                    <a:lnTo>
                      <a:pt x="0" y="134"/>
                    </a:lnTo>
                    <a:lnTo>
                      <a:pt x="621" y="134"/>
                    </a:lnTo>
                    <a:lnTo>
                      <a:pt x="533" y="245"/>
                    </a:lnTo>
                    <a:lnTo>
                      <a:pt x="1043" y="111"/>
                    </a:lnTo>
                    <a:lnTo>
                      <a:pt x="777" y="0"/>
                    </a:lnTo>
                    <a:lnTo>
                      <a:pt x="710" y="45"/>
                    </a:lnTo>
                    <a:lnTo>
                      <a:pt x="88" y="4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44" name="Freeform 220"/>
              <p:cNvSpPr>
                <a:spLocks noChangeAspect="1"/>
              </p:cNvSpPr>
              <p:nvPr/>
            </p:nvSpPr>
            <p:spPr bwMode="auto">
              <a:xfrm>
                <a:off x="1624" y="428"/>
                <a:ext cx="1043" cy="245"/>
              </a:xfrm>
              <a:custGeom>
                <a:avLst/>
                <a:gdLst>
                  <a:gd name="T0" fmla="*/ 88 w 1043"/>
                  <a:gd name="T1" fmla="*/ 45 h 245"/>
                  <a:gd name="T2" fmla="*/ 0 w 1043"/>
                  <a:gd name="T3" fmla="*/ 134 h 245"/>
                  <a:gd name="T4" fmla="*/ 621 w 1043"/>
                  <a:gd name="T5" fmla="*/ 134 h 245"/>
                  <a:gd name="T6" fmla="*/ 533 w 1043"/>
                  <a:gd name="T7" fmla="*/ 245 h 245"/>
                  <a:gd name="T8" fmla="*/ 1043 w 1043"/>
                  <a:gd name="T9" fmla="*/ 111 h 245"/>
                  <a:gd name="T10" fmla="*/ 777 w 1043"/>
                  <a:gd name="T11" fmla="*/ 0 h 245"/>
                  <a:gd name="T12" fmla="*/ 710 w 1043"/>
                  <a:gd name="T13" fmla="*/ 45 h 245"/>
                  <a:gd name="T14" fmla="*/ 88 w 1043"/>
                  <a:gd name="T15" fmla="*/ 45 h 24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3" h="245">
                    <a:moveTo>
                      <a:pt x="88" y="45"/>
                    </a:moveTo>
                    <a:lnTo>
                      <a:pt x="0" y="134"/>
                    </a:lnTo>
                    <a:lnTo>
                      <a:pt x="621" y="134"/>
                    </a:lnTo>
                    <a:lnTo>
                      <a:pt x="533" y="245"/>
                    </a:lnTo>
                    <a:lnTo>
                      <a:pt x="1043" y="111"/>
                    </a:lnTo>
                    <a:lnTo>
                      <a:pt x="777" y="0"/>
                    </a:lnTo>
                    <a:lnTo>
                      <a:pt x="710" y="45"/>
                    </a:lnTo>
                    <a:lnTo>
                      <a:pt x="88" y="4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45" name="Freeform 221"/>
              <p:cNvSpPr>
                <a:spLocks noChangeAspect="1"/>
              </p:cNvSpPr>
              <p:nvPr/>
            </p:nvSpPr>
            <p:spPr bwMode="auto">
              <a:xfrm>
                <a:off x="1935" y="117"/>
                <a:ext cx="1043" cy="267"/>
              </a:xfrm>
              <a:custGeom>
                <a:avLst/>
                <a:gdLst>
                  <a:gd name="T0" fmla="*/ 88 w 1043"/>
                  <a:gd name="T1" fmla="*/ 67 h 267"/>
                  <a:gd name="T2" fmla="*/ 0 w 1043"/>
                  <a:gd name="T3" fmla="*/ 156 h 267"/>
                  <a:gd name="T4" fmla="*/ 621 w 1043"/>
                  <a:gd name="T5" fmla="*/ 156 h 267"/>
                  <a:gd name="T6" fmla="*/ 510 w 1043"/>
                  <a:gd name="T7" fmla="*/ 267 h 267"/>
                  <a:gd name="T8" fmla="*/ 1043 w 1043"/>
                  <a:gd name="T9" fmla="*/ 111 h 267"/>
                  <a:gd name="T10" fmla="*/ 755 w 1043"/>
                  <a:gd name="T11" fmla="*/ 0 h 267"/>
                  <a:gd name="T12" fmla="*/ 710 w 1043"/>
                  <a:gd name="T13" fmla="*/ 67 h 267"/>
                  <a:gd name="T14" fmla="*/ 88 w 1043"/>
                  <a:gd name="T15" fmla="*/ 67 h 2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3" h="267">
                    <a:moveTo>
                      <a:pt x="88" y="67"/>
                    </a:moveTo>
                    <a:lnTo>
                      <a:pt x="0" y="156"/>
                    </a:lnTo>
                    <a:lnTo>
                      <a:pt x="621" y="156"/>
                    </a:lnTo>
                    <a:lnTo>
                      <a:pt x="510" y="267"/>
                    </a:lnTo>
                    <a:lnTo>
                      <a:pt x="1043" y="111"/>
                    </a:lnTo>
                    <a:lnTo>
                      <a:pt x="755" y="0"/>
                    </a:lnTo>
                    <a:lnTo>
                      <a:pt x="710" y="67"/>
                    </a:lnTo>
                    <a:lnTo>
                      <a:pt x="88" y="6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46" name="Freeform 222"/>
              <p:cNvSpPr>
                <a:spLocks noChangeAspect="1"/>
              </p:cNvSpPr>
              <p:nvPr/>
            </p:nvSpPr>
            <p:spPr bwMode="auto">
              <a:xfrm>
                <a:off x="1935" y="117"/>
                <a:ext cx="1043" cy="267"/>
              </a:xfrm>
              <a:custGeom>
                <a:avLst/>
                <a:gdLst>
                  <a:gd name="T0" fmla="*/ 88 w 1043"/>
                  <a:gd name="T1" fmla="*/ 67 h 267"/>
                  <a:gd name="T2" fmla="*/ 0 w 1043"/>
                  <a:gd name="T3" fmla="*/ 156 h 267"/>
                  <a:gd name="T4" fmla="*/ 621 w 1043"/>
                  <a:gd name="T5" fmla="*/ 156 h 267"/>
                  <a:gd name="T6" fmla="*/ 510 w 1043"/>
                  <a:gd name="T7" fmla="*/ 267 h 267"/>
                  <a:gd name="T8" fmla="*/ 1043 w 1043"/>
                  <a:gd name="T9" fmla="*/ 111 h 267"/>
                  <a:gd name="T10" fmla="*/ 755 w 1043"/>
                  <a:gd name="T11" fmla="*/ 0 h 267"/>
                  <a:gd name="T12" fmla="*/ 710 w 1043"/>
                  <a:gd name="T13" fmla="*/ 67 h 267"/>
                  <a:gd name="T14" fmla="*/ 88 w 1043"/>
                  <a:gd name="T15" fmla="*/ 67 h 2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3" h="267">
                    <a:moveTo>
                      <a:pt x="88" y="67"/>
                    </a:moveTo>
                    <a:lnTo>
                      <a:pt x="0" y="156"/>
                    </a:lnTo>
                    <a:lnTo>
                      <a:pt x="621" y="156"/>
                    </a:lnTo>
                    <a:lnTo>
                      <a:pt x="510" y="267"/>
                    </a:lnTo>
                    <a:lnTo>
                      <a:pt x="1043" y="111"/>
                    </a:lnTo>
                    <a:lnTo>
                      <a:pt x="755" y="0"/>
                    </a:lnTo>
                    <a:lnTo>
                      <a:pt x="710" y="67"/>
                    </a:lnTo>
                    <a:lnTo>
                      <a:pt x="88" y="6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47" name="Freeform 223"/>
              <p:cNvSpPr>
                <a:spLocks noChangeAspect="1"/>
              </p:cNvSpPr>
              <p:nvPr/>
            </p:nvSpPr>
            <p:spPr bwMode="auto">
              <a:xfrm>
                <a:off x="536" y="517"/>
                <a:ext cx="1043" cy="245"/>
              </a:xfrm>
              <a:custGeom>
                <a:avLst/>
                <a:gdLst>
                  <a:gd name="T0" fmla="*/ 954 w 1043"/>
                  <a:gd name="T1" fmla="*/ 200 h 245"/>
                  <a:gd name="T2" fmla="*/ 1043 w 1043"/>
                  <a:gd name="T3" fmla="*/ 111 h 245"/>
                  <a:gd name="T4" fmla="*/ 399 w 1043"/>
                  <a:gd name="T5" fmla="*/ 111 h 245"/>
                  <a:gd name="T6" fmla="*/ 510 w 1043"/>
                  <a:gd name="T7" fmla="*/ 0 h 245"/>
                  <a:gd name="T8" fmla="*/ 0 w 1043"/>
                  <a:gd name="T9" fmla="*/ 133 h 245"/>
                  <a:gd name="T10" fmla="*/ 266 w 1043"/>
                  <a:gd name="T11" fmla="*/ 245 h 245"/>
                  <a:gd name="T12" fmla="*/ 310 w 1043"/>
                  <a:gd name="T13" fmla="*/ 200 h 245"/>
                  <a:gd name="T14" fmla="*/ 954 w 1043"/>
                  <a:gd name="T15" fmla="*/ 200 h 24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3" h="245">
                    <a:moveTo>
                      <a:pt x="954" y="200"/>
                    </a:moveTo>
                    <a:lnTo>
                      <a:pt x="1043" y="111"/>
                    </a:lnTo>
                    <a:lnTo>
                      <a:pt x="399" y="111"/>
                    </a:lnTo>
                    <a:lnTo>
                      <a:pt x="510" y="0"/>
                    </a:lnTo>
                    <a:lnTo>
                      <a:pt x="0" y="133"/>
                    </a:lnTo>
                    <a:lnTo>
                      <a:pt x="266" y="245"/>
                    </a:lnTo>
                    <a:lnTo>
                      <a:pt x="310" y="200"/>
                    </a:lnTo>
                    <a:lnTo>
                      <a:pt x="954" y="20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48" name="Freeform 224"/>
              <p:cNvSpPr>
                <a:spLocks noChangeAspect="1"/>
              </p:cNvSpPr>
              <p:nvPr/>
            </p:nvSpPr>
            <p:spPr bwMode="auto">
              <a:xfrm>
                <a:off x="536" y="517"/>
                <a:ext cx="1043" cy="245"/>
              </a:xfrm>
              <a:custGeom>
                <a:avLst/>
                <a:gdLst>
                  <a:gd name="T0" fmla="*/ 954 w 1043"/>
                  <a:gd name="T1" fmla="*/ 200 h 245"/>
                  <a:gd name="T2" fmla="*/ 1043 w 1043"/>
                  <a:gd name="T3" fmla="*/ 111 h 245"/>
                  <a:gd name="T4" fmla="*/ 399 w 1043"/>
                  <a:gd name="T5" fmla="*/ 111 h 245"/>
                  <a:gd name="T6" fmla="*/ 510 w 1043"/>
                  <a:gd name="T7" fmla="*/ 0 h 245"/>
                  <a:gd name="T8" fmla="*/ 0 w 1043"/>
                  <a:gd name="T9" fmla="*/ 133 h 245"/>
                  <a:gd name="T10" fmla="*/ 266 w 1043"/>
                  <a:gd name="T11" fmla="*/ 245 h 245"/>
                  <a:gd name="T12" fmla="*/ 310 w 1043"/>
                  <a:gd name="T13" fmla="*/ 200 h 245"/>
                  <a:gd name="T14" fmla="*/ 954 w 1043"/>
                  <a:gd name="T15" fmla="*/ 200 h 24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3" h="245">
                    <a:moveTo>
                      <a:pt x="954" y="200"/>
                    </a:moveTo>
                    <a:lnTo>
                      <a:pt x="1043" y="111"/>
                    </a:lnTo>
                    <a:lnTo>
                      <a:pt x="399" y="111"/>
                    </a:lnTo>
                    <a:lnTo>
                      <a:pt x="510" y="0"/>
                    </a:lnTo>
                    <a:lnTo>
                      <a:pt x="0" y="133"/>
                    </a:lnTo>
                    <a:lnTo>
                      <a:pt x="266" y="245"/>
                    </a:lnTo>
                    <a:lnTo>
                      <a:pt x="310" y="200"/>
                    </a:lnTo>
                    <a:lnTo>
                      <a:pt x="954" y="20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49" name="Freeform 225"/>
              <p:cNvSpPr>
                <a:spLocks noChangeAspect="1"/>
              </p:cNvSpPr>
              <p:nvPr/>
            </p:nvSpPr>
            <p:spPr bwMode="auto">
              <a:xfrm>
                <a:off x="824" y="206"/>
                <a:ext cx="1044" cy="267"/>
              </a:xfrm>
              <a:custGeom>
                <a:avLst/>
                <a:gdLst>
                  <a:gd name="T0" fmla="*/ 955 w 1044"/>
                  <a:gd name="T1" fmla="*/ 200 h 267"/>
                  <a:gd name="T2" fmla="*/ 1044 w 1044"/>
                  <a:gd name="T3" fmla="*/ 111 h 267"/>
                  <a:gd name="T4" fmla="*/ 422 w 1044"/>
                  <a:gd name="T5" fmla="*/ 111 h 267"/>
                  <a:gd name="T6" fmla="*/ 533 w 1044"/>
                  <a:gd name="T7" fmla="*/ 0 h 267"/>
                  <a:gd name="T8" fmla="*/ 0 w 1044"/>
                  <a:gd name="T9" fmla="*/ 156 h 267"/>
                  <a:gd name="T10" fmla="*/ 289 w 1044"/>
                  <a:gd name="T11" fmla="*/ 267 h 267"/>
                  <a:gd name="T12" fmla="*/ 333 w 1044"/>
                  <a:gd name="T13" fmla="*/ 200 h 267"/>
                  <a:gd name="T14" fmla="*/ 955 w 1044"/>
                  <a:gd name="T15" fmla="*/ 200 h 2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4" h="267">
                    <a:moveTo>
                      <a:pt x="955" y="200"/>
                    </a:moveTo>
                    <a:lnTo>
                      <a:pt x="1044" y="111"/>
                    </a:lnTo>
                    <a:lnTo>
                      <a:pt x="422" y="111"/>
                    </a:lnTo>
                    <a:lnTo>
                      <a:pt x="533" y="0"/>
                    </a:lnTo>
                    <a:lnTo>
                      <a:pt x="0" y="156"/>
                    </a:lnTo>
                    <a:lnTo>
                      <a:pt x="289" y="267"/>
                    </a:lnTo>
                    <a:lnTo>
                      <a:pt x="333" y="200"/>
                    </a:lnTo>
                    <a:lnTo>
                      <a:pt x="955" y="20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50" name="Freeform 226"/>
              <p:cNvSpPr>
                <a:spLocks noChangeAspect="1"/>
              </p:cNvSpPr>
              <p:nvPr/>
            </p:nvSpPr>
            <p:spPr bwMode="auto">
              <a:xfrm>
                <a:off x="824" y="206"/>
                <a:ext cx="1044" cy="267"/>
              </a:xfrm>
              <a:custGeom>
                <a:avLst/>
                <a:gdLst>
                  <a:gd name="T0" fmla="*/ 955 w 1044"/>
                  <a:gd name="T1" fmla="*/ 200 h 267"/>
                  <a:gd name="T2" fmla="*/ 1044 w 1044"/>
                  <a:gd name="T3" fmla="*/ 111 h 267"/>
                  <a:gd name="T4" fmla="*/ 422 w 1044"/>
                  <a:gd name="T5" fmla="*/ 111 h 267"/>
                  <a:gd name="T6" fmla="*/ 533 w 1044"/>
                  <a:gd name="T7" fmla="*/ 0 h 267"/>
                  <a:gd name="T8" fmla="*/ 0 w 1044"/>
                  <a:gd name="T9" fmla="*/ 156 h 267"/>
                  <a:gd name="T10" fmla="*/ 289 w 1044"/>
                  <a:gd name="T11" fmla="*/ 267 h 267"/>
                  <a:gd name="T12" fmla="*/ 333 w 1044"/>
                  <a:gd name="T13" fmla="*/ 200 h 267"/>
                  <a:gd name="T14" fmla="*/ 955 w 1044"/>
                  <a:gd name="T15" fmla="*/ 200 h 2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4" h="267">
                    <a:moveTo>
                      <a:pt x="955" y="200"/>
                    </a:moveTo>
                    <a:lnTo>
                      <a:pt x="1044" y="111"/>
                    </a:lnTo>
                    <a:lnTo>
                      <a:pt x="422" y="111"/>
                    </a:lnTo>
                    <a:lnTo>
                      <a:pt x="533" y="0"/>
                    </a:lnTo>
                    <a:lnTo>
                      <a:pt x="0" y="156"/>
                    </a:lnTo>
                    <a:lnTo>
                      <a:pt x="289" y="267"/>
                    </a:lnTo>
                    <a:lnTo>
                      <a:pt x="333" y="200"/>
                    </a:lnTo>
                    <a:lnTo>
                      <a:pt x="955" y="20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grpSp>
      </p:grpSp>
      <p:sp>
        <p:nvSpPr>
          <p:cNvPr id="676" name="AutoShape 227"/>
          <p:cNvSpPr>
            <a:spLocks noChangeArrowheads="1"/>
          </p:cNvSpPr>
          <p:nvPr/>
        </p:nvSpPr>
        <p:spPr bwMode="auto">
          <a:xfrm>
            <a:off x="4506195" y="4321915"/>
            <a:ext cx="360362" cy="215900"/>
          </a:xfrm>
          <a:prstGeom prst="bevel">
            <a:avLst>
              <a:gd name="adj" fmla="val 12500"/>
            </a:avLst>
          </a:prstGeom>
          <a:solidFill>
            <a:srgbClr val="3333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fr-FR" sz="1400" b="1">
              <a:solidFill>
                <a:srgbClr val="FF9933"/>
              </a:solidFill>
            </a:endParaRPr>
          </a:p>
        </p:txBody>
      </p:sp>
      <p:sp>
        <p:nvSpPr>
          <p:cNvPr id="677" name="AutoShape 228"/>
          <p:cNvSpPr>
            <a:spLocks noChangeArrowheads="1"/>
          </p:cNvSpPr>
          <p:nvPr/>
        </p:nvSpPr>
        <p:spPr bwMode="auto">
          <a:xfrm>
            <a:off x="2274170" y="4321915"/>
            <a:ext cx="360362" cy="215900"/>
          </a:xfrm>
          <a:prstGeom prst="bevel">
            <a:avLst>
              <a:gd name="adj" fmla="val 12500"/>
            </a:avLst>
          </a:prstGeom>
          <a:solidFill>
            <a:srgbClr val="3333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fr-FR" sz="1400" b="1">
              <a:solidFill>
                <a:srgbClr val="FF9933"/>
              </a:solidFill>
            </a:endParaRPr>
          </a:p>
        </p:txBody>
      </p:sp>
      <p:sp>
        <p:nvSpPr>
          <p:cNvPr id="678" name="Text Box 229"/>
          <p:cNvSpPr txBox="1">
            <a:spLocks noChangeArrowheads="1"/>
          </p:cNvSpPr>
          <p:nvPr/>
        </p:nvSpPr>
        <p:spPr bwMode="auto">
          <a:xfrm>
            <a:off x="2418632" y="4032990"/>
            <a:ext cx="79216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fr-FR" b="1">
                <a:solidFill>
                  <a:srgbClr val="000000"/>
                </a:solidFill>
              </a:rPr>
              <a:t>Fa0/0</a:t>
            </a:r>
          </a:p>
        </p:txBody>
      </p:sp>
      <p:cxnSp>
        <p:nvCxnSpPr>
          <p:cNvPr id="679" name="Connecteur droit 678">
            <a:extLst>
              <a:ext uri="{FF2B5EF4-FFF2-40B4-BE49-F238E27FC236}">
                <a16:creationId xmlns:a16="http://schemas.microsoft.com/office/drawing/2014/main" id="{AC6DD3EC-7BF1-4640-A4AD-0AB5D2D6334F}"/>
              </a:ext>
            </a:extLst>
          </p:cNvPr>
          <p:cNvCxnSpPr/>
          <p:nvPr/>
        </p:nvCxnSpPr>
        <p:spPr>
          <a:xfrm>
            <a:off x="641445" y="1320980"/>
            <a:ext cx="0" cy="512454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6130371"/>
      </p:ext>
    </p:extLst>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6"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3"/>
          <p:cNvSpPr txBox="1">
            <a:spLocks/>
          </p:cNvSpPr>
          <p:nvPr/>
        </p:nvSpPr>
        <p:spPr>
          <a:xfrm>
            <a:off x="11421233" y="6619875"/>
            <a:ext cx="746929" cy="2381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1pPr>
            <a:lvl2pPr marL="742950" indent="-28575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2pPr>
            <a:lvl3pPr marL="1143000" indent="-22860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3pPr>
            <a:lvl4pPr marL="1600200" indent="-22860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4pPr>
            <a:lvl5pPr marL="2057400" indent="-22860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5pPr>
            <a:lvl6pPr marL="25146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6pPr>
            <a:lvl7pPr marL="29718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7pPr>
            <a:lvl8pPr marL="34290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8pPr>
            <a:lvl9pPr marL="38862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9pPr>
          </a:lstStyle>
          <a:p>
            <a:pPr algn="r" eaLnBrk="1" hangingPunct="1"/>
            <a:fld id="{A6099D49-99EB-46B5-BBE2-692892430483}" type="slidenum">
              <a:rPr lang="en-US" altLang="fr-FR" sz="1200" smtClean="0">
                <a:solidFill>
                  <a:srgbClr val="000000"/>
                </a:solidFill>
              </a:rPr>
              <a:pPr algn="r" eaLnBrk="1" hangingPunct="1"/>
              <a:t>12</a:t>
            </a:fld>
            <a:endParaRPr lang="en-US" altLang="fr-FR" sz="1200" dirty="0">
              <a:solidFill>
                <a:srgbClr val="000000"/>
              </a:solidFill>
            </a:endParaRPr>
          </a:p>
        </p:txBody>
      </p:sp>
      <p:sp>
        <p:nvSpPr>
          <p:cNvPr id="4" name="Titre 3"/>
          <p:cNvSpPr>
            <a:spLocks noGrp="1"/>
          </p:cNvSpPr>
          <p:nvPr>
            <p:ph type="title"/>
          </p:nvPr>
        </p:nvSpPr>
        <p:spPr>
          <a:xfrm>
            <a:off x="394138" y="0"/>
            <a:ext cx="11027095" cy="685800"/>
          </a:xfrm>
        </p:spPr>
        <p:txBody>
          <a:bodyPr/>
          <a:lstStyle/>
          <a:p>
            <a:pPr>
              <a:lnSpc>
                <a:spcPct val="100000"/>
              </a:lnSpc>
            </a:pPr>
            <a:r>
              <a:rPr lang="fr-FR" sz="3200" spc="-100" dirty="0">
                <a:solidFill>
                  <a:srgbClr val="1F497D"/>
                </a:solidFill>
                <a:latin typeface="Cambria"/>
              </a:rPr>
              <a:t>Solutions pour la communication inter-VLANs</a:t>
            </a:r>
            <a:endParaRPr lang="fr-FR" sz="3200" spc="-100" dirty="0">
              <a:solidFill>
                <a:srgbClr val="1F497D"/>
              </a:solidFill>
              <a:latin typeface="Cambria"/>
              <a:ea typeface="+mj-ea"/>
              <a:cs typeface="+mj-cs"/>
            </a:endParaRPr>
          </a:p>
        </p:txBody>
      </p:sp>
      <p:sp>
        <p:nvSpPr>
          <p:cNvPr id="5" name="Rectangle 4"/>
          <p:cNvSpPr/>
          <p:nvPr/>
        </p:nvSpPr>
        <p:spPr>
          <a:xfrm>
            <a:off x="132202" y="1013548"/>
            <a:ext cx="11289031" cy="5725389"/>
          </a:xfrm>
          <a:prstGeom prst="rect">
            <a:avLst/>
          </a:prstGeom>
          <a:noFill/>
          <a:ln w="38100">
            <a:gradFill>
              <a:gsLst>
                <a:gs pos="0">
                  <a:srgbClr val="000082"/>
                </a:gs>
                <a:gs pos="30000">
                  <a:srgbClr val="66008F"/>
                </a:gs>
                <a:gs pos="64999">
                  <a:srgbClr val="BA0066"/>
                </a:gs>
                <a:gs pos="89999">
                  <a:srgbClr val="FF0000"/>
                </a:gs>
                <a:gs pos="100000">
                  <a:srgbClr val="FF8200"/>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4" name="Rectangle à coins arrondis 1">
            <a:extLst>
              <a:ext uri="{FF2B5EF4-FFF2-40B4-BE49-F238E27FC236}">
                <a16:creationId xmlns:a16="http://schemas.microsoft.com/office/drawing/2014/main" id="{308AD588-9C53-4A9C-BFCF-5A0F8664F0BB}"/>
              </a:ext>
            </a:extLst>
          </p:cNvPr>
          <p:cNvSpPr/>
          <p:nvPr/>
        </p:nvSpPr>
        <p:spPr>
          <a:xfrm>
            <a:off x="500032" y="794254"/>
            <a:ext cx="10391375" cy="526726"/>
          </a:xfrm>
          <a:prstGeom prst="round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path path="circle">
              <a:fillToRect t="100000" r="100000"/>
            </a:path>
            <a:tileRect l="-100000" b="-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2800" spc="-100" dirty="0">
                <a:solidFill>
                  <a:srgbClr val="1F497D"/>
                </a:solidFill>
                <a:latin typeface="Cambria"/>
              </a:rPr>
              <a:t>Exemples : </a:t>
            </a:r>
            <a:r>
              <a:rPr lang="fr-FR" altLang="fr-FR" sz="2800" spc="-100" dirty="0">
                <a:solidFill>
                  <a:srgbClr val="1F497D"/>
                </a:solidFill>
                <a:latin typeface="Cambria"/>
              </a:rPr>
              <a:t>Utilisation d’un routeur :  </a:t>
            </a:r>
            <a:r>
              <a:rPr lang="fr-FR" altLang="fr-FR" sz="2800" spc="-100" dirty="0" err="1">
                <a:solidFill>
                  <a:srgbClr val="1F497D"/>
                </a:solidFill>
                <a:latin typeface="Cambria"/>
              </a:rPr>
              <a:t>Trunk</a:t>
            </a:r>
            <a:endParaRPr lang="fr-FR" altLang="fr-FR" sz="2800" spc="-100" dirty="0">
              <a:solidFill>
                <a:srgbClr val="1F497D"/>
              </a:solidFill>
              <a:latin typeface="Cambria"/>
            </a:endParaRPr>
          </a:p>
        </p:txBody>
      </p:sp>
      <p:cxnSp>
        <p:nvCxnSpPr>
          <p:cNvPr id="679" name="Connecteur droit 678">
            <a:extLst>
              <a:ext uri="{FF2B5EF4-FFF2-40B4-BE49-F238E27FC236}">
                <a16:creationId xmlns:a16="http://schemas.microsoft.com/office/drawing/2014/main" id="{AC6DD3EC-7BF1-4640-A4AD-0AB5D2D6334F}"/>
              </a:ext>
            </a:extLst>
          </p:cNvPr>
          <p:cNvCxnSpPr/>
          <p:nvPr/>
        </p:nvCxnSpPr>
        <p:spPr>
          <a:xfrm>
            <a:off x="641445" y="1320980"/>
            <a:ext cx="0" cy="5124540"/>
          </a:xfrm>
          <a:prstGeom prst="line">
            <a:avLst/>
          </a:prstGeom>
        </p:spPr>
        <p:style>
          <a:lnRef idx="1">
            <a:schemeClr val="accent1"/>
          </a:lnRef>
          <a:fillRef idx="0">
            <a:schemeClr val="accent1"/>
          </a:fillRef>
          <a:effectRef idx="0">
            <a:schemeClr val="accent1"/>
          </a:effectRef>
          <a:fontRef idx="minor">
            <a:schemeClr val="tx1"/>
          </a:fontRef>
        </p:style>
      </p:cxnSp>
      <p:sp>
        <p:nvSpPr>
          <p:cNvPr id="457" name="Line 2"/>
          <p:cNvSpPr>
            <a:spLocks noChangeShapeType="1"/>
          </p:cNvSpPr>
          <p:nvPr/>
        </p:nvSpPr>
        <p:spPr bwMode="auto">
          <a:xfrm>
            <a:off x="2452783" y="4356488"/>
            <a:ext cx="2374900"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458" name="Rectangle 4"/>
          <p:cNvSpPr txBox="1">
            <a:spLocks noChangeArrowheads="1"/>
          </p:cNvSpPr>
          <p:nvPr/>
        </p:nvSpPr>
        <p:spPr>
          <a:xfrm>
            <a:off x="641445" y="1303725"/>
            <a:ext cx="8229600" cy="1108075"/>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fr-FR"/>
              <a:t>Quelle adresse IP mettre sur le routeur ?</a:t>
            </a:r>
          </a:p>
        </p:txBody>
      </p:sp>
      <p:sp>
        <p:nvSpPr>
          <p:cNvPr id="459" name="Line 5"/>
          <p:cNvSpPr>
            <a:spLocks noChangeShapeType="1"/>
          </p:cNvSpPr>
          <p:nvPr/>
        </p:nvSpPr>
        <p:spPr bwMode="auto">
          <a:xfrm>
            <a:off x="6843808" y="4356488"/>
            <a:ext cx="989012" cy="73818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fr-FR"/>
          </a:p>
        </p:txBody>
      </p:sp>
      <p:sp>
        <p:nvSpPr>
          <p:cNvPr id="460" name="Line 6"/>
          <p:cNvSpPr>
            <a:spLocks noChangeShapeType="1"/>
          </p:cNvSpPr>
          <p:nvPr/>
        </p:nvSpPr>
        <p:spPr bwMode="auto">
          <a:xfrm>
            <a:off x="6412008" y="4645413"/>
            <a:ext cx="506412" cy="9826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fr-FR"/>
          </a:p>
        </p:txBody>
      </p:sp>
      <p:sp>
        <p:nvSpPr>
          <p:cNvPr id="461" name="Line 7"/>
          <p:cNvSpPr>
            <a:spLocks noChangeShapeType="1"/>
          </p:cNvSpPr>
          <p:nvPr/>
        </p:nvSpPr>
        <p:spPr bwMode="auto">
          <a:xfrm flipV="1">
            <a:off x="6308820" y="4645413"/>
            <a:ext cx="31750" cy="11350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fr-FR"/>
          </a:p>
        </p:txBody>
      </p:sp>
      <p:sp>
        <p:nvSpPr>
          <p:cNvPr id="462" name="Line 8"/>
          <p:cNvSpPr>
            <a:spLocks noChangeShapeType="1"/>
          </p:cNvSpPr>
          <p:nvPr/>
        </p:nvSpPr>
        <p:spPr bwMode="auto">
          <a:xfrm>
            <a:off x="5775420" y="3189675"/>
            <a:ext cx="493713" cy="44767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fr-FR"/>
          </a:p>
        </p:txBody>
      </p:sp>
      <p:sp>
        <p:nvSpPr>
          <p:cNvPr id="463" name="Line 9"/>
          <p:cNvSpPr>
            <a:spLocks noChangeShapeType="1"/>
          </p:cNvSpPr>
          <p:nvPr/>
        </p:nvSpPr>
        <p:spPr bwMode="auto">
          <a:xfrm flipV="1">
            <a:off x="6308820" y="3027750"/>
            <a:ext cx="0" cy="6096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fr-FR"/>
          </a:p>
        </p:txBody>
      </p:sp>
      <p:sp>
        <p:nvSpPr>
          <p:cNvPr id="464" name="Line 10"/>
          <p:cNvSpPr>
            <a:spLocks noChangeShapeType="1"/>
          </p:cNvSpPr>
          <p:nvPr/>
        </p:nvSpPr>
        <p:spPr bwMode="auto">
          <a:xfrm flipV="1">
            <a:off x="5699220" y="4645413"/>
            <a:ext cx="569913" cy="8302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fr-FR"/>
          </a:p>
        </p:txBody>
      </p:sp>
      <p:sp>
        <p:nvSpPr>
          <p:cNvPr id="465" name="Line 11"/>
          <p:cNvSpPr>
            <a:spLocks noChangeShapeType="1"/>
          </p:cNvSpPr>
          <p:nvPr/>
        </p:nvSpPr>
        <p:spPr bwMode="auto">
          <a:xfrm flipV="1">
            <a:off x="6916833" y="3723075"/>
            <a:ext cx="915987" cy="63341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fr-FR"/>
          </a:p>
        </p:txBody>
      </p:sp>
      <p:grpSp>
        <p:nvGrpSpPr>
          <p:cNvPr id="466" name="Group 12"/>
          <p:cNvGrpSpPr>
            <a:grpSpLocks noChangeAspect="1"/>
          </p:cNvGrpSpPr>
          <p:nvPr/>
        </p:nvGrpSpPr>
        <p:grpSpPr bwMode="auto">
          <a:xfrm>
            <a:off x="5188045" y="2627700"/>
            <a:ext cx="693738" cy="627063"/>
            <a:chOff x="431" y="391"/>
            <a:chExt cx="573" cy="518"/>
          </a:xfrm>
        </p:grpSpPr>
        <p:sp>
          <p:nvSpPr>
            <p:cNvPr id="467" name="AutoShape 13"/>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468" name="Rectangle 14"/>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469" name="Rectangle 15"/>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470" name="Freeform 16"/>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71" name="Freeform 17"/>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472" name="Line 18"/>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473" name="Freeform 19"/>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74" name="Freeform 20"/>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475" name="Freeform 21"/>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76" name="Freeform 22"/>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477" name="Freeform 23"/>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78" name="Freeform 24"/>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479" name="Rectangle 25"/>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480" name="Rectangle 26"/>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481" name="Freeform 27"/>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82" name="Rectangle 28"/>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483" name="Rectangle 29"/>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484" name="Group 30"/>
          <p:cNvGrpSpPr>
            <a:grpSpLocks noChangeAspect="1"/>
          </p:cNvGrpSpPr>
          <p:nvPr/>
        </p:nvGrpSpPr>
        <p:grpSpPr bwMode="auto">
          <a:xfrm>
            <a:off x="5980208" y="2411800"/>
            <a:ext cx="693737" cy="627063"/>
            <a:chOff x="431" y="391"/>
            <a:chExt cx="573" cy="518"/>
          </a:xfrm>
        </p:grpSpPr>
        <p:sp>
          <p:nvSpPr>
            <p:cNvPr id="485" name="AutoShape 31"/>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486" name="Rectangle 32"/>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487" name="Rectangle 33"/>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488" name="Freeform 34"/>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89" name="Freeform 35"/>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490" name="Line 36"/>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491" name="Freeform 37"/>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92" name="Freeform 38"/>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493" name="Freeform 39"/>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94" name="Freeform 40"/>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495" name="Freeform 41"/>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96" name="Freeform 42"/>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497" name="Rectangle 43"/>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498" name="Rectangle 44"/>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499" name="Freeform 45"/>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00" name="Rectangle 46"/>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501" name="Rectangle 47"/>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502" name="Group 48"/>
          <p:cNvGrpSpPr>
            <a:grpSpLocks noChangeAspect="1"/>
          </p:cNvGrpSpPr>
          <p:nvPr/>
        </p:nvGrpSpPr>
        <p:grpSpPr bwMode="auto">
          <a:xfrm>
            <a:off x="6772370" y="2627700"/>
            <a:ext cx="693738" cy="627063"/>
            <a:chOff x="431" y="391"/>
            <a:chExt cx="573" cy="518"/>
          </a:xfrm>
        </p:grpSpPr>
        <p:sp>
          <p:nvSpPr>
            <p:cNvPr id="503" name="AutoShape 49"/>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504" name="Rectangle 50"/>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505" name="Rectangle 51"/>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506" name="Freeform 52"/>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07" name="Freeform 53"/>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508" name="Line 54"/>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509" name="Freeform 55"/>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10" name="Freeform 56"/>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511" name="Freeform 57"/>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12" name="Freeform 58"/>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513" name="Freeform 59"/>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14" name="Freeform 60"/>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515" name="Rectangle 61"/>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516" name="Rectangle 62"/>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517" name="Freeform 63"/>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18" name="Rectangle 64"/>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519" name="Rectangle 65"/>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520" name="Group 66"/>
          <p:cNvGrpSpPr>
            <a:grpSpLocks noChangeAspect="1"/>
          </p:cNvGrpSpPr>
          <p:nvPr/>
        </p:nvGrpSpPr>
        <p:grpSpPr bwMode="auto">
          <a:xfrm>
            <a:off x="7780433" y="3132525"/>
            <a:ext cx="693737" cy="627063"/>
            <a:chOff x="431" y="391"/>
            <a:chExt cx="573" cy="518"/>
          </a:xfrm>
        </p:grpSpPr>
        <p:sp>
          <p:nvSpPr>
            <p:cNvPr id="521" name="AutoShape 67"/>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522" name="Rectangle 68"/>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523" name="Rectangle 69"/>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524" name="Freeform 70"/>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25" name="Freeform 71"/>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526" name="Line 72"/>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527" name="Freeform 73"/>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28" name="Freeform 74"/>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529" name="Freeform 75"/>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30" name="Freeform 76"/>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531" name="Freeform 77"/>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32" name="Freeform 78"/>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533" name="Rectangle 79"/>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534" name="Rectangle 80"/>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535" name="Freeform 81"/>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36" name="Rectangle 82"/>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537" name="Rectangle 83"/>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538" name="Group 84"/>
          <p:cNvGrpSpPr>
            <a:grpSpLocks noChangeAspect="1"/>
          </p:cNvGrpSpPr>
          <p:nvPr/>
        </p:nvGrpSpPr>
        <p:grpSpPr bwMode="auto">
          <a:xfrm>
            <a:off x="7924895" y="3996125"/>
            <a:ext cx="693738" cy="627063"/>
            <a:chOff x="431" y="391"/>
            <a:chExt cx="573" cy="518"/>
          </a:xfrm>
        </p:grpSpPr>
        <p:sp>
          <p:nvSpPr>
            <p:cNvPr id="539" name="AutoShape 85"/>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540" name="Rectangle 86"/>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541" name="Rectangle 87"/>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542" name="Freeform 88"/>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43" name="Freeform 89"/>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544" name="Line 90"/>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545" name="Freeform 91"/>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46" name="Freeform 92"/>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547" name="Freeform 93"/>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48" name="Freeform 94"/>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549" name="Freeform 95"/>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50" name="Freeform 96"/>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551" name="Rectangle 97"/>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552" name="Rectangle 98"/>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553" name="Freeform 99"/>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54" name="Rectangle 100"/>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555" name="Rectangle 101"/>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556" name="Group 102"/>
          <p:cNvGrpSpPr>
            <a:grpSpLocks noChangeAspect="1"/>
          </p:cNvGrpSpPr>
          <p:nvPr/>
        </p:nvGrpSpPr>
        <p:grpSpPr bwMode="auto">
          <a:xfrm>
            <a:off x="7708995" y="4861313"/>
            <a:ext cx="693738" cy="627062"/>
            <a:chOff x="431" y="391"/>
            <a:chExt cx="573" cy="518"/>
          </a:xfrm>
        </p:grpSpPr>
        <p:sp>
          <p:nvSpPr>
            <p:cNvPr id="557" name="AutoShape 103"/>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558" name="Rectangle 104"/>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559" name="Rectangle 105"/>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560" name="Freeform 106"/>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61" name="Freeform 107"/>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562" name="Line 108"/>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563" name="Freeform 109"/>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64" name="Freeform 110"/>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565" name="Freeform 111"/>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66" name="Freeform 112"/>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567" name="Freeform 113"/>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68" name="Freeform 114"/>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569" name="Rectangle 115"/>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570" name="Rectangle 116"/>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571" name="Freeform 117"/>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72" name="Rectangle 118"/>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573" name="Rectangle 119"/>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574" name="Group 120"/>
          <p:cNvGrpSpPr>
            <a:grpSpLocks noChangeAspect="1"/>
          </p:cNvGrpSpPr>
          <p:nvPr/>
        </p:nvGrpSpPr>
        <p:grpSpPr bwMode="auto">
          <a:xfrm>
            <a:off x="6843808" y="5364550"/>
            <a:ext cx="693737" cy="627063"/>
            <a:chOff x="431" y="391"/>
            <a:chExt cx="573" cy="518"/>
          </a:xfrm>
        </p:grpSpPr>
        <p:sp>
          <p:nvSpPr>
            <p:cNvPr id="575" name="AutoShape 121"/>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576" name="Rectangle 122"/>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577" name="Rectangle 123"/>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578" name="Freeform 124"/>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79" name="Freeform 125"/>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580" name="Line 126"/>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581" name="Freeform 127"/>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82" name="Freeform 128"/>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583" name="Freeform 129"/>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84" name="Freeform 130"/>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585" name="Freeform 131"/>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86" name="Freeform 132"/>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587" name="Rectangle 133"/>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588" name="Rectangle 134"/>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589" name="Freeform 135"/>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90" name="Rectangle 136"/>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591" name="Rectangle 137"/>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592" name="Group 138"/>
          <p:cNvGrpSpPr>
            <a:grpSpLocks noChangeAspect="1"/>
          </p:cNvGrpSpPr>
          <p:nvPr/>
        </p:nvGrpSpPr>
        <p:grpSpPr bwMode="auto">
          <a:xfrm>
            <a:off x="5908770" y="5724913"/>
            <a:ext cx="693738" cy="627062"/>
            <a:chOff x="431" y="391"/>
            <a:chExt cx="573" cy="518"/>
          </a:xfrm>
        </p:grpSpPr>
        <p:sp>
          <p:nvSpPr>
            <p:cNvPr id="593" name="AutoShape 139"/>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594" name="Rectangle 140"/>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595" name="Rectangle 141"/>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596" name="Freeform 142"/>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97" name="Freeform 143"/>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598" name="Line 144"/>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599" name="Freeform 145"/>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00" name="Freeform 146"/>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601" name="Freeform 147"/>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02" name="Freeform 148"/>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603" name="Freeform 149"/>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04" name="Freeform 150"/>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605" name="Rectangle 151"/>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606" name="Rectangle 152"/>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607" name="Freeform 153"/>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08" name="Rectangle 154"/>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609" name="Rectangle 155"/>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610" name="Group 156"/>
          <p:cNvGrpSpPr>
            <a:grpSpLocks noChangeAspect="1"/>
          </p:cNvGrpSpPr>
          <p:nvPr/>
        </p:nvGrpSpPr>
        <p:grpSpPr bwMode="auto">
          <a:xfrm>
            <a:off x="5043583" y="5364550"/>
            <a:ext cx="693737" cy="627063"/>
            <a:chOff x="431" y="391"/>
            <a:chExt cx="573" cy="518"/>
          </a:xfrm>
        </p:grpSpPr>
        <p:sp>
          <p:nvSpPr>
            <p:cNvPr id="611" name="AutoShape 157"/>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612" name="Rectangle 158"/>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613" name="Rectangle 159"/>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614" name="Freeform 160"/>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15" name="Freeform 161"/>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616" name="Line 162"/>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617" name="Freeform 163"/>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18" name="Freeform 164"/>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619" name="Freeform 165"/>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20" name="Freeform 166"/>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621" name="Freeform 167"/>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22" name="Freeform 168"/>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623" name="Rectangle 169"/>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624" name="Rectangle 170"/>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625" name="Freeform 171"/>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26" name="Rectangle 172"/>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627" name="Rectangle 173"/>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628" name="Group 174"/>
          <p:cNvGrpSpPr>
            <a:grpSpLocks noChangeAspect="1"/>
          </p:cNvGrpSpPr>
          <p:nvPr/>
        </p:nvGrpSpPr>
        <p:grpSpPr bwMode="auto">
          <a:xfrm>
            <a:off x="1084358" y="3853250"/>
            <a:ext cx="1441450" cy="733425"/>
            <a:chOff x="2517" y="1616"/>
            <a:chExt cx="908" cy="462"/>
          </a:xfrm>
        </p:grpSpPr>
        <p:sp>
          <p:nvSpPr>
            <p:cNvPr id="629" name="AutoShape 175"/>
            <p:cNvSpPr>
              <a:spLocks noChangeAspect="1" noChangeArrowheads="1" noTextEdit="1"/>
            </p:cNvSpPr>
            <p:nvPr/>
          </p:nvSpPr>
          <p:spPr bwMode="auto">
            <a:xfrm>
              <a:off x="2517" y="1619"/>
              <a:ext cx="908" cy="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630" name="Oval 176"/>
            <p:cNvSpPr>
              <a:spLocks noChangeAspect="1" noChangeArrowheads="1"/>
            </p:cNvSpPr>
            <p:nvPr/>
          </p:nvSpPr>
          <p:spPr bwMode="auto">
            <a:xfrm>
              <a:off x="2519" y="1811"/>
              <a:ext cx="904" cy="265"/>
            </a:xfrm>
            <a:prstGeom prst="ellipse">
              <a:avLst/>
            </a:prstGeom>
            <a:gradFill rotWithShape="1">
              <a:gsLst>
                <a:gs pos="0">
                  <a:srgbClr val="66FFCC"/>
                </a:gs>
                <a:gs pos="100000">
                  <a:srgbClr val="66FFCC">
                    <a:gamma/>
                    <a:shade val="46275"/>
                    <a:invGamma/>
                  </a:srgbClr>
                </a:gs>
              </a:gsLst>
              <a:lin ang="0" scaled="1"/>
            </a:gradFill>
            <a:ln w="12700">
              <a:solidFill>
                <a:srgbClr val="009999"/>
              </a:solidFill>
              <a:round/>
              <a:headEnd/>
              <a:tailEnd/>
            </a:ln>
          </p:spPr>
          <p:txBody>
            <a:bodyPr/>
            <a:lstStyle/>
            <a:p>
              <a:endParaRPr lang="fr-FR"/>
            </a:p>
          </p:txBody>
        </p:sp>
        <p:sp>
          <p:nvSpPr>
            <p:cNvPr id="631" name="Rectangle 177"/>
            <p:cNvSpPr>
              <a:spLocks noChangeAspect="1" noChangeArrowheads="1"/>
            </p:cNvSpPr>
            <p:nvPr/>
          </p:nvSpPr>
          <p:spPr bwMode="auto">
            <a:xfrm>
              <a:off x="2517" y="1756"/>
              <a:ext cx="903" cy="18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632" name="Rectangle 178"/>
            <p:cNvSpPr>
              <a:spLocks noChangeAspect="1" noChangeArrowheads="1"/>
            </p:cNvSpPr>
            <p:nvPr/>
          </p:nvSpPr>
          <p:spPr bwMode="auto">
            <a:xfrm>
              <a:off x="2518" y="1756"/>
              <a:ext cx="903" cy="189"/>
            </a:xfrm>
            <a:prstGeom prst="rect">
              <a:avLst/>
            </a:prstGeom>
            <a:gradFill rotWithShape="1">
              <a:gsLst>
                <a:gs pos="0">
                  <a:srgbClr val="66FFCC"/>
                </a:gs>
                <a:gs pos="100000">
                  <a:srgbClr val="66FFCC">
                    <a:gamma/>
                    <a:shade val="46275"/>
                    <a:invGamma/>
                  </a:srgbClr>
                </a:gs>
              </a:gsLst>
              <a:lin ang="0" scaled="1"/>
            </a:gradFill>
            <a:ln>
              <a:noFill/>
            </a:ln>
            <a:extLst>
              <a:ext uri="{91240B29-F687-4F45-9708-019B960494DF}">
                <a14:hiddenLine xmlns:a14="http://schemas.microsoft.com/office/drawing/2010/main" w="9525">
                  <a:solidFill>
                    <a:srgbClr val="33CCCC"/>
                  </a:solidFill>
                  <a:miter lim="800000"/>
                  <a:headEnd/>
                  <a:tailEnd/>
                </a14:hiddenLine>
              </a:ext>
            </a:extLst>
          </p:spPr>
          <p:txBody>
            <a:bodyPr/>
            <a:lstStyle/>
            <a:p>
              <a:endParaRPr lang="fr-FR"/>
            </a:p>
          </p:txBody>
        </p:sp>
        <p:sp>
          <p:nvSpPr>
            <p:cNvPr id="633" name="Oval 179"/>
            <p:cNvSpPr>
              <a:spLocks noChangeAspect="1" noChangeArrowheads="1"/>
            </p:cNvSpPr>
            <p:nvPr/>
          </p:nvSpPr>
          <p:spPr bwMode="auto">
            <a:xfrm>
              <a:off x="2519" y="1616"/>
              <a:ext cx="904" cy="265"/>
            </a:xfrm>
            <a:prstGeom prst="ellipse">
              <a:avLst/>
            </a:prstGeom>
            <a:solidFill>
              <a:srgbClr val="66FFCC"/>
            </a:solidFill>
            <a:ln w="12700">
              <a:solidFill>
                <a:srgbClr val="009999"/>
              </a:solidFill>
              <a:round/>
              <a:headEnd/>
              <a:tailEnd/>
            </a:ln>
          </p:spPr>
          <p:txBody>
            <a:bodyPr/>
            <a:lstStyle/>
            <a:p>
              <a:endParaRPr lang="fr-FR"/>
            </a:p>
          </p:txBody>
        </p:sp>
        <p:grpSp>
          <p:nvGrpSpPr>
            <p:cNvPr id="634" name="Group 180"/>
            <p:cNvGrpSpPr>
              <a:grpSpLocks noChangeAspect="1"/>
            </p:cNvGrpSpPr>
            <p:nvPr/>
          </p:nvGrpSpPr>
          <p:grpSpPr bwMode="auto">
            <a:xfrm>
              <a:off x="2655" y="1652"/>
              <a:ext cx="621" cy="199"/>
              <a:chOff x="914" y="2243"/>
              <a:chExt cx="2392" cy="766"/>
            </a:xfrm>
          </p:grpSpPr>
          <p:sp>
            <p:nvSpPr>
              <p:cNvPr id="641" name="Freeform 181"/>
              <p:cNvSpPr>
                <a:spLocks noChangeAspect="1"/>
              </p:cNvSpPr>
              <p:nvPr/>
            </p:nvSpPr>
            <p:spPr bwMode="auto">
              <a:xfrm>
                <a:off x="2163" y="2261"/>
                <a:ext cx="1143" cy="328"/>
              </a:xfrm>
              <a:custGeom>
                <a:avLst/>
                <a:gdLst>
                  <a:gd name="T0" fmla="*/ 0 w 1143"/>
                  <a:gd name="T1" fmla="*/ 255 h 328"/>
                  <a:gd name="T2" fmla="*/ 254 w 1143"/>
                  <a:gd name="T3" fmla="*/ 328 h 328"/>
                  <a:gd name="T4" fmla="*/ 868 w 1143"/>
                  <a:gd name="T5" fmla="*/ 109 h 328"/>
                  <a:gd name="T6" fmla="*/ 1143 w 1143"/>
                  <a:gd name="T7" fmla="*/ 182 h 328"/>
                  <a:gd name="T8" fmla="*/ 995 w 1143"/>
                  <a:gd name="T9" fmla="*/ 0 h 328"/>
                  <a:gd name="T10" fmla="*/ 275 w 1143"/>
                  <a:gd name="T11" fmla="*/ 0 h 328"/>
                  <a:gd name="T12" fmla="*/ 572 w 1143"/>
                  <a:gd name="T13" fmla="*/ 55 h 328"/>
                  <a:gd name="T14" fmla="*/ 0 w 1143"/>
                  <a:gd name="T15" fmla="*/ 255 h 3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28">
                    <a:moveTo>
                      <a:pt x="0" y="255"/>
                    </a:moveTo>
                    <a:lnTo>
                      <a:pt x="254" y="328"/>
                    </a:lnTo>
                    <a:lnTo>
                      <a:pt x="868" y="109"/>
                    </a:lnTo>
                    <a:lnTo>
                      <a:pt x="1143" y="182"/>
                    </a:lnTo>
                    <a:lnTo>
                      <a:pt x="995" y="0"/>
                    </a:lnTo>
                    <a:lnTo>
                      <a:pt x="275" y="0"/>
                    </a:lnTo>
                    <a:lnTo>
                      <a:pt x="572" y="55"/>
                    </a:lnTo>
                    <a:lnTo>
                      <a:pt x="0" y="255"/>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42" name="Freeform 182"/>
              <p:cNvSpPr>
                <a:spLocks noChangeAspect="1"/>
              </p:cNvSpPr>
              <p:nvPr/>
            </p:nvSpPr>
            <p:spPr bwMode="auto">
              <a:xfrm>
                <a:off x="2163" y="2261"/>
                <a:ext cx="1143" cy="328"/>
              </a:xfrm>
              <a:custGeom>
                <a:avLst/>
                <a:gdLst>
                  <a:gd name="T0" fmla="*/ 0 w 1143"/>
                  <a:gd name="T1" fmla="*/ 255 h 328"/>
                  <a:gd name="T2" fmla="*/ 254 w 1143"/>
                  <a:gd name="T3" fmla="*/ 328 h 328"/>
                  <a:gd name="T4" fmla="*/ 868 w 1143"/>
                  <a:gd name="T5" fmla="*/ 109 h 328"/>
                  <a:gd name="T6" fmla="*/ 1143 w 1143"/>
                  <a:gd name="T7" fmla="*/ 182 h 328"/>
                  <a:gd name="T8" fmla="*/ 995 w 1143"/>
                  <a:gd name="T9" fmla="*/ 0 h 328"/>
                  <a:gd name="T10" fmla="*/ 275 w 1143"/>
                  <a:gd name="T11" fmla="*/ 0 h 328"/>
                  <a:gd name="T12" fmla="*/ 572 w 1143"/>
                  <a:gd name="T13" fmla="*/ 55 h 328"/>
                  <a:gd name="T14" fmla="*/ 0 w 1143"/>
                  <a:gd name="T15" fmla="*/ 255 h 3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28">
                    <a:moveTo>
                      <a:pt x="0" y="255"/>
                    </a:moveTo>
                    <a:lnTo>
                      <a:pt x="254" y="328"/>
                    </a:lnTo>
                    <a:lnTo>
                      <a:pt x="868" y="109"/>
                    </a:lnTo>
                    <a:lnTo>
                      <a:pt x="1143" y="182"/>
                    </a:lnTo>
                    <a:lnTo>
                      <a:pt x="995" y="0"/>
                    </a:lnTo>
                    <a:lnTo>
                      <a:pt x="275" y="0"/>
                    </a:lnTo>
                    <a:lnTo>
                      <a:pt x="572" y="55"/>
                    </a:lnTo>
                    <a:lnTo>
                      <a:pt x="0" y="255"/>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43" name="Freeform 183"/>
              <p:cNvSpPr>
                <a:spLocks noChangeAspect="1"/>
              </p:cNvSpPr>
              <p:nvPr/>
            </p:nvSpPr>
            <p:spPr bwMode="auto">
              <a:xfrm>
                <a:off x="914" y="2644"/>
                <a:ext cx="1143" cy="346"/>
              </a:xfrm>
              <a:custGeom>
                <a:avLst/>
                <a:gdLst>
                  <a:gd name="T0" fmla="*/ 1143 w 1143"/>
                  <a:gd name="T1" fmla="*/ 73 h 346"/>
                  <a:gd name="T2" fmla="*/ 889 w 1143"/>
                  <a:gd name="T3" fmla="*/ 0 h 346"/>
                  <a:gd name="T4" fmla="*/ 297 w 1143"/>
                  <a:gd name="T5" fmla="*/ 219 h 346"/>
                  <a:gd name="T6" fmla="*/ 0 w 1143"/>
                  <a:gd name="T7" fmla="*/ 146 h 346"/>
                  <a:gd name="T8" fmla="*/ 148 w 1143"/>
                  <a:gd name="T9" fmla="*/ 346 h 346"/>
                  <a:gd name="T10" fmla="*/ 889 w 1143"/>
                  <a:gd name="T11" fmla="*/ 346 h 346"/>
                  <a:gd name="T12" fmla="*/ 572 w 1143"/>
                  <a:gd name="T13" fmla="*/ 273 h 346"/>
                  <a:gd name="T14" fmla="*/ 1143 w 1143"/>
                  <a:gd name="T15" fmla="*/ 73 h 34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46">
                    <a:moveTo>
                      <a:pt x="1143" y="73"/>
                    </a:moveTo>
                    <a:lnTo>
                      <a:pt x="889" y="0"/>
                    </a:lnTo>
                    <a:lnTo>
                      <a:pt x="297" y="219"/>
                    </a:lnTo>
                    <a:lnTo>
                      <a:pt x="0" y="146"/>
                    </a:lnTo>
                    <a:lnTo>
                      <a:pt x="148" y="346"/>
                    </a:lnTo>
                    <a:lnTo>
                      <a:pt x="889" y="346"/>
                    </a:lnTo>
                    <a:lnTo>
                      <a:pt x="572" y="273"/>
                    </a:lnTo>
                    <a:lnTo>
                      <a:pt x="1143" y="73"/>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44" name="Freeform 184"/>
              <p:cNvSpPr>
                <a:spLocks noChangeAspect="1"/>
              </p:cNvSpPr>
              <p:nvPr/>
            </p:nvSpPr>
            <p:spPr bwMode="auto">
              <a:xfrm>
                <a:off x="914" y="2644"/>
                <a:ext cx="1143" cy="346"/>
              </a:xfrm>
              <a:custGeom>
                <a:avLst/>
                <a:gdLst>
                  <a:gd name="T0" fmla="*/ 1143 w 1143"/>
                  <a:gd name="T1" fmla="*/ 73 h 346"/>
                  <a:gd name="T2" fmla="*/ 889 w 1143"/>
                  <a:gd name="T3" fmla="*/ 0 h 346"/>
                  <a:gd name="T4" fmla="*/ 297 w 1143"/>
                  <a:gd name="T5" fmla="*/ 219 h 346"/>
                  <a:gd name="T6" fmla="*/ 0 w 1143"/>
                  <a:gd name="T7" fmla="*/ 146 h 346"/>
                  <a:gd name="T8" fmla="*/ 148 w 1143"/>
                  <a:gd name="T9" fmla="*/ 346 h 346"/>
                  <a:gd name="T10" fmla="*/ 889 w 1143"/>
                  <a:gd name="T11" fmla="*/ 346 h 346"/>
                  <a:gd name="T12" fmla="*/ 572 w 1143"/>
                  <a:gd name="T13" fmla="*/ 273 h 346"/>
                  <a:gd name="T14" fmla="*/ 1143 w 1143"/>
                  <a:gd name="T15" fmla="*/ 73 h 34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46">
                    <a:moveTo>
                      <a:pt x="1143" y="73"/>
                    </a:moveTo>
                    <a:lnTo>
                      <a:pt x="889" y="0"/>
                    </a:lnTo>
                    <a:lnTo>
                      <a:pt x="297" y="219"/>
                    </a:lnTo>
                    <a:lnTo>
                      <a:pt x="0" y="146"/>
                    </a:lnTo>
                    <a:lnTo>
                      <a:pt x="148" y="346"/>
                    </a:lnTo>
                    <a:lnTo>
                      <a:pt x="889" y="346"/>
                    </a:lnTo>
                    <a:lnTo>
                      <a:pt x="572" y="273"/>
                    </a:lnTo>
                    <a:lnTo>
                      <a:pt x="1143" y="73"/>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45" name="Freeform 185"/>
              <p:cNvSpPr>
                <a:spLocks noChangeAspect="1"/>
              </p:cNvSpPr>
              <p:nvPr/>
            </p:nvSpPr>
            <p:spPr bwMode="auto">
              <a:xfrm>
                <a:off x="978" y="2243"/>
                <a:ext cx="1143" cy="328"/>
              </a:xfrm>
              <a:custGeom>
                <a:avLst/>
                <a:gdLst>
                  <a:gd name="T0" fmla="*/ 0 w 1143"/>
                  <a:gd name="T1" fmla="*/ 73 h 328"/>
                  <a:gd name="T2" fmla="*/ 254 w 1143"/>
                  <a:gd name="T3" fmla="*/ 0 h 328"/>
                  <a:gd name="T4" fmla="*/ 868 w 1143"/>
                  <a:gd name="T5" fmla="*/ 200 h 328"/>
                  <a:gd name="T6" fmla="*/ 1143 w 1143"/>
                  <a:gd name="T7" fmla="*/ 146 h 328"/>
                  <a:gd name="T8" fmla="*/ 995 w 1143"/>
                  <a:gd name="T9" fmla="*/ 328 h 328"/>
                  <a:gd name="T10" fmla="*/ 275 w 1143"/>
                  <a:gd name="T11" fmla="*/ 328 h 328"/>
                  <a:gd name="T12" fmla="*/ 571 w 1143"/>
                  <a:gd name="T13" fmla="*/ 273 h 328"/>
                  <a:gd name="T14" fmla="*/ 0 w 1143"/>
                  <a:gd name="T15" fmla="*/ 73 h 3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28">
                    <a:moveTo>
                      <a:pt x="0" y="73"/>
                    </a:moveTo>
                    <a:lnTo>
                      <a:pt x="254" y="0"/>
                    </a:lnTo>
                    <a:lnTo>
                      <a:pt x="868" y="200"/>
                    </a:lnTo>
                    <a:lnTo>
                      <a:pt x="1143" y="146"/>
                    </a:lnTo>
                    <a:lnTo>
                      <a:pt x="995" y="328"/>
                    </a:lnTo>
                    <a:lnTo>
                      <a:pt x="275" y="328"/>
                    </a:lnTo>
                    <a:lnTo>
                      <a:pt x="571" y="273"/>
                    </a:lnTo>
                    <a:lnTo>
                      <a:pt x="0" y="73"/>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46" name="Freeform 186"/>
              <p:cNvSpPr>
                <a:spLocks noChangeAspect="1"/>
              </p:cNvSpPr>
              <p:nvPr/>
            </p:nvSpPr>
            <p:spPr bwMode="auto">
              <a:xfrm>
                <a:off x="978" y="2243"/>
                <a:ext cx="1143" cy="328"/>
              </a:xfrm>
              <a:custGeom>
                <a:avLst/>
                <a:gdLst>
                  <a:gd name="T0" fmla="*/ 0 w 1143"/>
                  <a:gd name="T1" fmla="*/ 73 h 328"/>
                  <a:gd name="T2" fmla="*/ 254 w 1143"/>
                  <a:gd name="T3" fmla="*/ 0 h 328"/>
                  <a:gd name="T4" fmla="*/ 868 w 1143"/>
                  <a:gd name="T5" fmla="*/ 200 h 328"/>
                  <a:gd name="T6" fmla="*/ 1143 w 1143"/>
                  <a:gd name="T7" fmla="*/ 146 h 328"/>
                  <a:gd name="T8" fmla="*/ 995 w 1143"/>
                  <a:gd name="T9" fmla="*/ 328 h 328"/>
                  <a:gd name="T10" fmla="*/ 275 w 1143"/>
                  <a:gd name="T11" fmla="*/ 328 h 328"/>
                  <a:gd name="T12" fmla="*/ 571 w 1143"/>
                  <a:gd name="T13" fmla="*/ 273 h 328"/>
                  <a:gd name="T14" fmla="*/ 0 w 1143"/>
                  <a:gd name="T15" fmla="*/ 73 h 3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28">
                    <a:moveTo>
                      <a:pt x="0" y="73"/>
                    </a:moveTo>
                    <a:lnTo>
                      <a:pt x="254" y="0"/>
                    </a:lnTo>
                    <a:lnTo>
                      <a:pt x="868" y="200"/>
                    </a:lnTo>
                    <a:lnTo>
                      <a:pt x="1143" y="146"/>
                    </a:lnTo>
                    <a:lnTo>
                      <a:pt x="995" y="328"/>
                    </a:lnTo>
                    <a:lnTo>
                      <a:pt x="275" y="328"/>
                    </a:lnTo>
                    <a:lnTo>
                      <a:pt x="571" y="273"/>
                    </a:lnTo>
                    <a:lnTo>
                      <a:pt x="0" y="73"/>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47" name="Freeform 187"/>
              <p:cNvSpPr>
                <a:spLocks noChangeAspect="1"/>
              </p:cNvSpPr>
              <p:nvPr/>
            </p:nvSpPr>
            <p:spPr bwMode="auto">
              <a:xfrm>
                <a:off x="2121" y="2680"/>
                <a:ext cx="1143" cy="329"/>
              </a:xfrm>
              <a:custGeom>
                <a:avLst/>
                <a:gdLst>
                  <a:gd name="T0" fmla="*/ 1143 w 1143"/>
                  <a:gd name="T1" fmla="*/ 256 h 329"/>
                  <a:gd name="T2" fmla="*/ 889 w 1143"/>
                  <a:gd name="T3" fmla="*/ 329 h 329"/>
                  <a:gd name="T4" fmla="*/ 296 w 1143"/>
                  <a:gd name="T5" fmla="*/ 110 h 329"/>
                  <a:gd name="T6" fmla="*/ 0 w 1143"/>
                  <a:gd name="T7" fmla="*/ 183 h 329"/>
                  <a:gd name="T8" fmla="*/ 148 w 1143"/>
                  <a:gd name="T9" fmla="*/ 0 h 329"/>
                  <a:gd name="T10" fmla="*/ 889 w 1143"/>
                  <a:gd name="T11" fmla="*/ 0 h 329"/>
                  <a:gd name="T12" fmla="*/ 571 w 1143"/>
                  <a:gd name="T13" fmla="*/ 55 h 329"/>
                  <a:gd name="T14" fmla="*/ 1143 w 1143"/>
                  <a:gd name="T15" fmla="*/ 256 h 32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29">
                    <a:moveTo>
                      <a:pt x="1143" y="256"/>
                    </a:moveTo>
                    <a:lnTo>
                      <a:pt x="889" y="329"/>
                    </a:lnTo>
                    <a:lnTo>
                      <a:pt x="296" y="110"/>
                    </a:lnTo>
                    <a:lnTo>
                      <a:pt x="0" y="183"/>
                    </a:lnTo>
                    <a:lnTo>
                      <a:pt x="148" y="0"/>
                    </a:lnTo>
                    <a:lnTo>
                      <a:pt x="889" y="0"/>
                    </a:lnTo>
                    <a:lnTo>
                      <a:pt x="571" y="55"/>
                    </a:lnTo>
                    <a:lnTo>
                      <a:pt x="1143" y="25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48" name="Freeform 188"/>
              <p:cNvSpPr>
                <a:spLocks noChangeAspect="1"/>
              </p:cNvSpPr>
              <p:nvPr/>
            </p:nvSpPr>
            <p:spPr bwMode="auto">
              <a:xfrm>
                <a:off x="2121" y="2680"/>
                <a:ext cx="1143" cy="329"/>
              </a:xfrm>
              <a:custGeom>
                <a:avLst/>
                <a:gdLst>
                  <a:gd name="T0" fmla="*/ 1143 w 1143"/>
                  <a:gd name="T1" fmla="*/ 256 h 329"/>
                  <a:gd name="T2" fmla="*/ 889 w 1143"/>
                  <a:gd name="T3" fmla="*/ 329 h 329"/>
                  <a:gd name="T4" fmla="*/ 296 w 1143"/>
                  <a:gd name="T5" fmla="*/ 110 h 329"/>
                  <a:gd name="T6" fmla="*/ 0 w 1143"/>
                  <a:gd name="T7" fmla="*/ 183 h 329"/>
                  <a:gd name="T8" fmla="*/ 148 w 1143"/>
                  <a:gd name="T9" fmla="*/ 0 h 329"/>
                  <a:gd name="T10" fmla="*/ 889 w 1143"/>
                  <a:gd name="T11" fmla="*/ 0 h 329"/>
                  <a:gd name="T12" fmla="*/ 571 w 1143"/>
                  <a:gd name="T13" fmla="*/ 55 h 329"/>
                  <a:gd name="T14" fmla="*/ 1143 w 1143"/>
                  <a:gd name="T15" fmla="*/ 256 h 32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29">
                    <a:moveTo>
                      <a:pt x="1143" y="256"/>
                    </a:moveTo>
                    <a:lnTo>
                      <a:pt x="889" y="329"/>
                    </a:lnTo>
                    <a:lnTo>
                      <a:pt x="296" y="110"/>
                    </a:lnTo>
                    <a:lnTo>
                      <a:pt x="0" y="183"/>
                    </a:lnTo>
                    <a:lnTo>
                      <a:pt x="148" y="0"/>
                    </a:lnTo>
                    <a:lnTo>
                      <a:pt x="889" y="0"/>
                    </a:lnTo>
                    <a:lnTo>
                      <a:pt x="571" y="55"/>
                    </a:lnTo>
                    <a:lnTo>
                      <a:pt x="1143" y="25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grpSp>
        <p:sp>
          <p:nvSpPr>
            <p:cNvPr id="635" name="Freeform 189"/>
            <p:cNvSpPr>
              <a:spLocks noChangeAspect="1"/>
            </p:cNvSpPr>
            <p:nvPr/>
          </p:nvSpPr>
          <p:spPr bwMode="auto">
            <a:xfrm>
              <a:off x="2972" y="1646"/>
              <a:ext cx="297" cy="85"/>
            </a:xfrm>
            <a:custGeom>
              <a:avLst/>
              <a:gdLst>
                <a:gd name="T0" fmla="*/ 0 w 1144"/>
                <a:gd name="T1" fmla="*/ 255 h 328"/>
                <a:gd name="T2" fmla="*/ 254 w 1144"/>
                <a:gd name="T3" fmla="*/ 328 h 328"/>
                <a:gd name="T4" fmla="*/ 868 w 1144"/>
                <a:gd name="T5" fmla="*/ 110 h 328"/>
                <a:gd name="T6" fmla="*/ 1144 w 1144"/>
                <a:gd name="T7" fmla="*/ 183 h 328"/>
                <a:gd name="T8" fmla="*/ 995 w 1144"/>
                <a:gd name="T9" fmla="*/ 0 h 328"/>
                <a:gd name="T10" fmla="*/ 276 w 1144"/>
                <a:gd name="T11" fmla="*/ 0 h 328"/>
                <a:gd name="T12" fmla="*/ 572 w 1144"/>
                <a:gd name="T13" fmla="*/ 55 h 328"/>
                <a:gd name="T14" fmla="*/ 0 w 1144"/>
                <a:gd name="T15" fmla="*/ 255 h 3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4" h="328">
                  <a:moveTo>
                    <a:pt x="0" y="255"/>
                  </a:moveTo>
                  <a:lnTo>
                    <a:pt x="254" y="328"/>
                  </a:lnTo>
                  <a:lnTo>
                    <a:pt x="868" y="110"/>
                  </a:lnTo>
                  <a:lnTo>
                    <a:pt x="1144" y="183"/>
                  </a:lnTo>
                  <a:lnTo>
                    <a:pt x="995" y="0"/>
                  </a:lnTo>
                  <a:lnTo>
                    <a:pt x="276" y="0"/>
                  </a:lnTo>
                  <a:lnTo>
                    <a:pt x="572" y="55"/>
                  </a:lnTo>
                  <a:lnTo>
                    <a:pt x="0" y="25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36" name="Freeform 190"/>
            <p:cNvSpPr>
              <a:spLocks noChangeAspect="1"/>
            </p:cNvSpPr>
            <p:nvPr/>
          </p:nvSpPr>
          <p:spPr bwMode="auto">
            <a:xfrm>
              <a:off x="2647" y="1745"/>
              <a:ext cx="297" cy="90"/>
            </a:xfrm>
            <a:custGeom>
              <a:avLst/>
              <a:gdLst>
                <a:gd name="T0" fmla="*/ 1144 w 1144"/>
                <a:gd name="T1" fmla="*/ 73 h 347"/>
                <a:gd name="T2" fmla="*/ 890 w 1144"/>
                <a:gd name="T3" fmla="*/ 0 h 347"/>
                <a:gd name="T4" fmla="*/ 297 w 1144"/>
                <a:gd name="T5" fmla="*/ 219 h 347"/>
                <a:gd name="T6" fmla="*/ 0 w 1144"/>
                <a:gd name="T7" fmla="*/ 146 h 347"/>
                <a:gd name="T8" fmla="*/ 149 w 1144"/>
                <a:gd name="T9" fmla="*/ 347 h 347"/>
                <a:gd name="T10" fmla="*/ 890 w 1144"/>
                <a:gd name="T11" fmla="*/ 347 h 347"/>
                <a:gd name="T12" fmla="*/ 572 w 1144"/>
                <a:gd name="T13" fmla="*/ 274 h 347"/>
                <a:gd name="T14" fmla="*/ 1144 w 1144"/>
                <a:gd name="T15" fmla="*/ 73 h 34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4" h="347">
                  <a:moveTo>
                    <a:pt x="1144" y="73"/>
                  </a:moveTo>
                  <a:lnTo>
                    <a:pt x="890" y="0"/>
                  </a:lnTo>
                  <a:lnTo>
                    <a:pt x="297" y="219"/>
                  </a:lnTo>
                  <a:lnTo>
                    <a:pt x="0" y="146"/>
                  </a:lnTo>
                  <a:lnTo>
                    <a:pt x="149" y="347"/>
                  </a:lnTo>
                  <a:lnTo>
                    <a:pt x="890" y="347"/>
                  </a:lnTo>
                  <a:lnTo>
                    <a:pt x="572" y="274"/>
                  </a:lnTo>
                  <a:lnTo>
                    <a:pt x="1144" y="7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37" name="Freeform 191"/>
            <p:cNvSpPr>
              <a:spLocks noChangeAspect="1"/>
            </p:cNvSpPr>
            <p:nvPr/>
          </p:nvSpPr>
          <p:spPr bwMode="auto">
            <a:xfrm>
              <a:off x="2664" y="1641"/>
              <a:ext cx="297" cy="85"/>
            </a:xfrm>
            <a:custGeom>
              <a:avLst/>
              <a:gdLst>
                <a:gd name="T0" fmla="*/ 0 w 1143"/>
                <a:gd name="T1" fmla="*/ 73 h 328"/>
                <a:gd name="T2" fmla="*/ 254 w 1143"/>
                <a:gd name="T3" fmla="*/ 0 h 328"/>
                <a:gd name="T4" fmla="*/ 868 w 1143"/>
                <a:gd name="T5" fmla="*/ 201 h 328"/>
                <a:gd name="T6" fmla="*/ 1143 w 1143"/>
                <a:gd name="T7" fmla="*/ 146 h 328"/>
                <a:gd name="T8" fmla="*/ 995 w 1143"/>
                <a:gd name="T9" fmla="*/ 328 h 328"/>
                <a:gd name="T10" fmla="*/ 275 w 1143"/>
                <a:gd name="T11" fmla="*/ 328 h 328"/>
                <a:gd name="T12" fmla="*/ 572 w 1143"/>
                <a:gd name="T13" fmla="*/ 273 h 328"/>
                <a:gd name="T14" fmla="*/ 0 w 1143"/>
                <a:gd name="T15" fmla="*/ 73 h 3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28">
                  <a:moveTo>
                    <a:pt x="0" y="73"/>
                  </a:moveTo>
                  <a:lnTo>
                    <a:pt x="254" y="0"/>
                  </a:lnTo>
                  <a:lnTo>
                    <a:pt x="868" y="201"/>
                  </a:lnTo>
                  <a:lnTo>
                    <a:pt x="1143" y="146"/>
                  </a:lnTo>
                  <a:lnTo>
                    <a:pt x="995" y="328"/>
                  </a:lnTo>
                  <a:lnTo>
                    <a:pt x="275" y="328"/>
                  </a:lnTo>
                  <a:lnTo>
                    <a:pt x="572" y="273"/>
                  </a:lnTo>
                  <a:lnTo>
                    <a:pt x="0" y="7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38" name="Freeform 192"/>
            <p:cNvSpPr>
              <a:spLocks noChangeAspect="1"/>
            </p:cNvSpPr>
            <p:nvPr/>
          </p:nvSpPr>
          <p:spPr bwMode="auto">
            <a:xfrm>
              <a:off x="2961" y="1755"/>
              <a:ext cx="297" cy="85"/>
            </a:xfrm>
            <a:custGeom>
              <a:avLst/>
              <a:gdLst>
                <a:gd name="T0" fmla="*/ 1143 w 1143"/>
                <a:gd name="T1" fmla="*/ 255 h 328"/>
                <a:gd name="T2" fmla="*/ 889 w 1143"/>
                <a:gd name="T3" fmla="*/ 328 h 328"/>
                <a:gd name="T4" fmla="*/ 296 w 1143"/>
                <a:gd name="T5" fmla="*/ 109 h 328"/>
                <a:gd name="T6" fmla="*/ 0 w 1143"/>
                <a:gd name="T7" fmla="*/ 182 h 328"/>
                <a:gd name="T8" fmla="*/ 148 w 1143"/>
                <a:gd name="T9" fmla="*/ 0 h 328"/>
                <a:gd name="T10" fmla="*/ 889 w 1143"/>
                <a:gd name="T11" fmla="*/ 0 h 328"/>
                <a:gd name="T12" fmla="*/ 572 w 1143"/>
                <a:gd name="T13" fmla="*/ 54 h 328"/>
                <a:gd name="T14" fmla="*/ 1143 w 1143"/>
                <a:gd name="T15" fmla="*/ 255 h 3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28">
                  <a:moveTo>
                    <a:pt x="1143" y="255"/>
                  </a:moveTo>
                  <a:lnTo>
                    <a:pt x="889" y="328"/>
                  </a:lnTo>
                  <a:lnTo>
                    <a:pt x="296" y="109"/>
                  </a:lnTo>
                  <a:lnTo>
                    <a:pt x="0" y="182"/>
                  </a:lnTo>
                  <a:lnTo>
                    <a:pt x="148" y="0"/>
                  </a:lnTo>
                  <a:lnTo>
                    <a:pt x="889" y="0"/>
                  </a:lnTo>
                  <a:lnTo>
                    <a:pt x="572" y="54"/>
                  </a:lnTo>
                  <a:lnTo>
                    <a:pt x="1143" y="25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39" name="Line 193"/>
            <p:cNvSpPr>
              <a:spLocks noChangeAspect="1" noChangeShapeType="1"/>
            </p:cNvSpPr>
            <p:nvPr/>
          </p:nvSpPr>
          <p:spPr bwMode="auto">
            <a:xfrm>
              <a:off x="2519" y="1755"/>
              <a:ext cx="0" cy="189"/>
            </a:xfrm>
            <a:prstGeom prst="line">
              <a:avLst/>
            </a:prstGeom>
            <a:noFill/>
            <a:ln w="12700">
              <a:solidFill>
                <a:srgbClr val="00B0AC"/>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640" name="Line 194"/>
            <p:cNvSpPr>
              <a:spLocks noChangeAspect="1" noChangeShapeType="1"/>
            </p:cNvSpPr>
            <p:nvPr/>
          </p:nvSpPr>
          <p:spPr bwMode="auto">
            <a:xfrm>
              <a:off x="3422" y="1753"/>
              <a:ext cx="0" cy="189"/>
            </a:xfrm>
            <a:prstGeom prst="line">
              <a:avLst/>
            </a:prstGeom>
            <a:noFill/>
            <a:ln w="12700">
              <a:solidFill>
                <a:srgbClr val="009999"/>
              </a:solidFill>
              <a:round/>
              <a:headEnd/>
              <a:tailEnd/>
            </a:ln>
            <a:extLst>
              <a:ext uri="{909E8E84-426E-40DD-AFC4-6F175D3DCCD1}">
                <a14:hiddenFill xmlns:a14="http://schemas.microsoft.com/office/drawing/2010/main">
                  <a:noFill/>
                </a14:hiddenFill>
              </a:ext>
            </a:extLst>
          </p:spPr>
          <p:txBody>
            <a:bodyPr/>
            <a:lstStyle/>
            <a:p>
              <a:endParaRPr lang="fr-FR"/>
            </a:p>
          </p:txBody>
        </p:sp>
      </p:grpSp>
      <p:sp>
        <p:nvSpPr>
          <p:cNvPr id="649" name="Text Box 195"/>
          <p:cNvSpPr txBox="1">
            <a:spLocks noChangeArrowheads="1"/>
          </p:cNvSpPr>
          <p:nvPr/>
        </p:nvSpPr>
        <p:spPr bwMode="auto">
          <a:xfrm>
            <a:off x="1544733" y="4226313"/>
            <a:ext cx="476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fr-FR" b="1"/>
              <a:t>R1</a:t>
            </a:r>
          </a:p>
        </p:txBody>
      </p:sp>
      <p:sp>
        <p:nvSpPr>
          <p:cNvPr id="650" name="Oval 196"/>
          <p:cNvSpPr>
            <a:spLocks noChangeArrowheads="1"/>
          </p:cNvSpPr>
          <p:nvPr/>
        </p:nvSpPr>
        <p:spPr bwMode="auto">
          <a:xfrm>
            <a:off x="4827683" y="2340363"/>
            <a:ext cx="2952750" cy="1008062"/>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fr-FR"/>
          </a:p>
        </p:txBody>
      </p:sp>
      <p:sp>
        <p:nvSpPr>
          <p:cNvPr id="651" name="Oval 197"/>
          <p:cNvSpPr>
            <a:spLocks noChangeArrowheads="1"/>
          </p:cNvSpPr>
          <p:nvPr/>
        </p:nvSpPr>
        <p:spPr bwMode="auto">
          <a:xfrm>
            <a:off x="7689945" y="2988063"/>
            <a:ext cx="1008063" cy="2952750"/>
          </a:xfrm>
          <a:prstGeom prst="ellipse">
            <a:avLst/>
          </a:prstGeom>
          <a:noFill/>
          <a:ln w="95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fr-FR"/>
          </a:p>
        </p:txBody>
      </p:sp>
      <p:sp>
        <p:nvSpPr>
          <p:cNvPr id="652" name="Oval 198"/>
          <p:cNvSpPr>
            <a:spLocks noChangeArrowheads="1"/>
          </p:cNvSpPr>
          <p:nvPr/>
        </p:nvSpPr>
        <p:spPr bwMode="auto">
          <a:xfrm>
            <a:off x="4827683" y="5364550"/>
            <a:ext cx="2952750" cy="1008063"/>
          </a:xfrm>
          <a:prstGeom prst="ellipse">
            <a:avLst/>
          </a:prstGeom>
          <a:noFill/>
          <a:ln w="9525">
            <a:solidFill>
              <a:srgbClr val="33CC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fr-FR"/>
          </a:p>
        </p:txBody>
      </p:sp>
      <p:sp>
        <p:nvSpPr>
          <p:cNvPr id="653" name="Line 199"/>
          <p:cNvSpPr>
            <a:spLocks noChangeShapeType="1"/>
          </p:cNvSpPr>
          <p:nvPr/>
        </p:nvSpPr>
        <p:spPr bwMode="auto">
          <a:xfrm flipV="1">
            <a:off x="6340570" y="3027750"/>
            <a:ext cx="647700" cy="68103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fr-FR"/>
          </a:p>
        </p:txBody>
      </p:sp>
      <p:sp>
        <p:nvSpPr>
          <p:cNvPr id="654" name="Line 200"/>
          <p:cNvSpPr>
            <a:spLocks noChangeShapeType="1"/>
          </p:cNvSpPr>
          <p:nvPr/>
        </p:nvSpPr>
        <p:spPr bwMode="auto">
          <a:xfrm>
            <a:off x="6916833" y="4356488"/>
            <a:ext cx="10795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fr-FR"/>
          </a:p>
        </p:txBody>
      </p:sp>
      <p:grpSp>
        <p:nvGrpSpPr>
          <p:cNvPr id="655" name="Group 201"/>
          <p:cNvGrpSpPr>
            <a:grpSpLocks noChangeAspect="1"/>
          </p:cNvGrpSpPr>
          <p:nvPr/>
        </p:nvGrpSpPr>
        <p:grpSpPr bwMode="auto">
          <a:xfrm>
            <a:off x="4827683" y="3637350"/>
            <a:ext cx="2374900" cy="1017588"/>
            <a:chOff x="2835" y="1389"/>
            <a:chExt cx="1316" cy="563"/>
          </a:xfrm>
        </p:grpSpPr>
        <p:sp>
          <p:nvSpPr>
            <p:cNvPr id="656" name="AutoShape 202"/>
            <p:cNvSpPr>
              <a:spLocks noChangeAspect="1" noChangeArrowheads="1" noTextEdit="1"/>
            </p:cNvSpPr>
            <p:nvPr/>
          </p:nvSpPr>
          <p:spPr bwMode="auto">
            <a:xfrm>
              <a:off x="2835" y="1389"/>
              <a:ext cx="1316" cy="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657" name="Rectangle 203"/>
            <p:cNvSpPr>
              <a:spLocks noChangeAspect="1" noChangeArrowheads="1"/>
            </p:cNvSpPr>
            <p:nvPr/>
          </p:nvSpPr>
          <p:spPr bwMode="auto">
            <a:xfrm>
              <a:off x="2835" y="1689"/>
              <a:ext cx="998" cy="254"/>
            </a:xfrm>
            <a:prstGeom prst="rect">
              <a:avLst/>
            </a:prstGeom>
            <a:solidFill>
              <a:srgbClr val="0096D5"/>
            </a:solidFill>
            <a:ln w="12700">
              <a:solidFill>
                <a:schemeClr val="tx1"/>
              </a:solidFill>
              <a:miter lim="800000"/>
              <a:headEnd/>
              <a:tailEnd/>
            </a:ln>
          </p:spPr>
          <p:txBody>
            <a:bodyPr/>
            <a:lstStyle/>
            <a:p>
              <a:endParaRPr lang="fr-FR"/>
            </a:p>
          </p:txBody>
        </p:sp>
        <p:sp>
          <p:nvSpPr>
            <p:cNvPr id="658" name="Rectangle 204"/>
            <p:cNvSpPr>
              <a:spLocks noChangeAspect="1" noChangeArrowheads="1"/>
            </p:cNvSpPr>
            <p:nvPr/>
          </p:nvSpPr>
          <p:spPr bwMode="auto">
            <a:xfrm>
              <a:off x="2839" y="1693"/>
              <a:ext cx="990" cy="246"/>
            </a:xfrm>
            <a:prstGeom prst="rect">
              <a:avLst/>
            </a:prstGeom>
            <a:gradFill rotWithShape="1">
              <a:gsLst>
                <a:gs pos="0">
                  <a:srgbClr val="66FFCC"/>
                </a:gs>
                <a:gs pos="100000">
                  <a:srgbClr val="66FFCC">
                    <a:gamma/>
                    <a:shade val="76078"/>
                    <a:invGamma/>
                  </a:srgbClr>
                </a:gs>
              </a:gsLst>
              <a:lin ang="5400000" scaled="1"/>
            </a:gradFill>
            <a:ln w="12700">
              <a:solidFill>
                <a:srgbClr val="009999"/>
              </a:solidFill>
              <a:miter lim="800000"/>
              <a:headEnd/>
              <a:tailEnd/>
            </a:ln>
          </p:spPr>
          <p:txBody>
            <a:bodyPr/>
            <a:lstStyle/>
            <a:p>
              <a:endParaRPr lang="fr-FR"/>
            </a:p>
          </p:txBody>
        </p:sp>
        <p:sp>
          <p:nvSpPr>
            <p:cNvPr id="659" name="Freeform 205"/>
            <p:cNvSpPr>
              <a:spLocks noChangeAspect="1"/>
            </p:cNvSpPr>
            <p:nvPr/>
          </p:nvSpPr>
          <p:spPr bwMode="auto">
            <a:xfrm>
              <a:off x="3833" y="1389"/>
              <a:ext cx="309" cy="554"/>
            </a:xfrm>
            <a:custGeom>
              <a:avLst/>
              <a:gdLst>
                <a:gd name="T0" fmla="*/ 0 w 755"/>
                <a:gd name="T1" fmla="*/ 733 h 1355"/>
                <a:gd name="T2" fmla="*/ 755 w 755"/>
                <a:gd name="T3" fmla="*/ 0 h 1355"/>
                <a:gd name="T4" fmla="*/ 755 w 755"/>
                <a:gd name="T5" fmla="*/ 622 h 1355"/>
                <a:gd name="T6" fmla="*/ 0 w 755"/>
                <a:gd name="T7" fmla="*/ 1355 h 1355"/>
                <a:gd name="T8" fmla="*/ 0 w 755"/>
                <a:gd name="T9" fmla="*/ 733 h 1355"/>
              </a:gdLst>
              <a:ahLst/>
              <a:cxnLst>
                <a:cxn ang="0">
                  <a:pos x="T0" y="T1"/>
                </a:cxn>
                <a:cxn ang="0">
                  <a:pos x="T2" y="T3"/>
                </a:cxn>
                <a:cxn ang="0">
                  <a:pos x="T4" y="T5"/>
                </a:cxn>
                <a:cxn ang="0">
                  <a:pos x="T6" y="T7"/>
                </a:cxn>
                <a:cxn ang="0">
                  <a:pos x="T8" y="T9"/>
                </a:cxn>
              </a:cxnLst>
              <a:rect l="0" t="0" r="r" b="b"/>
              <a:pathLst>
                <a:path w="755" h="1355">
                  <a:moveTo>
                    <a:pt x="0" y="733"/>
                  </a:moveTo>
                  <a:lnTo>
                    <a:pt x="755" y="0"/>
                  </a:lnTo>
                  <a:lnTo>
                    <a:pt x="755" y="622"/>
                  </a:lnTo>
                  <a:lnTo>
                    <a:pt x="0" y="1355"/>
                  </a:lnTo>
                  <a:lnTo>
                    <a:pt x="0" y="733"/>
                  </a:lnTo>
                  <a:close/>
                </a:path>
              </a:pathLst>
            </a:custGeom>
            <a:solidFill>
              <a:srgbClr val="005A80"/>
            </a:solidFill>
            <a:ln w="12700" cmpd="sng">
              <a:solidFill>
                <a:schemeClr val="tx1"/>
              </a:solidFill>
              <a:round/>
              <a:headEnd/>
              <a:tailEnd/>
            </a:ln>
          </p:spPr>
          <p:txBody>
            <a:bodyPr/>
            <a:lstStyle/>
            <a:p>
              <a:endParaRPr lang="fr-FR"/>
            </a:p>
          </p:txBody>
        </p:sp>
        <p:sp>
          <p:nvSpPr>
            <p:cNvPr id="660" name="Freeform 206"/>
            <p:cNvSpPr>
              <a:spLocks noChangeAspect="1"/>
            </p:cNvSpPr>
            <p:nvPr/>
          </p:nvSpPr>
          <p:spPr bwMode="auto">
            <a:xfrm>
              <a:off x="3833" y="1389"/>
              <a:ext cx="309" cy="554"/>
            </a:xfrm>
            <a:custGeom>
              <a:avLst/>
              <a:gdLst>
                <a:gd name="T0" fmla="*/ 0 w 755"/>
                <a:gd name="T1" fmla="*/ 733 h 1355"/>
                <a:gd name="T2" fmla="*/ 755 w 755"/>
                <a:gd name="T3" fmla="*/ 0 h 1355"/>
                <a:gd name="T4" fmla="*/ 755 w 755"/>
                <a:gd name="T5" fmla="*/ 622 h 1355"/>
                <a:gd name="T6" fmla="*/ 0 w 755"/>
                <a:gd name="T7" fmla="*/ 1355 h 1355"/>
                <a:gd name="T8" fmla="*/ 0 w 755"/>
                <a:gd name="T9" fmla="*/ 733 h 1355"/>
              </a:gdLst>
              <a:ahLst/>
              <a:cxnLst>
                <a:cxn ang="0">
                  <a:pos x="T0" y="T1"/>
                </a:cxn>
                <a:cxn ang="0">
                  <a:pos x="T2" y="T3"/>
                </a:cxn>
                <a:cxn ang="0">
                  <a:pos x="T4" y="T5"/>
                </a:cxn>
                <a:cxn ang="0">
                  <a:pos x="T6" y="T7"/>
                </a:cxn>
                <a:cxn ang="0">
                  <a:pos x="T8" y="T9"/>
                </a:cxn>
              </a:cxnLst>
              <a:rect l="0" t="0" r="r" b="b"/>
              <a:pathLst>
                <a:path w="755" h="1355">
                  <a:moveTo>
                    <a:pt x="0" y="733"/>
                  </a:moveTo>
                  <a:lnTo>
                    <a:pt x="755" y="0"/>
                  </a:lnTo>
                  <a:lnTo>
                    <a:pt x="755" y="622"/>
                  </a:lnTo>
                  <a:lnTo>
                    <a:pt x="0" y="1355"/>
                  </a:lnTo>
                  <a:lnTo>
                    <a:pt x="0" y="733"/>
                  </a:lnTo>
                  <a:close/>
                </a:path>
              </a:pathLst>
            </a:custGeom>
            <a:gradFill rotWithShape="1">
              <a:gsLst>
                <a:gs pos="0">
                  <a:srgbClr val="66FFCC"/>
                </a:gs>
                <a:gs pos="100000">
                  <a:srgbClr val="66FFCC">
                    <a:gamma/>
                    <a:shade val="66275"/>
                    <a:invGamma/>
                  </a:srgbClr>
                </a:gs>
              </a:gsLst>
              <a:lin ang="2700000" scaled="1"/>
            </a:gradFill>
            <a:ln w="12700" cmpd="sng">
              <a:solidFill>
                <a:srgbClr val="009999"/>
              </a:solidFill>
              <a:prstDash val="solid"/>
              <a:round/>
              <a:headEnd/>
              <a:tailEnd/>
            </a:ln>
          </p:spPr>
          <p:txBody>
            <a:bodyPr/>
            <a:lstStyle/>
            <a:p>
              <a:endParaRPr lang="fr-FR"/>
            </a:p>
          </p:txBody>
        </p:sp>
        <p:sp>
          <p:nvSpPr>
            <p:cNvPr id="661" name="Freeform 207"/>
            <p:cNvSpPr>
              <a:spLocks noChangeAspect="1"/>
            </p:cNvSpPr>
            <p:nvPr/>
          </p:nvSpPr>
          <p:spPr bwMode="auto">
            <a:xfrm>
              <a:off x="2835" y="1389"/>
              <a:ext cx="1307" cy="300"/>
            </a:xfrm>
            <a:custGeom>
              <a:avLst/>
              <a:gdLst>
                <a:gd name="T0" fmla="*/ 2443 w 3198"/>
                <a:gd name="T1" fmla="*/ 733 h 733"/>
                <a:gd name="T2" fmla="*/ 3198 w 3198"/>
                <a:gd name="T3" fmla="*/ 0 h 733"/>
                <a:gd name="T4" fmla="*/ 755 w 3198"/>
                <a:gd name="T5" fmla="*/ 0 h 733"/>
                <a:gd name="T6" fmla="*/ 0 w 3198"/>
                <a:gd name="T7" fmla="*/ 733 h 733"/>
                <a:gd name="T8" fmla="*/ 2443 w 3198"/>
                <a:gd name="T9" fmla="*/ 733 h 733"/>
              </a:gdLst>
              <a:ahLst/>
              <a:cxnLst>
                <a:cxn ang="0">
                  <a:pos x="T0" y="T1"/>
                </a:cxn>
                <a:cxn ang="0">
                  <a:pos x="T2" y="T3"/>
                </a:cxn>
                <a:cxn ang="0">
                  <a:pos x="T4" y="T5"/>
                </a:cxn>
                <a:cxn ang="0">
                  <a:pos x="T6" y="T7"/>
                </a:cxn>
                <a:cxn ang="0">
                  <a:pos x="T8" y="T9"/>
                </a:cxn>
              </a:cxnLst>
              <a:rect l="0" t="0" r="r" b="b"/>
              <a:pathLst>
                <a:path w="3198" h="733">
                  <a:moveTo>
                    <a:pt x="2443" y="733"/>
                  </a:moveTo>
                  <a:lnTo>
                    <a:pt x="3198" y="0"/>
                  </a:lnTo>
                  <a:lnTo>
                    <a:pt x="755" y="0"/>
                  </a:lnTo>
                  <a:lnTo>
                    <a:pt x="0" y="733"/>
                  </a:lnTo>
                  <a:lnTo>
                    <a:pt x="2443" y="733"/>
                  </a:lnTo>
                  <a:close/>
                </a:path>
              </a:pathLst>
            </a:custGeom>
            <a:solidFill>
              <a:srgbClr val="00B4FF"/>
            </a:solidFill>
            <a:ln w="12700" cmpd="sng">
              <a:solidFill>
                <a:schemeClr val="tx1"/>
              </a:solidFill>
              <a:round/>
              <a:headEnd/>
              <a:tailEnd/>
            </a:ln>
          </p:spPr>
          <p:txBody>
            <a:bodyPr/>
            <a:lstStyle/>
            <a:p>
              <a:endParaRPr lang="fr-FR"/>
            </a:p>
          </p:txBody>
        </p:sp>
        <p:sp>
          <p:nvSpPr>
            <p:cNvPr id="662" name="Freeform 208"/>
            <p:cNvSpPr>
              <a:spLocks noChangeAspect="1"/>
            </p:cNvSpPr>
            <p:nvPr/>
          </p:nvSpPr>
          <p:spPr bwMode="auto">
            <a:xfrm>
              <a:off x="2835" y="1389"/>
              <a:ext cx="1307" cy="300"/>
            </a:xfrm>
            <a:custGeom>
              <a:avLst/>
              <a:gdLst>
                <a:gd name="T0" fmla="*/ 2443 w 3198"/>
                <a:gd name="T1" fmla="*/ 733 h 733"/>
                <a:gd name="T2" fmla="*/ 3198 w 3198"/>
                <a:gd name="T3" fmla="*/ 0 h 733"/>
                <a:gd name="T4" fmla="*/ 755 w 3198"/>
                <a:gd name="T5" fmla="*/ 0 h 733"/>
                <a:gd name="T6" fmla="*/ 0 w 3198"/>
                <a:gd name="T7" fmla="*/ 733 h 733"/>
                <a:gd name="T8" fmla="*/ 2443 w 3198"/>
                <a:gd name="T9" fmla="*/ 733 h 733"/>
              </a:gdLst>
              <a:ahLst/>
              <a:cxnLst>
                <a:cxn ang="0">
                  <a:pos x="T0" y="T1"/>
                </a:cxn>
                <a:cxn ang="0">
                  <a:pos x="T2" y="T3"/>
                </a:cxn>
                <a:cxn ang="0">
                  <a:pos x="T4" y="T5"/>
                </a:cxn>
                <a:cxn ang="0">
                  <a:pos x="T6" y="T7"/>
                </a:cxn>
                <a:cxn ang="0">
                  <a:pos x="T8" y="T9"/>
                </a:cxn>
              </a:cxnLst>
              <a:rect l="0" t="0" r="r" b="b"/>
              <a:pathLst>
                <a:path w="3198" h="733">
                  <a:moveTo>
                    <a:pt x="2443" y="733"/>
                  </a:moveTo>
                  <a:lnTo>
                    <a:pt x="3198" y="0"/>
                  </a:lnTo>
                  <a:lnTo>
                    <a:pt x="755" y="0"/>
                  </a:lnTo>
                  <a:lnTo>
                    <a:pt x="0" y="733"/>
                  </a:lnTo>
                  <a:lnTo>
                    <a:pt x="2443" y="733"/>
                  </a:lnTo>
                  <a:close/>
                </a:path>
              </a:pathLst>
            </a:custGeom>
            <a:solidFill>
              <a:srgbClr val="66FFCC"/>
            </a:solidFill>
            <a:ln w="12700" cmpd="sng">
              <a:solidFill>
                <a:srgbClr val="009999"/>
              </a:solidFill>
              <a:prstDash val="solid"/>
              <a:round/>
              <a:headEnd/>
              <a:tailEnd/>
            </a:ln>
          </p:spPr>
          <p:txBody>
            <a:bodyPr/>
            <a:lstStyle/>
            <a:p>
              <a:endParaRPr lang="fr-FR"/>
            </a:p>
          </p:txBody>
        </p:sp>
        <p:grpSp>
          <p:nvGrpSpPr>
            <p:cNvPr id="663" name="Group 209"/>
            <p:cNvGrpSpPr>
              <a:grpSpLocks noChangeAspect="1"/>
            </p:cNvGrpSpPr>
            <p:nvPr/>
          </p:nvGrpSpPr>
          <p:grpSpPr bwMode="auto">
            <a:xfrm>
              <a:off x="2980" y="1418"/>
              <a:ext cx="999" cy="264"/>
              <a:chOff x="513" y="95"/>
              <a:chExt cx="2443" cy="644"/>
            </a:xfrm>
          </p:grpSpPr>
          <p:sp>
            <p:nvSpPr>
              <p:cNvPr id="680" name="Freeform 210"/>
              <p:cNvSpPr>
                <a:spLocks noChangeAspect="1"/>
              </p:cNvSpPr>
              <p:nvPr/>
            </p:nvSpPr>
            <p:spPr bwMode="auto">
              <a:xfrm>
                <a:off x="1601" y="406"/>
                <a:ext cx="1044" cy="244"/>
              </a:xfrm>
              <a:custGeom>
                <a:avLst/>
                <a:gdLst>
                  <a:gd name="T0" fmla="*/ 89 w 1044"/>
                  <a:gd name="T1" fmla="*/ 45 h 244"/>
                  <a:gd name="T2" fmla="*/ 0 w 1044"/>
                  <a:gd name="T3" fmla="*/ 133 h 244"/>
                  <a:gd name="T4" fmla="*/ 622 w 1044"/>
                  <a:gd name="T5" fmla="*/ 133 h 244"/>
                  <a:gd name="T6" fmla="*/ 533 w 1044"/>
                  <a:gd name="T7" fmla="*/ 244 h 244"/>
                  <a:gd name="T8" fmla="*/ 1044 w 1044"/>
                  <a:gd name="T9" fmla="*/ 111 h 244"/>
                  <a:gd name="T10" fmla="*/ 778 w 1044"/>
                  <a:gd name="T11" fmla="*/ 0 h 244"/>
                  <a:gd name="T12" fmla="*/ 711 w 1044"/>
                  <a:gd name="T13" fmla="*/ 45 h 244"/>
                  <a:gd name="T14" fmla="*/ 89 w 1044"/>
                  <a:gd name="T15" fmla="*/ 45 h 2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4" h="244">
                    <a:moveTo>
                      <a:pt x="89" y="45"/>
                    </a:moveTo>
                    <a:lnTo>
                      <a:pt x="0" y="133"/>
                    </a:lnTo>
                    <a:lnTo>
                      <a:pt x="622" y="133"/>
                    </a:lnTo>
                    <a:lnTo>
                      <a:pt x="533" y="244"/>
                    </a:lnTo>
                    <a:lnTo>
                      <a:pt x="1044" y="111"/>
                    </a:lnTo>
                    <a:lnTo>
                      <a:pt x="778" y="0"/>
                    </a:lnTo>
                    <a:lnTo>
                      <a:pt x="711" y="45"/>
                    </a:lnTo>
                    <a:lnTo>
                      <a:pt x="89" y="45"/>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81" name="Freeform 211"/>
              <p:cNvSpPr>
                <a:spLocks noChangeAspect="1"/>
              </p:cNvSpPr>
              <p:nvPr/>
            </p:nvSpPr>
            <p:spPr bwMode="auto">
              <a:xfrm>
                <a:off x="1601" y="406"/>
                <a:ext cx="1044" cy="244"/>
              </a:xfrm>
              <a:custGeom>
                <a:avLst/>
                <a:gdLst>
                  <a:gd name="T0" fmla="*/ 89 w 1044"/>
                  <a:gd name="T1" fmla="*/ 45 h 244"/>
                  <a:gd name="T2" fmla="*/ 0 w 1044"/>
                  <a:gd name="T3" fmla="*/ 133 h 244"/>
                  <a:gd name="T4" fmla="*/ 622 w 1044"/>
                  <a:gd name="T5" fmla="*/ 133 h 244"/>
                  <a:gd name="T6" fmla="*/ 533 w 1044"/>
                  <a:gd name="T7" fmla="*/ 244 h 244"/>
                  <a:gd name="T8" fmla="*/ 1044 w 1044"/>
                  <a:gd name="T9" fmla="*/ 111 h 244"/>
                  <a:gd name="T10" fmla="*/ 778 w 1044"/>
                  <a:gd name="T11" fmla="*/ 0 h 244"/>
                  <a:gd name="T12" fmla="*/ 711 w 1044"/>
                  <a:gd name="T13" fmla="*/ 45 h 244"/>
                  <a:gd name="T14" fmla="*/ 89 w 1044"/>
                  <a:gd name="T15" fmla="*/ 45 h 2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4" h="244">
                    <a:moveTo>
                      <a:pt x="89" y="45"/>
                    </a:moveTo>
                    <a:lnTo>
                      <a:pt x="0" y="133"/>
                    </a:lnTo>
                    <a:lnTo>
                      <a:pt x="622" y="133"/>
                    </a:lnTo>
                    <a:lnTo>
                      <a:pt x="533" y="244"/>
                    </a:lnTo>
                    <a:lnTo>
                      <a:pt x="1044" y="111"/>
                    </a:lnTo>
                    <a:lnTo>
                      <a:pt x="778" y="0"/>
                    </a:lnTo>
                    <a:lnTo>
                      <a:pt x="711" y="45"/>
                    </a:lnTo>
                    <a:lnTo>
                      <a:pt x="89" y="45"/>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82" name="Freeform 212"/>
              <p:cNvSpPr>
                <a:spLocks noChangeAspect="1"/>
              </p:cNvSpPr>
              <p:nvPr/>
            </p:nvSpPr>
            <p:spPr bwMode="auto">
              <a:xfrm>
                <a:off x="1912" y="95"/>
                <a:ext cx="1044" cy="267"/>
              </a:xfrm>
              <a:custGeom>
                <a:avLst/>
                <a:gdLst>
                  <a:gd name="T0" fmla="*/ 89 w 1044"/>
                  <a:gd name="T1" fmla="*/ 67 h 267"/>
                  <a:gd name="T2" fmla="*/ 0 w 1044"/>
                  <a:gd name="T3" fmla="*/ 156 h 267"/>
                  <a:gd name="T4" fmla="*/ 622 w 1044"/>
                  <a:gd name="T5" fmla="*/ 156 h 267"/>
                  <a:gd name="T6" fmla="*/ 511 w 1044"/>
                  <a:gd name="T7" fmla="*/ 267 h 267"/>
                  <a:gd name="T8" fmla="*/ 1044 w 1044"/>
                  <a:gd name="T9" fmla="*/ 111 h 267"/>
                  <a:gd name="T10" fmla="*/ 755 w 1044"/>
                  <a:gd name="T11" fmla="*/ 0 h 267"/>
                  <a:gd name="T12" fmla="*/ 711 w 1044"/>
                  <a:gd name="T13" fmla="*/ 67 h 267"/>
                  <a:gd name="T14" fmla="*/ 89 w 1044"/>
                  <a:gd name="T15" fmla="*/ 67 h 2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4" h="267">
                    <a:moveTo>
                      <a:pt x="89" y="67"/>
                    </a:moveTo>
                    <a:lnTo>
                      <a:pt x="0" y="156"/>
                    </a:lnTo>
                    <a:lnTo>
                      <a:pt x="622" y="156"/>
                    </a:lnTo>
                    <a:lnTo>
                      <a:pt x="511" y="267"/>
                    </a:lnTo>
                    <a:lnTo>
                      <a:pt x="1044" y="111"/>
                    </a:lnTo>
                    <a:lnTo>
                      <a:pt x="755" y="0"/>
                    </a:lnTo>
                    <a:lnTo>
                      <a:pt x="711" y="67"/>
                    </a:lnTo>
                    <a:lnTo>
                      <a:pt x="89" y="6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83" name="Freeform 213"/>
              <p:cNvSpPr>
                <a:spLocks noChangeAspect="1"/>
              </p:cNvSpPr>
              <p:nvPr/>
            </p:nvSpPr>
            <p:spPr bwMode="auto">
              <a:xfrm>
                <a:off x="1912" y="95"/>
                <a:ext cx="1044" cy="267"/>
              </a:xfrm>
              <a:custGeom>
                <a:avLst/>
                <a:gdLst>
                  <a:gd name="T0" fmla="*/ 89 w 1044"/>
                  <a:gd name="T1" fmla="*/ 67 h 267"/>
                  <a:gd name="T2" fmla="*/ 0 w 1044"/>
                  <a:gd name="T3" fmla="*/ 156 h 267"/>
                  <a:gd name="T4" fmla="*/ 622 w 1044"/>
                  <a:gd name="T5" fmla="*/ 156 h 267"/>
                  <a:gd name="T6" fmla="*/ 511 w 1044"/>
                  <a:gd name="T7" fmla="*/ 267 h 267"/>
                  <a:gd name="T8" fmla="*/ 1044 w 1044"/>
                  <a:gd name="T9" fmla="*/ 111 h 267"/>
                  <a:gd name="T10" fmla="*/ 755 w 1044"/>
                  <a:gd name="T11" fmla="*/ 0 h 267"/>
                  <a:gd name="T12" fmla="*/ 711 w 1044"/>
                  <a:gd name="T13" fmla="*/ 67 h 267"/>
                  <a:gd name="T14" fmla="*/ 89 w 1044"/>
                  <a:gd name="T15" fmla="*/ 67 h 2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4" h="267">
                    <a:moveTo>
                      <a:pt x="89" y="67"/>
                    </a:moveTo>
                    <a:lnTo>
                      <a:pt x="0" y="156"/>
                    </a:lnTo>
                    <a:lnTo>
                      <a:pt x="622" y="156"/>
                    </a:lnTo>
                    <a:lnTo>
                      <a:pt x="511" y="267"/>
                    </a:lnTo>
                    <a:lnTo>
                      <a:pt x="1044" y="111"/>
                    </a:lnTo>
                    <a:lnTo>
                      <a:pt x="755" y="0"/>
                    </a:lnTo>
                    <a:lnTo>
                      <a:pt x="711" y="67"/>
                    </a:lnTo>
                    <a:lnTo>
                      <a:pt x="89" y="6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84" name="Freeform 214"/>
              <p:cNvSpPr>
                <a:spLocks noChangeAspect="1"/>
              </p:cNvSpPr>
              <p:nvPr/>
            </p:nvSpPr>
            <p:spPr bwMode="auto">
              <a:xfrm>
                <a:off x="513" y="495"/>
                <a:ext cx="1044" cy="244"/>
              </a:xfrm>
              <a:custGeom>
                <a:avLst/>
                <a:gdLst>
                  <a:gd name="T0" fmla="*/ 955 w 1044"/>
                  <a:gd name="T1" fmla="*/ 200 h 244"/>
                  <a:gd name="T2" fmla="*/ 1044 w 1044"/>
                  <a:gd name="T3" fmla="*/ 111 h 244"/>
                  <a:gd name="T4" fmla="*/ 400 w 1044"/>
                  <a:gd name="T5" fmla="*/ 111 h 244"/>
                  <a:gd name="T6" fmla="*/ 511 w 1044"/>
                  <a:gd name="T7" fmla="*/ 0 h 244"/>
                  <a:gd name="T8" fmla="*/ 0 w 1044"/>
                  <a:gd name="T9" fmla="*/ 133 h 244"/>
                  <a:gd name="T10" fmla="*/ 267 w 1044"/>
                  <a:gd name="T11" fmla="*/ 244 h 244"/>
                  <a:gd name="T12" fmla="*/ 311 w 1044"/>
                  <a:gd name="T13" fmla="*/ 200 h 244"/>
                  <a:gd name="T14" fmla="*/ 955 w 1044"/>
                  <a:gd name="T15" fmla="*/ 200 h 2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4" h="244">
                    <a:moveTo>
                      <a:pt x="955" y="200"/>
                    </a:moveTo>
                    <a:lnTo>
                      <a:pt x="1044" y="111"/>
                    </a:lnTo>
                    <a:lnTo>
                      <a:pt x="400" y="111"/>
                    </a:lnTo>
                    <a:lnTo>
                      <a:pt x="511" y="0"/>
                    </a:lnTo>
                    <a:lnTo>
                      <a:pt x="0" y="133"/>
                    </a:lnTo>
                    <a:lnTo>
                      <a:pt x="267" y="244"/>
                    </a:lnTo>
                    <a:lnTo>
                      <a:pt x="311" y="200"/>
                    </a:lnTo>
                    <a:lnTo>
                      <a:pt x="955" y="20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85" name="Freeform 215"/>
              <p:cNvSpPr>
                <a:spLocks noChangeAspect="1"/>
              </p:cNvSpPr>
              <p:nvPr/>
            </p:nvSpPr>
            <p:spPr bwMode="auto">
              <a:xfrm>
                <a:off x="513" y="495"/>
                <a:ext cx="1044" cy="244"/>
              </a:xfrm>
              <a:custGeom>
                <a:avLst/>
                <a:gdLst>
                  <a:gd name="T0" fmla="*/ 955 w 1044"/>
                  <a:gd name="T1" fmla="*/ 200 h 244"/>
                  <a:gd name="T2" fmla="*/ 1044 w 1044"/>
                  <a:gd name="T3" fmla="*/ 111 h 244"/>
                  <a:gd name="T4" fmla="*/ 400 w 1044"/>
                  <a:gd name="T5" fmla="*/ 111 h 244"/>
                  <a:gd name="T6" fmla="*/ 511 w 1044"/>
                  <a:gd name="T7" fmla="*/ 0 h 244"/>
                  <a:gd name="T8" fmla="*/ 0 w 1044"/>
                  <a:gd name="T9" fmla="*/ 133 h 244"/>
                  <a:gd name="T10" fmla="*/ 267 w 1044"/>
                  <a:gd name="T11" fmla="*/ 244 h 244"/>
                  <a:gd name="T12" fmla="*/ 311 w 1044"/>
                  <a:gd name="T13" fmla="*/ 200 h 244"/>
                  <a:gd name="T14" fmla="*/ 955 w 1044"/>
                  <a:gd name="T15" fmla="*/ 200 h 2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4" h="244">
                    <a:moveTo>
                      <a:pt x="955" y="200"/>
                    </a:moveTo>
                    <a:lnTo>
                      <a:pt x="1044" y="111"/>
                    </a:lnTo>
                    <a:lnTo>
                      <a:pt x="400" y="111"/>
                    </a:lnTo>
                    <a:lnTo>
                      <a:pt x="511" y="0"/>
                    </a:lnTo>
                    <a:lnTo>
                      <a:pt x="0" y="133"/>
                    </a:lnTo>
                    <a:lnTo>
                      <a:pt x="267" y="244"/>
                    </a:lnTo>
                    <a:lnTo>
                      <a:pt x="311" y="200"/>
                    </a:lnTo>
                    <a:lnTo>
                      <a:pt x="955" y="20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86" name="Freeform 216"/>
              <p:cNvSpPr>
                <a:spLocks noChangeAspect="1"/>
              </p:cNvSpPr>
              <p:nvPr/>
            </p:nvSpPr>
            <p:spPr bwMode="auto">
              <a:xfrm>
                <a:off x="802" y="184"/>
                <a:ext cx="1044" cy="267"/>
              </a:xfrm>
              <a:custGeom>
                <a:avLst/>
                <a:gdLst>
                  <a:gd name="T0" fmla="*/ 955 w 1044"/>
                  <a:gd name="T1" fmla="*/ 200 h 267"/>
                  <a:gd name="T2" fmla="*/ 1044 w 1044"/>
                  <a:gd name="T3" fmla="*/ 111 h 267"/>
                  <a:gd name="T4" fmla="*/ 422 w 1044"/>
                  <a:gd name="T5" fmla="*/ 111 h 267"/>
                  <a:gd name="T6" fmla="*/ 533 w 1044"/>
                  <a:gd name="T7" fmla="*/ 0 h 267"/>
                  <a:gd name="T8" fmla="*/ 0 w 1044"/>
                  <a:gd name="T9" fmla="*/ 156 h 267"/>
                  <a:gd name="T10" fmla="*/ 289 w 1044"/>
                  <a:gd name="T11" fmla="*/ 267 h 267"/>
                  <a:gd name="T12" fmla="*/ 333 w 1044"/>
                  <a:gd name="T13" fmla="*/ 200 h 267"/>
                  <a:gd name="T14" fmla="*/ 955 w 1044"/>
                  <a:gd name="T15" fmla="*/ 200 h 2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4" h="267">
                    <a:moveTo>
                      <a:pt x="955" y="200"/>
                    </a:moveTo>
                    <a:lnTo>
                      <a:pt x="1044" y="111"/>
                    </a:lnTo>
                    <a:lnTo>
                      <a:pt x="422" y="111"/>
                    </a:lnTo>
                    <a:lnTo>
                      <a:pt x="533" y="0"/>
                    </a:lnTo>
                    <a:lnTo>
                      <a:pt x="0" y="156"/>
                    </a:lnTo>
                    <a:lnTo>
                      <a:pt x="289" y="267"/>
                    </a:lnTo>
                    <a:lnTo>
                      <a:pt x="333" y="200"/>
                    </a:lnTo>
                    <a:lnTo>
                      <a:pt x="955" y="20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87" name="Freeform 217"/>
              <p:cNvSpPr>
                <a:spLocks noChangeAspect="1"/>
              </p:cNvSpPr>
              <p:nvPr/>
            </p:nvSpPr>
            <p:spPr bwMode="auto">
              <a:xfrm>
                <a:off x="802" y="184"/>
                <a:ext cx="1044" cy="267"/>
              </a:xfrm>
              <a:custGeom>
                <a:avLst/>
                <a:gdLst>
                  <a:gd name="T0" fmla="*/ 955 w 1044"/>
                  <a:gd name="T1" fmla="*/ 200 h 267"/>
                  <a:gd name="T2" fmla="*/ 1044 w 1044"/>
                  <a:gd name="T3" fmla="*/ 111 h 267"/>
                  <a:gd name="T4" fmla="*/ 422 w 1044"/>
                  <a:gd name="T5" fmla="*/ 111 h 267"/>
                  <a:gd name="T6" fmla="*/ 533 w 1044"/>
                  <a:gd name="T7" fmla="*/ 0 h 267"/>
                  <a:gd name="T8" fmla="*/ 0 w 1044"/>
                  <a:gd name="T9" fmla="*/ 156 h 267"/>
                  <a:gd name="T10" fmla="*/ 289 w 1044"/>
                  <a:gd name="T11" fmla="*/ 267 h 267"/>
                  <a:gd name="T12" fmla="*/ 333 w 1044"/>
                  <a:gd name="T13" fmla="*/ 200 h 267"/>
                  <a:gd name="T14" fmla="*/ 955 w 1044"/>
                  <a:gd name="T15" fmla="*/ 200 h 2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4" h="267">
                    <a:moveTo>
                      <a:pt x="955" y="200"/>
                    </a:moveTo>
                    <a:lnTo>
                      <a:pt x="1044" y="111"/>
                    </a:lnTo>
                    <a:lnTo>
                      <a:pt x="422" y="111"/>
                    </a:lnTo>
                    <a:lnTo>
                      <a:pt x="533" y="0"/>
                    </a:lnTo>
                    <a:lnTo>
                      <a:pt x="0" y="156"/>
                    </a:lnTo>
                    <a:lnTo>
                      <a:pt x="289" y="267"/>
                    </a:lnTo>
                    <a:lnTo>
                      <a:pt x="333" y="200"/>
                    </a:lnTo>
                    <a:lnTo>
                      <a:pt x="955" y="20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grpSp>
        <p:grpSp>
          <p:nvGrpSpPr>
            <p:cNvPr id="664" name="Group 218"/>
            <p:cNvGrpSpPr>
              <a:grpSpLocks noChangeAspect="1"/>
            </p:cNvGrpSpPr>
            <p:nvPr/>
          </p:nvGrpSpPr>
          <p:grpSpPr bwMode="auto">
            <a:xfrm>
              <a:off x="2989" y="1403"/>
              <a:ext cx="999" cy="264"/>
              <a:chOff x="536" y="117"/>
              <a:chExt cx="2442" cy="645"/>
            </a:xfrm>
          </p:grpSpPr>
          <p:sp>
            <p:nvSpPr>
              <p:cNvPr id="665" name="Freeform 219"/>
              <p:cNvSpPr>
                <a:spLocks noChangeAspect="1"/>
              </p:cNvSpPr>
              <p:nvPr/>
            </p:nvSpPr>
            <p:spPr bwMode="auto">
              <a:xfrm>
                <a:off x="1624" y="428"/>
                <a:ext cx="1043" cy="245"/>
              </a:xfrm>
              <a:custGeom>
                <a:avLst/>
                <a:gdLst>
                  <a:gd name="T0" fmla="*/ 88 w 1043"/>
                  <a:gd name="T1" fmla="*/ 45 h 245"/>
                  <a:gd name="T2" fmla="*/ 0 w 1043"/>
                  <a:gd name="T3" fmla="*/ 134 h 245"/>
                  <a:gd name="T4" fmla="*/ 621 w 1043"/>
                  <a:gd name="T5" fmla="*/ 134 h 245"/>
                  <a:gd name="T6" fmla="*/ 533 w 1043"/>
                  <a:gd name="T7" fmla="*/ 245 h 245"/>
                  <a:gd name="T8" fmla="*/ 1043 w 1043"/>
                  <a:gd name="T9" fmla="*/ 111 h 245"/>
                  <a:gd name="T10" fmla="*/ 777 w 1043"/>
                  <a:gd name="T11" fmla="*/ 0 h 245"/>
                  <a:gd name="T12" fmla="*/ 710 w 1043"/>
                  <a:gd name="T13" fmla="*/ 45 h 245"/>
                  <a:gd name="T14" fmla="*/ 88 w 1043"/>
                  <a:gd name="T15" fmla="*/ 45 h 24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3" h="245">
                    <a:moveTo>
                      <a:pt x="88" y="45"/>
                    </a:moveTo>
                    <a:lnTo>
                      <a:pt x="0" y="134"/>
                    </a:lnTo>
                    <a:lnTo>
                      <a:pt x="621" y="134"/>
                    </a:lnTo>
                    <a:lnTo>
                      <a:pt x="533" y="245"/>
                    </a:lnTo>
                    <a:lnTo>
                      <a:pt x="1043" y="111"/>
                    </a:lnTo>
                    <a:lnTo>
                      <a:pt x="777" y="0"/>
                    </a:lnTo>
                    <a:lnTo>
                      <a:pt x="710" y="45"/>
                    </a:lnTo>
                    <a:lnTo>
                      <a:pt x="88" y="4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66" name="Freeform 220"/>
              <p:cNvSpPr>
                <a:spLocks noChangeAspect="1"/>
              </p:cNvSpPr>
              <p:nvPr/>
            </p:nvSpPr>
            <p:spPr bwMode="auto">
              <a:xfrm>
                <a:off x="1624" y="428"/>
                <a:ext cx="1043" cy="245"/>
              </a:xfrm>
              <a:custGeom>
                <a:avLst/>
                <a:gdLst>
                  <a:gd name="T0" fmla="*/ 88 w 1043"/>
                  <a:gd name="T1" fmla="*/ 45 h 245"/>
                  <a:gd name="T2" fmla="*/ 0 w 1043"/>
                  <a:gd name="T3" fmla="*/ 134 h 245"/>
                  <a:gd name="T4" fmla="*/ 621 w 1043"/>
                  <a:gd name="T5" fmla="*/ 134 h 245"/>
                  <a:gd name="T6" fmla="*/ 533 w 1043"/>
                  <a:gd name="T7" fmla="*/ 245 h 245"/>
                  <a:gd name="T8" fmla="*/ 1043 w 1043"/>
                  <a:gd name="T9" fmla="*/ 111 h 245"/>
                  <a:gd name="T10" fmla="*/ 777 w 1043"/>
                  <a:gd name="T11" fmla="*/ 0 h 245"/>
                  <a:gd name="T12" fmla="*/ 710 w 1043"/>
                  <a:gd name="T13" fmla="*/ 45 h 245"/>
                  <a:gd name="T14" fmla="*/ 88 w 1043"/>
                  <a:gd name="T15" fmla="*/ 45 h 24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3" h="245">
                    <a:moveTo>
                      <a:pt x="88" y="45"/>
                    </a:moveTo>
                    <a:lnTo>
                      <a:pt x="0" y="134"/>
                    </a:lnTo>
                    <a:lnTo>
                      <a:pt x="621" y="134"/>
                    </a:lnTo>
                    <a:lnTo>
                      <a:pt x="533" y="245"/>
                    </a:lnTo>
                    <a:lnTo>
                      <a:pt x="1043" y="111"/>
                    </a:lnTo>
                    <a:lnTo>
                      <a:pt x="777" y="0"/>
                    </a:lnTo>
                    <a:lnTo>
                      <a:pt x="710" y="45"/>
                    </a:lnTo>
                    <a:lnTo>
                      <a:pt x="88" y="4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67" name="Freeform 221"/>
              <p:cNvSpPr>
                <a:spLocks noChangeAspect="1"/>
              </p:cNvSpPr>
              <p:nvPr/>
            </p:nvSpPr>
            <p:spPr bwMode="auto">
              <a:xfrm>
                <a:off x="1935" y="117"/>
                <a:ext cx="1043" cy="267"/>
              </a:xfrm>
              <a:custGeom>
                <a:avLst/>
                <a:gdLst>
                  <a:gd name="T0" fmla="*/ 88 w 1043"/>
                  <a:gd name="T1" fmla="*/ 67 h 267"/>
                  <a:gd name="T2" fmla="*/ 0 w 1043"/>
                  <a:gd name="T3" fmla="*/ 156 h 267"/>
                  <a:gd name="T4" fmla="*/ 621 w 1043"/>
                  <a:gd name="T5" fmla="*/ 156 h 267"/>
                  <a:gd name="T6" fmla="*/ 510 w 1043"/>
                  <a:gd name="T7" fmla="*/ 267 h 267"/>
                  <a:gd name="T8" fmla="*/ 1043 w 1043"/>
                  <a:gd name="T9" fmla="*/ 111 h 267"/>
                  <a:gd name="T10" fmla="*/ 755 w 1043"/>
                  <a:gd name="T11" fmla="*/ 0 h 267"/>
                  <a:gd name="T12" fmla="*/ 710 w 1043"/>
                  <a:gd name="T13" fmla="*/ 67 h 267"/>
                  <a:gd name="T14" fmla="*/ 88 w 1043"/>
                  <a:gd name="T15" fmla="*/ 67 h 2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3" h="267">
                    <a:moveTo>
                      <a:pt x="88" y="67"/>
                    </a:moveTo>
                    <a:lnTo>
                      <a:pt x="0" y="156"/>
                    </a:lnTo>
                    <a:lnTo>
                      <a:pt x="621" y="156"/>
                    </a:lnTo>
                    <a:lnTo>
                      <a:pt x="510" y="267"/>
                    </a:lnTo>
                    <a:lnTo>
                      <a:pt x="1043" y="111"/>
                    </a:lnTo>
                    <a:lnTo>
                      <a:pt x="755" y="0"/>
                    </a:lnTo>
                    <a:lnTo>
                      <a:pt x="710" y="67"/>
                    </a:lnTo>
                    <a:lnTo>
                      <a:pt x="88" y="6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68" name="Freeform 222"/>
              <p:cNvSpPr>
                <a:spLocks noChangeAspect="1"/>
              </p:cNvSpPr>
              <p:nvPr/>
            </p:nvSpPr>
            <p:spPr bwMode="auto">
              <a:xfrm>
                <a:off x="1935" y="117"/>
                <a:ext cx="1043" cy="267"/>
              </a:xfrm>
              <a:custGeom>
                <a:avLst/>
                <a:gdLst>
                  <a:gd name="T0" fmla="*/ 88 w 1043"/>
                  <a:gd name="T1" fmla="*/ 67 h 267"/>
                  <a:gd name="T2" fmla="*/ 0 w 1043"/>
                  <a:gd name="T3" fmla="*/ 156 h 267"/>
                  <a:gd name="T4" fmla="*/ 621 w 1043"/>
                  <a:gd name="T5" fmla="*/ 156 h 267"/>
                  <a:gd name="T6" fmla="*/ 510 w 1043"/>
                  <a:gd name="T7" fmla="*/ 267 h 267"/>
                  <a:gd name="T8" fmla="*/ 1043 w 1043"/>
                  <a:gd name="T9" fmla="*/ 111 h 267"/>
                  <a:gd name="T10" fmla="*/ 755 w 1043"/>
                  <a:gd name="T11" fmla="*/ 0 h 267"/>
                  <a:gd name="T12" fmla="*/ 710 w 1043"/>
                  <a:gd name="T13" fmla="*/ 67 h 267"/>
                  <a:gd name="T14" fmla="*/ 88 w 1043"/>
                  <a:gd name="T15" fmla="*/ 67 h 2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3" h="267">
                    <a:moveTo>
                      <a:pt x="88" y="67"/>
                    </a:moveTo>
                    <a:lnTo>
                      <a:pt x="0" y="156"/>
                    </a:lnTo>
                    <a:lnTo>
                      <a:pt x="621" y="156"/>
                    </a:lnTo>
                    <a:lnTo>
                      <a:pt x="510" y="267"/>
                    </a:lnTo>
                    <a:lnTo>
                      <a:pt x="1043" y="111"/>
                    </a:lnTo>
                    <a:lnTo>
                      <a:pt x="755" y="0"/>
                    </a:lnTo>
                    <a:lnTo>
                      <a:pt x="710" y="67"/>
                    </a:lnTo>
                    <a:lnTo>
                      <a:pt x="88" y="6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69" name="Freeform 223"/>
              <p:cNvSpPr>
                <a:spLocks noChangeAspect="1"/>
              </p:cNvSpPr>
              <p:nvPr/>
            </p:nvSpPr>
            <p:spPr bwMode="auto">
              <a:xfrm>
                <a:off x="536" y="517"/>
                <a:ext cx="1043" cy="245"/>
              </a:xfrm>
              <a:custGeom>
                <a:avLst/>
                <a:gdLst>
                  <a:gd name="T0" fmla="*/ 954 w 1043"/>
                  <a:gd name="T1" fmla="*/ 200 h 245"/>
                  <a:gd name="T2" fmla="*/ 1043 w 1043"/>
                  <a:gd name="T3" fmla="*/ 111 h 245"/>
                  <a:gd name="T4" fmla="*/ 399 w 1043"/>
                  <a:gd name="T5" fmla="*/ 111 h 245"/>
                  <a:gd name="T6" fmla="*/ 510 w 1043"/>
                  <a:gd name="T7" fmla="*/ 0 h 245"/>
                  <a:gd name="T8" fmla="*/ 0 w 1043"/>
                  <a:gd name="T9" fmla="*/ 133 h 245"/>
                  <a:gd name="T10" fmla="*/ 266 w 1043"/>
                  <a:gd name="T11" fmla="*/ 245 h 245"/>
                  <a:gd name="T12" fmla="*/ 310 w 1043"/>
                  <a:gd name="T13" fmla="*/ 200 h 245"/>
                  <a:gd name="T14" fmla="*/ 954 w 1043"/>
                  <a:gd name="T15" fmla="*/ 200 h 24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3" h="245">
                    <a:moveTo>
                      <a:pt x="954" y="200"/>
                    </a:moveTo>
                    <a:lnTo>
                      <a:pt x="1043" y="111"/>
                    </a:lnTo>
                    <a:lnTo>
                      <a:pt x="399" y="111"/>
                    </a:lnTo>
                    <a:lnTo>
                      <a:pt x="510" y="0"/>
                    </a:lnTo>
                    <a:lnTo>
                      <a:pt x="0" y="133"/>
                    </a:lnTo>
                    <a:lnTo>
                      <a:pt x="266" y="245"/>
                    </a:lnTo>
                    <a:lnTo>
                      <a:pt x="310" y="200"/>
                    </a:lnTo>
                    <a:lnTo>
                      <a:pt x="954" y="20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70" name="Freeform 224"/>
              <p:cNvSpPr>
                <a:spLocks noChangeAspect="1"/>
              </p:cNvSpPr>
              <p:nvPr/>
            </p:nvSpPr>
            <p:spPr bwMode="auto">
              <a:xfrm>
                <a:off x="536" y="517"/>
                <a:ext cx="1043" cy="245"/>
              </a:xfrm>
              <a:custGeom>
                <a:avLst/>
                <a:gdLst>
                  <a:gd name="T0" fmla="*/ 954 w 1043"/>
                  <a:gd name="T1" fmla="*/ 200 h 245"/>
                  <a:gd name="T2" fmla="*/ 1043 w 1043"/>
                  <a:gd name="T3" fmla="*/ 111 h 245"/>
                  <a:gd name="T4" fmla="*/ 399 w 1043"/>
                  <a:gd name="T5" fmla="*/ 111 h 245"/>
                  <a:gd name="T6" fmla="*/ 510 w 1043"/>
                  <a:gd name="T7" fmla="*/ 0 h 245"/>
                  <a:gd name="T8" fmla="*/ 0 w 1043"/>
                  <a:gd name="T9" fmla="*/ 133 h 245"/>
                  <a:gd name="T10" fmla="*/ 266 w 1043"/>
                  <a:gd name="T11" fmla="*/ 245 h 245"/>
                  <a:gd name="T12" fmla="*/ 310 w 1043"/>
                  <a:gd name="T13" fmla="*/ 200 h 245"/>
                  <a:gd name="T14" fmla="*/ 954 w 1043"/>
                  <a:gd name="T15" fmla="*/ 200 h 24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3" h="245">
                    <a:moveTo>
                      <a:pt x="954" y="200"/>
                    </a:moveTo>
                    <a:lnTo>
                      <a:pt x="1043" y="111"/>
                    </a:lnTo>
                    <a:lnTo>
                      <a:pt x="399" y="111"/>
                    </a:lnTo>
                    <a:lnTo>
                      <a:pt x="510" y="0"/>
                    </a:lnTo>
                    <a:lnTo>
                      <a:pt x="0" y="133"/>
                    </a:lnTo>
                    <a:lnTo>
                      <a:pt x="266" y="245"/>
                    </a:lnTo>
                    <a:lnTo>
                      <a:pt x="310" y="200"/>
                    </a:lnTo>
                    <a:lnTo>
                      <a:pt x="954" y="20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71" name="Freeform 225"/>
              <p:cNvSpPr>
                <a:spLocks noChangeAspect="1"/>
              </p:cNvSpPr>
              <p:nvPr/>
            </p:nvSpPr>
            <p:spPr bwMode="auto">
              <a:xfrm>
                <a:off x="824" y="206"/>
                <a:ext cx="1044" cy="267"/>
              </a:xfrm>
              <a:custGeom>
                <a:avLst/>
                <a:gdLst>
                  <a:gd name="T0" fmla="*/ 955 w 1044"/>
                  <a:gd name="T1" fmla="*/ 200 h 267"/>
                  <a:gd name="T2" fmla="*/ 1044 w 1044"/>
                  <a:gd name="T3" fmla="*/ 111 h 267"/>
                  <a:gd name="T4" fmla="*/ 422 w 1044"/>
                  <a:gd name="T5" fmla="*/ 111 h 267"/>
                  <a:gd name="T6" fmla="*/ 533 w 1044"/>
                  <a:gd name="T7" fmla="*/ 0 h 267"/>
                  <a:gd name="T8" fmla="*/ 0 w 1044"/>
                  <a:gd name="T9" fmla="*/ 156 h 267"/>
                  <a:gd name="T10" fmla="*/ 289 w 1044"/>
                  <a:gd name="T11" fmla="*/ 267 h 267"/>
                  <a:gd name="T12" fmla="*/ 333 w 1044"/>
                  <a:gd name="T13" fmla="*/ 200 h 267"/>
                  <a:gd name="T14" fmla="*/ 955 w 1044"/>
                  <a:gd name="T15" fmla="*/ 200 h 2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4" h="267">
                    <a:moveTo>
                      <a:pt x="955" y="200"/>
                    </a:moveTo>
                    <a:lnTo>
                      <a:pt x="1044" y="111"/>
                    </a:lnTo>
                    <a:lnTo>
                      <a:pt x="422" y="111"/>
                    </a:lnTo>
                    <a:lnTo>
                      <a:pt x="533" y="0"/>
                    </a:lnTo>
                    <a:lnTo>
                      <a:pt x="0" y="156"/>
                    </a:lnTo>
                    <a:lnTo>
                      <a:pt x="289" y="267"/>
                    </a:lnTo>
                    <a:lnTo>
                      <a:pt x="333" y="200"/>
                    </a:lnTo>
                    <a:lnTo>
                      <a:pt x="955" y="20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72" name="Freeform 226"/>
              <p:cNvSpPr>
                <a:spLocks noChangeAspect="1"/>
              </p:cNvSpPr>
              <p:nvPr/>
            </p:nvSpPr>
            <p:spPr bwMode="auto">
              <a:xfrm>
                <a:off x="824" y="206"/>
                <a:ext cx="1044" cy="267"/>
              </a:xfrm>
              <a:custGeom>
                <a:avLst/>
                <a:gdLst>
                  <a:gd name="T0" fmla="*/ 955 w 1044"/>
                  <a:gd name="T1" fmla="*/ 200 h 267"/>
                  <a:gd name="T2" fmla="*/ 1044 w 1044"/>
                  <a:gd name="T3" fmla="*/ 111 h 267"/>
                  <a:gd name="T4" fmla="*/ 422 w 1044"/>
                  <a:gd name="T5" fmla="*/ 111 h 267"/>
                  <a:gd name="T6" fmla="*/ 533 w 1044"/>
                  <a:gd name="T7" fmla="*/ 0 h 267"/>
                  <a:gd name="T8" fmla="*/ 0 w 1044"/>
                  <a:gd name="T9" fmla="*/ 156 h 267"/>
                  <a:gd name="T10" fmla="*/ 289 w 1044"/>
                  <a:gd name="T11" fmla="*/ 267 h 267"/>
                  <a:gd name="T12" fmla="*/ 333 w 1044"/>
                  <a:gd name="T13" fmla="*/ 200 h 267"/>
                  <a:gd name="T14" fmla="*/ 955 w 1044"/>
                  <a:gd name="T15" fmla="*/ 200 h 2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4" h="267">
                    <a:moveTo>
                      <a:pt x="955" y="200"/>
                    </a:moveTo>
                    <a:lnTo>
                      <a:pt x="1044" y="111"/>
                    </a:lnTo>
                    <a:lnTo>
                      <a:pt x="422" y="111"/>
                    </a:lnTo>
                    <a:lnTo>
                      <a:pt x="533" y="0"/>
                    </a:lnTo>
                    <a:lnTo>
                      <a:pt x="0" y="156"/>
                    </a:lnTo>
                    <a:lnTo>
                      <a:pt x="289" y="267"/>
                    </a:lnTo>
                    <a:lnTo>
                      <a:pt x="333" y="200"/>
                    </a:lnTo>
                    <a:lnTo>
                      <a:pt x="955" y="20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grpSp>
      </p:grpSp>
      <p:sp>
        <p:nvSpPr>
          <p:cNvPr id="688" name="AutoShape 227"/>
          <p:cNvSpPr>
            <a:spLocks noChangeArrowheads="1"/>
          </p:cNvSpPr>
          <p:nvPr/>
        </p:nvSpPr>
        <p:spPr bwMode="auto">
          <a:xfrm>
            <a:off x="4611783" y="4285050"/>
            <a:ext cx="360362" cy="215900"/>
          </a:xfrm>
          <a:prstGeom prst="bevel">
            <a:avLst>
              <a:gd name="adj" fmla="val 12500"/>
            </a:avLst>
          </a:prstGeom>
          <a:solidFill>
            <a:srgbClr val="3333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fr-FR" sz="1400" b="1">
              <a:solidFill>
                <a:srgbClr val="FF9933"/>
              </a:solidFill>
            </a:endParaRPr>
          </a:p>
        </p:txBody>
      </p:sp>
      <p:sp>
        <p:nvSpPr>
          <p:cNvPr id="689" name="AutoShape 228"/>
          <p:cNvSpPr>
            <a:spLocks noChangeArrowheads="1"/>
          </p:cNvSpPr>
          <p:nvPr/>
        </p:nvSpPr>
        <p:spPr bwMode="auto">
          <a:xfrm>
            <a:off x="2379758" y="4285050"/>
            <a:ext cx="360362" cy="215900"/>
          </a:xfrm>
          <a:prstGeom prst="bevel">
            <a:avLst>
              <a:gd name="adj" fmla="val 12500"/>
            </a:avLst>
          </a:prstGeom>
          <a:solidFill>
            <a:srgbClr val="3333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fr-FR" sz="1400" b="1">
              <a:solidFill>
                <a:srgbClr val="FF9933"/>
              </a:solidFill>
            </a:endParaRPr>
          </a:p>
        </p:txBody>
      </p:sp>
      <p:sp>
        <p:nvSpPr>
          <p:cNvPr id="690" name="Text Box 229"/>
          <p:cNvSpPr txBox="1">
            <a:spLocks noChangeArrowheads="1"/>
          </p:cNvSpPr>
          <p:nvPr/>
        </p:nvSpPr>
        <p:spPr bwMode="auto">
          <a:xfrm>
            <a:off x="2524220" y="3996125"/>
            <a:ext cx="79216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fr-FR" b="1">
                <a:solidFill>
                  <a:srgbClr val="000000"/>
                </a:solidFill>
              </a:rPr>
              <a:t>Fa0/0</a:t>
            </a:r>
          </a:p>
        </p:txBody>
      </p:sp>
    </p:spTree>
    <p:extLst>
      <p:ext uri="{BB962C8B-B14F-4D97-AF65-F5344CB8AC3E}">
        <p14:creationId xmlns:p14="http://schemas.microsoft.com/office/powerpoint/2010/main" val="3040322402"/>
      </p:ext>
    </p:extLst>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8"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3"/>
          <p:cNvSpPr txBox="1">
            <a:spLocks/>
          </p:cNvSpPr>
          <p:nvPr/>
        </p:nvSpPr>
        <p:spPr>
          <a:xfrm>
            <a:off x="11421233" y="6619875"/>
            <a:ext cx="746929" cy="2381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1pPr>
            <a:lvl2pPr marL="742950" indent="-28575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2pPr>
            <a:lvl3pPr marL="1143000" indent="-22860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3pPr>
            <a:lvl4pPr marL="1600200" indent="-22860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4pPr>
            <a:lvl5pPr marL="2057400" indent="-22860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5pPr>
            <a:lvl6pPr marL="25146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6pPr>
            <a:lvl7pPr marL="29718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7pPr>
            <a:lvl8pPr marL="34290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8pPr>
            <a:lvl9pPr marL="38862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9pPr>
          </a:lstStyle>
          <a:p>
            <a:pPr algn="r" eaLnBrk="1" hangingPunct="1"/>
            <a:fld id="{A6099D49-99EB-46B5-BBE2-692892430483}" type="slidenum">
              <a:rPr lang="en-US" altLang="fr-FR" sz="1200" smtClean="0">
                <a:solidFill>
                  <a:srgbClr val="000000"/>
                </a:solidFill>
              </a:rPr>
              <a:pPr algn="r" eaLnBrk="1" hangingPunct="1"/>
              <a:t>13</a:t>
            </a:fld>
            <a:endParaRPr lang="en-US" altLang="fr-FR" sz="1200" dirty="0">
              <a:solidFill>
                <a:srgbClr val="000000"/>
              </a:solidFill>
            </a:endParaRPr>
          </a:p>
        </p:txBody>
      </p:sp>
      <p:sp>
        <p:nvSpPr>
          <p:cNvPr id="4" name="Titre 3"/>
          <p:cNvSpPr>
            <a:spLocks noGrp="1"/>
          </p:cNvSpPr>
          <p:nvPr>
            <p:ph type="title"/>
          </p:nvPr>
        </p:nvSpPr>
        <p:spPr>
          <a:xfrm>
            <a:off x="394138" y="0"/>
            <a:ext cx="11027095" cy="685800"/>
          </a:xfrm>
        </p:spPr>
        <p:txBody>
          <a:bodyPr/>
          <a:lstStyle/>
          <a:p>
            <a:pPr>
              <a:lnSpc>
                <a:spcPct val="100000"/>
              </a:lnSpc>
            </a:pPr>
            <a:r>
              <a:rPr lang="fr-FR" sz="3200" spc="-100" dirty="0">
                <a:solidFill>
                  <a:srgbClr val="1F497D"/>
                </a:solidFill>
                <a:latin typeface="Cambria"/>
              </a:rPr>
              <a:t>Solutions pour la communication inter-VLANs</a:t>
            </a:r>
            <a:endParaRPr lang="fr-FR" sz="3200" spc="-100" dirty="0">
              <a:solidFill>
                <a:srgbClr val="1F497D"/>
              </a:solidFill>
              <a:latin typeface="Cambria"/>
              <a:ea typeface="+mj-ea"/>
              <a:cs typeface="+mj-cs"/>
            </a:endParaRPr>
          </a:p>
        </p:txBody>
      </p:sp>
      <p:sp>
        <p:nvSpPr>
          <p:cNvPr id="5" name="Rectangle 4"/>
          <p:cNvSpPr/>
          <p:nvPr/>
        </p:nvSpPr>
        <p:spPr>
          <a:xfrm>
            <a:off x="132202" y="1013548"/>
            <a:ext cx="11289031" cy="5725389"/>
          </a:xfrm>
          <a:prstGeom prst="rect">
            <a:avLst/>
          </a:prstGeom>
          <a:noFill/>
          <a:ln w="38100">
            <a:gradFill>
              <a:gsLst>
                <a:gs pos="0">
                  <a:srgbClr val="000082"/>
                </a:gs>
                <a:gs pos="30000">
                  <a:srgbClr val="66008F"/>
                </a:gs>
                <a:gs pos="64999">
                  <a:srgbClr val="BA0066"/>
                </a:gs>
                <a:gs pos="89999">
                  <a:srgbClr val="FF0000"/>
                </a:gs>
                <a:gs pos="100000">
                  <a:srgbClr val="FF8200"/>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4" name="Rectangle à coins arrondis 1">
            <a:extLst>
              <a:ext uri="{FF2B5EF4-FFF2-40B4-BE49-F238E27FC236}">
                <a16:creationId xmlns:a16="http://schemas.microsoft.com/office/drawing/2014/main" id="{308AD588-9C53-4A9C-BFCF-5A0F8664F0BB}"/>
              </a:ext>
            </a:extLst>
          </p:cNvPr>
          <p:cNvSpPr/>
          <p:nvPr/>
        </p:nvSpPr>
        <p:spPr>
          <a:xfrm>
            <a:off x="500032" y="794254"/>
            <a:ext cx="10391375" cy="526726"/>
          </a:xfrm>
          <a:prstGeom prst="round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path path="circle">
              <a:fillToRect t="100000" r="100000"/>
            </a:path>
            <a:tileRect l="-100000" b="-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2800" spc="-100" dirty="0">
                <a:solidFill>
                  <a:srgbClr val="1F497D"/>
                </a:solidFill>
                <a:latin typeface="Cambria"/>
              </a:rPr>
              <a:t>Exemples : </a:t>
            </a:r>
            <a:r>
              <a:rPr lang="fr-FR" altLang="fr-FR" sz="2800" spc="-100" dirty="0">
                <a:solidFill>
                  <a:srgbClr val="1F497D"/>
                </a:solidFill>
                <a:latin typeface="Cambria"/>
              </a:rPr>
              <a:t>Utilisation d’un routeur :  sous interfaces</a:t>
            </a:r>
          </a:p>
        </p:txBody>
      </p:sp>
      <p:cxnSp>
        <p:nvCxnSpPr>
          <p:cNvPr id="679" name="Connecteur droit 678">
            <a:extLst>
              <a:ext uri="{FF2B5EF4-FFF2-40B4-BE49-F238E27FC236}">
                <a16:creationId xmlns:a16="http://schemas.microsoft.com/office/drawing/2014/main" id="{AC6DD3EC-7BF1-4640-A4AD-0AB5D2D6334F}"/>
              </a:ext>
            </a:extLst>
          </p:cNvPr>
          <p:cNvCxnSpPr/>
          <p:nvPr/>
        </p:nvCxnSpPr>
        <p:spPr>
          <a:xfrm>
            <a:off x="641445" y="1132993"/>
            <a:ext cx="0" cy="5636994"/>
          </a:xfrm>
          <a:prstGeom prst="line">
            <a:avLst/>
          </a:prstGeom>
        </p:spPr>
        <p:style>
          <a:lnRef idx="1">
            <a:schemeClr val="accent1"/>
          </a:lnRef>
          <a:fillRef idx="0">
            <a:schemeClr val="accent1"/>
          </a:fillRef>
          <a:effectRef idx="0">
            <a:schemeClr val="accent1"/>
          </a:effectRef>
          <a:fontRef idx="minor">
            <a:schemeClr val="tx1"/>
          </a:fontRef>
        </p:style>
      </p:cxnSp>
      <p:sp>
        <p:nvSpPr>
          <p:cNvPr id="691" name="Rectangle 3"/>
          <p:cNvSpPr txBox="1">
            <a:spLocks noChangeArrowheads="1"/>
          </p:cNvSpPr>
          <p:nvPr/>
        </p:nvSpPr>
        <p:spPr>
          <a:xfrm>
            <a:off x="641444" y="1370013"/>
            <a:ext cx="10391361" cy="811151"/>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fr-FR" sz="2400" dirty="0"/>
              <a:t>Chaque sous-interface est définie par un </a:t>
            </a:r>
            <a:r>
              <a:rPr lang="fr-FR" sz="2400" dirty="0">
                <a:solidFill>
                  <a:srgbClr val="FF0000"/>
                </a:solidFill>
              </a:rPr>
              <a:t>numéro choisi arbitrairement : </a:t>
            </a:r>
            <a:r>
              <a:rPr lang="fr-FR" sz="2400" dirty="0">
                <a:solidFill>
                  <a:srgbClr val="0000FF"/>
                </a:solidFill>
              </a:rPr>
              <a:t>l’interface physique </a:t>
            </a:r>
            <a:r>
              <a:rPr lang="fr-FR" sz="2400" dirty="0"/>
              <a:t>est divisée en </a:t>
            </a:r>
            <a:r>
              <a:rPr lang="fr-FR" sz="2400" u="sng" dirty="0">
                <a:solidFill>
                  <a:srgbClr val="0000FF"/>
                </a:solidFill>
              </a:rPr>
              <a:t>plusieurs interfaces logiques</a:t>
            </a:r>
            <a:r>
              <a:rPr lang="fr-FR" sz="2400" dirty="0">
                <a:solidFill>
                  <a:srgbClr val="0000FF"/>
                </a:solidFill>
              </a:rPr>
              <a:t>.</a:t>
            </a:r>
          </a:p>
        </p:txBody>
      </p:sp>
      <p:grpSp>
        <p:nvGrpSpPr>
          <p:cNvPr id="692" name="Group 4"/>
          <p:cNvGrpSpPr>
            <a:grpSpLocks noChangeAspect="1"/>
          </p:cNvGrpSpPr>
          <p:nvPr/>
        </p:nvGrpSpPr>
        <p:grpSpPr bwMode="auto">
          <a:xfrm>
            <a:off x="868458" y="2536826"/>
            <a:ext cx="2592387" cy="1319212"/>
            <a:chOff x="2517" y="1616"/>
            <a:chExt cx="908" cy="462"/>
          </a:xfrm>
        </p:grpSpPr>
        <p:sp>
          <p:nvSpPr>
            <p:cNvPr id="693" name="AutoShape 5"/>
            <p:cNvSpPr>
              <a:spLocks noChangeAspect="1" noChangeArrowheads="1" noTextEdit="1"/>
            </p:cNvSpPr>
            <p:nvPr/>
          </p:nvSpPr>
          <p:spPr bwMode="auto">
            <a:xfrm>
              <a:off x="2517" y="1619"/>
              <a:ext cx="908" cy="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694" name="Oval 6"/>
            <p:cNvSpPr>
              <a:spLocks noChangeAspect="1" noChangeArrowheads="1"/>
            </p:cNvSpPr>
            <p:nvPr/>
          </p:nvSpPr>
          <p:spPr bwMode="auto">
            <a:xfrm>
              <a:off x="2519" y="1811"/>
              <a:ext cx="904" cy="265"/>
            </a:xfrm>
            <a:prstGeom prst="ellipse">
              <a:avLst/>
            </a:prstGeom>
            <a:gradFill rotWithShape="1">
              <a:gsLst>
                <a:gs pos="0">
                  <a:srgbClr val="66FFCC"/>
                </a:gs>
                <a:gs pos="100000">
                  <a:srgbClr val="66FFCC">
                    <a:gamma/>
                    <a:shade val="46275"/>
                    <a:invGamma/>
                  </a:srgbClr>
                </a:gs>
              </a:gsLst>
              <a:lin ang="0" scaled="1"/>
            </a:gradFill>
            <a:ln w="12700">
              <a:solidFill>
                <a:srgbClr val="009999"/>
              </a:solidFill>
              <a:round/>
              <a:headEnd/>
              <a:tailEnd/>
            </a:ln>
          </p:spPr>
          <p:txBody>
            <a:bodyPr/>
            <a:lstStyle/>
            <a:p>
              <a:endParaRPr lang="fr-FR"/>
            </a:p>
          </p:txBody>
        </p:sp>
        <p:sp>
          <p:nvSpPr>
            <p:cNvPr id="695" name="Rectangle 7"/>
            <p:cNvSpPr>
              <a:spLocks noChangeAspect="1" noChangeArrowheads="1"/>
            </p:cNvSpPr>
            <p:nvPr/>
          </p:nvSpPr>
          <p:spPr bwMode="auto">
            <a:xfrm>
              <a:off x="2517" y="1756"/>
              <a:ext cx="903" cy="18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696" name="Rectangle 8"/>
            <p:cNvSpPr>
              <a:spLocks noChangeAspect="1" noChangeArrowheads="1"/>
            </p:cNvSpPr>
            <p:nvPr/>
          </p:nvSpPr>
          <p:spPr bwMode="auto">
            <a:xfrm>
              <a:off x="2518" y="1756"/>
              <a:ext cx="903" cy="189"/>
            </a:xfrm>
            <a:prstGeom prst="rect">
              <a:avLst/>
            </a:prstGeom>
            <a:gradFill rotWithShape="1">
              <a:gsLst>
                <a:gs pos="0">
                  <a:srgbClr val="66FFCC"/>
                </a:gs>
                <a:gs pos="100000">
                  <a:srgbClr val="66FFCC">
                    <a:gamma/>
                    <a:shade val="46275"/>
                    <a:invGamma/>
                  </a:srgbClr>
                </a:gs>
              </a:gsLst>
              <a:lin ang="0" scaled="1"/>
            </a:gradFill>
            <a:ln>
              <a:noFill/>
            </a:ln>
            <a:extLst>
              <a:ext uri="{91240B29-F687-4F45-9708-019B960494DF}">
                <a14:hiddenLine xmlns:a14="http://schemas.microsoft.com/office/drawing/2010/main" w="9525">
                  <a:solidFill>
                    <a:srgbClr val="33CCCC"/>
                  </a:solidFill>
                  <a:miter lim="800000"/>
                  <a:headEnd/>
                  <a:tailEnd/>
                </a14:hiddenLine>
              </a:ext>
            </a:extLst>
          </p:spPr>
          <p:txBody>
            <a:bodyPr/>
            <a:lstStyle/>
            <a:p>
              <a:endParaRPr lang="fr-FR"/>
            </a:p>
          </p:txBody>
        </p:sp>
        <p:sp>
          <p:nvSpPr>
            <p:cNvPr id="697" name="Oval 9"/>
            <p:cNvSpPr>
              <a:spLocks noChangeAspect="1" noChangeArrowheads="1"/>
            </p:cNvSpPr>
            <p:nvPr/>
          </p:nvSpPr>
          <p:spPr bwMode="auto">
            <a:xfrm>
              <a:off x="2519" y="1616"/>
              <a:ext cx="904" cy="265"/>
            </a:xfrm>
            <a:prstGeom prst="ellipse">
              <a:avLst/>
            </a:prstGeom>
            <a:solidFill>
              <a:srgbClr val="66FFCC"/>
            </a:solidFill>
            <a:ln w="12700">
              <a:solidFill>
                <a:srgbClr val="009999"/>
              </a:solidFill>
              <a:round/>
              <a:headEnd/>
              <a:tailEnd/>
            </a:ln>
          </p:spPr>
          <p:txBody>
            <a:bodyPr/>
            <a:lstStyle/>
            <a:p>
              <a:endParaRPr lang="fr-FR"/>
            </a:p>
          </p:txBody>
        </p:sp>
        <p:grpSp>
          <p:nvGrpSpPr>
            <p:cNvPr id="698" name="Group 10"/>
            <p:cNvGrpSpPr>
              <a:grpSpLocks noChangeAspect="1"/>
            </p:cNvGrpSpPr>
            <p:nvPr/>
          </p:nvGrpSpPr>
          <p:grpSpPr bwMode="auto">
            <a:xfrm>
              <a:off x="2655" y="1652"/>
              <a:ext cx="621" cy="199"/>
              <a:chOff x="914" y="2243"/>
              <a:chExt cx="2392" cy="766"/>
            </a:xfrm>
          </p:grpSpPr>
          <p:sp>
            <p:nvSpPr>
              <p:cNvPr id="705" name="Freeform 11"/>
              <p:cNvSpPr>
                <a:spLocks noChangeAspect="1"/>
              </p:cNvSpPr>
              <p:nvPr/>
            </p:nvSpPr>
            <p:spPr bwMode="auto">
              <a:xfrm>
                <a:off x="2163" y="2261"/>
                <a:ext cx="1143" cy="328"/>
              </a:xfrm>
              <a:custGeom>
                <a:avLst/>
                <a:gdLst>
                  <a:gd name="T0" fmla="*/ 0 w 1143"/>
                  <a:gd name="T1" fmla="*/ 255 h 328"/>
                  <a:gd name="T2" fmla="*/ 254 w 1143"/>
                  <a:gd name="T3" fmla="*/ 328 h 328"/>
                  <a:gd name="T4" fmla="*/ 868 w 1143"/>
                  <a:gd name="T5" fmla="*/ 109 h 328"/>
                  <a:gd name="T6" fmla="*/ 1143 w 1143"/>
                  <a:gd name="T7" fmla="*/ 182 h 328"/>
                  <a:gd name="T8" fmla="*/ 995 w 1143"/>
                  <a:gd name="T9" fmla="*/ 0 h 328"/>
                  <a:gd name="T10" fmla="*/ 275 w 1143"/>
                  <a:gd name="T11" fmla="*/ 0 h 328"/>
                  <a:gd name="T12" fmla="*/ 572 w 1143"/>
                  <a:gd name="T13" fmla="*/ 55 h 328"/>
                  <a:gd name="T14" fmla="*/ 0 w 1143"/>
                  <a:gd name="T15" fmla="*/ 255 h 3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28">
                    <a:moveTo>
                      <a:pt x="0" y="255"/>
                    </a:moveTo>
                    <a:lnTo>
                      <a:pt x="254" y="328"/>
                    </a:lnTo>
                    <a:lnTo>
                      <a:pt x="868" y="109"/>
                    </a:lnTo>
                    <a:lnTo>
                      <a:pt x="1143" y="182"/>
                    </a:lnTo>
                    <a:lnTo>
                      <a:pt x="995" y="0"/>
                    </a:lnTo>
                    <a:lnTo>
                      <a:pt x="275" y="0"/>
                    </a:lnTo>
                    <a:lnTo>
                      <a:pt x="572" y="55"/>
                    </a:lnTo>
                    <a:lnTo>
                      <a:pt x="0" y="255"/>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706" name="Freeform 12"/>
              <p:cNvSpPr>
                <a:spLocks noChangeAspect="1"/>
              </p:cNvSpPr>
              <p:nvPr/>
            </p:nvSpPr>
            <p:spPr bwMode="auto">
              <a:xfrm>
                <a:off x="2163" y="2261"/>
                <a:ext cx="1143" cy="328"/>
              </a:xfrm>
              <a:custGeom>
                <a:avLst/>
                <a:gdLst>
                  <a:gd name="T0" fmla="*/ 0 w 1143"/>
                  <a:gd name="T1" fmla="*/ 255 h 328"/>
                  <a:gd name="T2" fmla="*/ 254 w 1143"/>
                  <a:gd name="T3" fmla="*/ 328 h 328"/>
                  <a:gd name="T4" fmla="*/ 868 w 1143"/>
                  <a:gd name="T5" fmla="*/ 109 h 328"/>
                  <a:gd name="T6" fmla="*/ 1143 w 1143"/>
                  <a:gd name="T7" fmla="*/ 182 h 328"/>
                  <a:gd name="T8" fmla="*/ 995 w 1143"/>
                  <a:gd name="T9" fmla="*/ 0 h 328"/>
                  <a:gd name="T10" fmla="*/ 275 w 1143"/>
                  <a:gd name="T11" fmla="*/ 0 h 328"/>
                  <a:gd name="T12" fmla="*/ 572 w 1143"/>
                  <a:gd name="T13" fmla="*/ 55 h 328"/>
                  <a:gd name="T14" fmla="*/ 0 w 1143"/>
                  <a:gd name="T15" fmla="*/ 255 h 3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28">
                    <a:moveTo>
                      <a:pt x="0" y="255"/>
                    </a:moveTo>
                    <a:lnTo>
                      <a:pt x="254" y="328"/>
                    </a:lnTo>
                    <a:lnTo>
                      <a:pt x="868" y="109"/>
                    </a:lnTo>
                    <a:lnTo>
                      <a:pt x="1143" y="182"/>
                    </a:lnTo>
                    <a:lnTo>
                      <a:pt x="995" y="0"/>
                    </a:lnTo>
                    <a:lnTo>
                      <a:pt x="275" y="0"/>
                    </a:lnTo>
                    <a:lnTo>
                      <a:pt x="572" y="55"/>
                    </a:lnTo>
                    <a:lnTo>
                      <a:pt x="0" y="255"/>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707" name="Freeform 13"/>
              <p:cNvSpPr>
                <a:spLocks noChangeAspect="1"/>
              </p:cNvSpPr>
              <p:nvPr/>
            </p:nvSpPr>
            <p:spPr bwMode="auto">
              <a:xfrm>
                <a:off x="914" y="2644"/>
                <a:ext cx="1143" cy="346"/>
              </a:xfrm>
              <a:custGeom>
                <a:avLst/>
                <a:gdLst>
                  <a:gd name="T0" fmla="*/ 1143 w 1143"/>
                  <a:gd name="T1" fmla="*/ 73 h 346"/>
                  <a:gd name="T2" fmla="*/ 889 w 1143"/>
                  <a:gd name="T3" fmla="*/ 0 h 346"/>
                  <a:gd name="T4" fmla="*/ 297 w 1143"/>
                  <a:gd name="T5" fmla="*/ 219 h 346"/>
                  <a:gd name="T6" fmla="*/ 0 w 1143"/>
                  <a:gd name="T7" fmla="*/ 146 h 346"/>
                  <a:gd name="T8" fmla="*/ 148 w 1143"/>
                  <a:gd name="T9" fmla="*/ 346 h 346"/>
                  <a:gd name="T10" fmla="*/ 889 w 1143"/>
                  <a:gd name="T11" fmla="*/ 346 h 346"/>
                  <a:gd name="T12" fmla="*/ 572 w 1143"/>
                  <a:gd name="T13" fmla="*/ 273 h 346"/>
                  <a:gd name="T14" fmla="*/ 1143 w 1143"/>
                  <a:gd name="T15" fmla="*/ 73 h 34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46">
                    <a:moveTo>
                      <a:pt x="1143" y="73"/>
                    </a:moveTo>
                    <a:lnTo>
                      <a:pt x="889" y="0"/>
                    </a:lnTo>
                    <a:lnTo>
                      <a:pt x="297" y="219"/>
                    </a:lnTo>
                    <a:lnTo>
                      <a:pt x="0" y="146"/>
                    </a:lnTo>
                    <a:lnTo>
                      <a:pt x="148" y="346"/>
                    </a:lnTo>
                    <a:lnTo>
                      <a:pt x="889" y="346"/>
                    </a:lnTo>
                    <a:lnTo>
                      <a:pt x="572" y="273"/>
                    </a:lnTo>
                    <a:lnTo>
                      <a:pt x="1143" y="73"/>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708" name="Freeform 14"/>
              <p:cNvSpPr>
                <a:spLocks noChangeAspect="1"/>
              </p:cNvSpPr>
              <p:nvPr/>
            </p:nvSpPr>
            <p:spPr bwMode="auto">
              <a:xfrm>
                <a:off x="914" y="2644"/>
                <a:ext cx="1143" cy="346"/>
              </a:xfrm>
              <a:custGeom>
                <a:avLst/>
                <a:gdLst>
                  <a:gd name="T0" fmla="*/ 1143 w 1143"/>
                  <a:gd name="T1" fmla="*/ 73 h 346"/>
                  <a:gd name="T2" fmla="*/ 889 w 1143"/>
                  <a:gd name="T3" fmla="*/ 0 h 346"/>
                  <a:gd name="T4" fmla="*/ 297 w 1143"/>
                  <a:gd name="T5" fmla="*/ 219 h 346"/>
                  <a:gd name="T6" fmla="*/ 0 w 1143"/>
                  <a:gd name="T7" fmla="*/ 146 h 346"/>
                  <a:gd name="T8" fmla="*/ 148 w 1143"/>
                  <a:gd name="T9" fmla="*/ 346 h 346"/>
                  <a:gd name="T10" fmla="*/ 889 w 1143"/>
                  <a:gd name="T11" fmla="*/ 346 h 346"/>
                  <a:gd name="T12" fmla="*/ 572 w 1143"/>
                  <a:gd name="T13" fmla="*/ 273 h 346"/>
                  <a:gd name="T14" fmla="*/ 1143 w 1143"/>
                  <a:gd name="T15" fmla="*/ 73 h 34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46">
                    <a:moveTo>
                      <a:pt x="1143" y="73"/>
                    </a:moveTo>
                    <a:lnTo>
                      <a:pt x="889" y="0"/>
                    </a:lnTo>
                    <a:lnTo>
                      <a:pt x="297" y="219"/>
                    </a:lnTo>
                    <a:lnTo>
                      <a:pt x="0" y="146"/>
                    </a:lnTo>
                    <a:lnTo>
                      <a:pt x="148" y="346"/>
                    </a:lnTo>
                    <a:lnTo>
                      <a:pt x="889" y="346"/>
                    </a:lnTo>
                    <a:lnTo>
                      <a:pt x="572" y="273"/>
                    </a:lnTo>
                    <a:lnTo>
                      <a:pt x="1143" y="73"/>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709" name="Freeform 15"/>
              <p:cNvSpPr>
                <a:spLocks noChangeAspect="1"/>
              </p:cNvSpPr>
              <p:nvPr/>
            </p:nvSpPr>
            <p:spPr bwMode="auto">
              <a:xfrm>
                <a:off x="978" y="2243"/>
                <a:ext cx="1143" cy="328"/>
              </a:xfrm>
              <a:custGeom>
                <a:avLst/>
                <a:gdLst>
                  <a:gd name="T0" fmla="*/ 0 w 1143"/>
                  <a:gd name="T1" fmla="*/ 73 h 328"/>
                  <a:gd name="T2" fmla="*/ 254 w 1143"/>
                  <a:gd name="T3" fmla="*/ 0 h 328"/>
                  <a:gd name="T4" fmla="*/ 868 w 1143"/>
                  <a:gd name="T5" fmla="*/ 200 h 328"/>
                  <a:gd name="T6" fmla="*/ 1143 w 1143"/>
                  <a:gd name="T7" fmla="*/ 146 h 328"/>
                  <a:gd name="T8" fmla="*/ 995 w 1143"/>
                  <a:gd name="T9" fmla="*/ 328 h 328"/>
                  <a:gd name="T10" fmla="*/ 275 w 1143"/>
                  <a:gd name="T11" fmla="*/ 328 h 328"/>
                  <a:gd name="T12" fmla="*/ 571 w 1143"/>
                  <a:gd name="T13" fmla="*/ 273 h 328"/>
                  <a:gd name="T14" fmla="*/ 0 w 1143"/>
                  <a:gd name="T15" fmla="*/ 73 h 3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28">
                    <a:moveTo>
                      <a:pt x="0" y="73"/>
                    </a:moveTo>
                    <a:lnTo>
                      <a:pt x="254" y="0"/>
                    </a:lnTo>
                    <a:lnTo>
                      <a:pt x="868" y="200"/>
                    </a:lnTo>
                    <a:lnTo>
                      <a:pt x="1143" y="146"/>
                    </a:lnTo>
                    <a:lnTo>
                      <a:pt x="995" y="328"/>
                    </a:lnTo>
                    <a:lnTo>
                      <a:pt x="275" y="328"/>
                    </a:lnTo>
                    <a:lnTo>
                      <a:pt x="571" y="273"/>
                    </a:lnTo>
                    <a:lnTo>
                      <a:pt x="0" y="73"/>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710" name="Freeform 16"/>
              <p:cNvSpPr>
                <a:spLocks noChangeAspect="1"/>
              </p:cNvSpPr>
              <p:nvPr/>
            </p:nvSpPr>
            <p:spPr bwMode="auto">
              <a:xfrm>
                <a:off x="978" y="2243"/>
                <a:ext cx="1143" cy="328"/>
              </a:xfrm>
              <a:custGeom>
                <a:avLst/>
                <a:gdLst>
                  <a:gd name="T0" fmla="*/ 0 w 1143"/>
                  <a:gd name="T1" fmla="*/ 73 h 328"/>
                  <a:gd name="T2" fmla="*/ 254 w 1143"/>
                  <a:gd name="T3" fmla="*/ 0 h 328"/>
                  <a:gd name="T4" fmla="*/ 868 w 1143"/>
                  <a:gd name="T5" fmla="*/ 200 h 328"/>
                  <a:gd name="T6" fmla="*/ 1143 w 1143"/>
                  <a:gd name="T7" fmla="*/ 146 h 328"/>
                  <a:gd name="T8" fmla="*/ 995 w 1143"/>
                  <a:gd name="T9" fmla="*/ 328 h 328"/>
                  <a:gd name="T10" fmla="*/ 275 w 1143"/>
                  <a:gd name="T11" fmla="*/ 328 h 328"/>
                  <a:gd name="T12" fmla="*/ 571 w 1143"/>
                  <a:gd name="T13" fmla="*/ 273 h 328"/>
                  <a:gd name="T14" fmla="*/ 0 w 1143"/>
                  <a:gd name="T15" fmla="*/ 73 h 3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28">
                    <a:moveTo>
                      <a:pt x="0" y="73"/>
                    </a:moveTo>
                    <a:lnTo>
                      <a:pt x="254" y="0"/>
                    </a:lnTo>
                    <a:lnTo>
                      <a:pt x="868" y="200"/>
                    </a:lnTo>
                    <a:lnTo>
                      <a:pt x="1143" y="146"/>
                    </a:lnTo>
                    <a:lnTo>
                      <a:pt x="995" y="328"/>
                    </a:lnTo>
                    <a:lnTo>
                      <a:pt x="275" y="328"/>
                    </a:lnTo>
                    <a:lnTo>
                      <a:pt x="571" y="273"/>
                    </a:lnTo>
                    <a:lnTo>
                      <a:pt x="0" y="73"/>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711" name="Freeform 17"/>
              <p:cNvSpPr>
                <a:spLocks noChangeAspect="1"/>
              </p:cNvSpPr>
              <p:nvPr/>
            </p:nvSpPr>
            <p:spPr bwMode="auto">
              <a:xfrm>
                <a:off x="2121" y="2680"/>
                <a:ext cx="1143" cy="329"/>
              </a:xfrm>
              <a:custGeom>
                <a:avLst/>
                <a:gdLst>
                  <a:gd name="T0" fmla="*/ 1143 w 1143"/>
                  <a:gd name="T1" fmla="*/ 256 h 329"/>
                  <a:gd name="T2" fmla="*/ 889 w 1143"/>
                  <a:gd name="T3" fmla="*/ 329 h 329"/>
                  <a:gd name="T4" fmla="*/ 296 w 1143"/>
                  <a:gd name="T5" fmla="*/ 110 h 329"/>
                  <a:gd name="T6" fmla="*/ 0 w 1143"/>
                  <a:gd name="T7" fmla="*/ 183 h 329"/>
                  <a:gd name="T8" fmla="*/ 148 w 1143"/>
                  <a:gd name="T9" fmla="*/ 0 h 329"/>
                  <a:gd name="T10" fmla="*/ 889 w 1143"/>
                  <a:gd name="T11" fmla="*/ 0 h 329"/>
                  <a:gd name="T12" fmla="*/ 571 w 1143"/>
                  <a:gd name="T13" fmla="*/ 55 h 329"/>
                  <a:gd name="T14" fmla="*/ 1143 w 1143"/>
                  <a:gd name="T15" fmla="*/ 256 h 32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29">
                    <a:moveTo>
                      <a:pt x="1143" y="256"/>
                    </a:moveTo>
                    <a:lnTo>
                      <a:pt x="889" y="329"/>
                    </a:lnTo>
                    <a:lnTo>
                      <a:pt x="296" y="110"/>
                    </a:lnTo>
                    <a:lnTo>
                      <a:pt x="0" y="183"/>
                    </a:lnTo>
                    <a:lnTo>
                      <a:pt x="148" y="0"/>
                    </a:lnTo>
                    <a:lnTo>
                      <a:pt x="889" y="0"/>
                    </a:lnTo>
                    <a:lnTo>
                      <a:pt x="571" y="55"/>
                    </a:lnTo>
                    <a:lnTo>
                      <a:pt x="1143" y="25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712" name="Freeform 18"/>
              <p:cNvSpPr>
                <a:spLocks noChangeAspect="1"/>
              </p:cNvSpPr>
              <p:nvPr/>
            </p:nvSpPr>
            <p:spPr bwMode="auto">
              <a:xfrm>
                <a:off x="2121" y="2680"/>
                <a:ext cx="1143" cy="329"/>
              </a:xfrm>
              <a:custGeom>
                <a:avLst/>
                <a:gdLst>
                  <a:gd name="T0" fmla="*/ 1143 w 1143"/>
                  <a:gd name="T1" fmla="*/ 256 h 329"/>
                  <a:gd name="T2" fmla="*/ 889 w 1143"/>
                  <a:gd name="T3" fmla="*/ 329 h 329"/>
                  <a:gd name="T4" fmla="*/ 296 w 1143"/>
                  <a:gd name="T5" fmla="*/ 110 h 329"/>
                  <a:gd name="T6" fmla="*/ 0 w 1143"/>
                  <a:gd name="T7" fmla="*/ 183 h 329"/>
                  <a:gd name="T8" fmla="*/ 148 w 1143"/>
                  <a:gd name="T9" fmla="*/ 0 h 329"/>
                  <a:gd name="T10" fmla="*/ 889 w 1143"/>
                  <a:gd name="T11" fmla="*/ 0 h 329"/>
                  <a:gd name="T12" fmla="*/ 571 w 1143"/>
                  <a:gd name="T13" fmla="*/ 55 h 329"/>
                  <a:gd name="T14" fmla="*/ 1143 w 1143"/>
                  <a:gd name="T15" fmla="*/ 256 h 32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29">
                    <a:moveTo>
                      <a:pt x="1143" y="256"/>
                    </a:moveTo>
                    <a:lnTo>
                      <a:pt x="889" y="329"/>
                    </a:lnTo>
                    <a:lnTo>
                      <a:pt x="296" y="110"/>
                    </a:lnTo>
                    <a:lnTo>
                      <a:pt x="0" y="183"/>
                    </a:lnTo>
                    <a:lnTo>
                      <a:pt x="148" y="0"/>
                    </a:lnTo>
                    <a:lnTo>
                      <a:pt x="889" y="0"/>
                    </a:lnTo>
                    <a:lnTo>
                      <a:pt x="571" y="55"/>
                    </a:lnTo>
                    <a:lnTo>
                      <a:pt x="1143" y="25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grpSp>
        <p:sp>
          <p:nvSpPr>
            <p:cNvPr id="699" name="Freeform 19"/>
            <p:cNvSpPr>
              <a:spLocks noChangeAspect="1"/>
            </p:cNvSpPr>
            <p:nvPr/>
          </p:nvSpPr>
          <p:spPr bwMode="auto">
            <a:xfrm>
              <a:off x="2972" y="1646"/>
              <a:ext cx="297" cy="85"/>
            </a:xfrm>
            <a:custGeom>
              <a:avLst/>
              <a:gdLst>
                <a:gd name="T0" fmla="*/ 0 w 1144"/>
                <a:gd name="T1" fmla="*/ 255 h 328"/>
                <a:gd name="T2" fmla="*/ 254 w 1144"/>
                <a:gd name="T3" fmla="*/ 328 h 328"/>
                <a:gd name="T4" fmla="*/ 868 w 1144"/>
                <a:gd name="T5" fmla="*/ 110 h 328"/>
                <a:gd name="T6" fmla="*/ 1144 w 1144"/>
                <a:gd name="T7" fmla="*/ 183 h 328"/>
                <a:gd name="T8" fmla="*/ 995 w 1144"/>
                <a:gd name="T9" fmla="*/ 0 h 328"/>
                <a:gd name="T10" fmla="*/ 276 w 1144"/>
                <a:gd name="T11" fmla="*/ 0 h 328"/>
                <a:gd name="T12" fmla="*/ 572 w 1144"/>
                <a:gd name="T13" fmla="*/ 55 h 328"/>
                <a:gd name="T14" fmla="*/ 0 w 1144"/>
                <a:gd name="T15" fmla="*/ 255 h 3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4" h="328">
                  <a:moveTo>
                    <a:pt x="0" y="255"/>
                  </a:moveTo>
                  <a:lnTo>
                    <a:pt x="254" y="328"/>
                  </a:lnTo>
                  <a:lnTo>
                    <a:pt x="868" y="110"/>
                  </a:lnTo>
                  <a:lnTo>
                    <a:pt x="1144" y="183"/>
                  </a:lnTo>
                  <a:lnTo>
                    <a:pt x="995" y="0"/>
                  </a:lnTo>
                  <a:lnTo>
                    <a:pt x="276" y="0"/>
                  </a:lnTo>
                  <a:lnTo>
                    <a:pt x="572" y="55"/>
                  </a:lnTo>
                  <a:lnTo>
                    <a:pt x="0" y="25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700" name="Freeform 20"/>
            <p:cNvSpPr>
              <a:spLocks noChangeAspect="1"/>
            </p:cNvSpPr>
            <p:nvPr/>
          </p:nvSpPr>
          <p:spPr bwMode="auto">
            <a:xfrm>
              <a:off x="2647" y="1745"/>
              <a:ext cx="297" cy="90"/>
            </a:xfrm>
            <a:custGeom>
              <a:avLst/>
              <a:gdLst>
                <a:gd name="T0" fmla="*/ 1144 w 1144"/>
                <a:gd name="T1" fmla="*/ 73 h 347"/>
                <a:gd name="T2" fmla="*/ 890 w 1144"/>
                <a:gd name="T3" fmla="*/ 0 h 347"/>
                <a:gd name="T4" fmla="*/ 297 w 1144"/>
                <a:gd name="T5" fmla="*/ 219 h 347"/>
                <a:gd name="T6" fmla="*/ 0 w 1144"/>
                <a:gd name="T7" fmla="*/ 146 h 347"/>
                <a:gd name="T8" fmla="*/ 149 w 1144"/>
                <a:gd name="T9" fmla="*/ 347 h 347"/>
                <a:gd name="T10" fmla="*/ 890 w 1144"/>
                <a:gd name="T11" fmla="*/ 347 h 347"/>
                <a:gd name="T12" fmla="*/ 572 w 1144"/>
                <a:gd name="T13" fmla="*/ 274 h 347"/>
                <a:gd name="T14" fmla="*/ 1144 w 1144"/>
                <a:gd name="T15" fmla="*/ 73 h 34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4" h="347">
                  <a:moveTo>
                    <a:pt x="1144" y="73"/>
                  </a:moveTo>
                  <a:lnTo>
                    <a:pt x="890" y="0"/>
                  </a:lnTo>
                  <a:lnTo>
                    <a:pt x="297" y="219"/>
                  </a:lnTo>
                  <a:lnTo>
                    <a:pt x="0" y="146"/>
                  </a:lnTo>
                  <a:lnTo>
                    <a:pt x="149" y="347"/>
                  </a:lnTo>
                  <a:lnTo>
                    <a:pt x="890" y="347"/>
                  </a:lnTo>
                  <a:lnTo>
                    <a:pt x="572" y="274"/>
                  </a:lnTo>
                  <a:lnTo>
                    <a:pt x="1144" y="7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701" name="Freeform 21"/>
            <p:cNvSpPr>
              <a:spLocks noChangeAspect="1"/>
            </p:cNvSpPr>
            <p:nvPr/>
          </p:nvSpPr>
          <p:spPr bwMode="auto">
            <a:xfrm>
              <a:off x="2664" y="1641"/>
              <a:ext cx="297" cy="85"/>
            </a:xfrm>
            <a:custGeom>
              <a:avLst/>
              <a:gdLst>
                <a:gd name="T0" fmla="*/ 0 w 1143"/>
                <a:gd name="T1" fmla="*/ 73 h 328"/>
                <a:gd name="T2" fmla="*/ 254 w 1143"/>
                <a:gd name="T3" fmla="*/ 0 h 328"/>
                <a:gd name="T4" fmla="*/ 868 w 1143"/>
                <a:gd name="T5" fmla="*/ 201 h 328"/>
                <a:gd name="T6" fmla="*/ 1143 w 1143"/>
                <a:gd name="T7" fmla="*/ 146 h 328"/>
                <a:gd name="T8" fmla="*/ 995 w 1143"/>
                <a:gd name="T9" fmla="*/ 328 h 328"/>
                <a:gd name="T10" fmla="*/ 275 w 1143"/>
                <a:gd name="T11" fmla="*/ 328 h 328"/>
                <a:gd name="T12" fmla="*/ 572 w 1143"/>
                <a:gd name="T13" fmla="*/ 273 h 328"/>
                <a:gd name="T14" fmla="*/ 0 w 1143"/>
                <a:gd name="T15" fmla="*/ 73 h 3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28">
                  <a:moveTo>
                    <a:pt x="0" y="73"/>
                  </a:moveTo>
                  <a:lnTo>
                    <a:pt x="254" y="0"/>
                  </a:lnTo>
                  <a:lnTo>
                    <a:pt x="868" y="201"/>
                  </a:lnTo>
                  <a:lnTo>
                    <a:pt x="1143" y="146"/>
                  </a:lnTo>
                  <a:lnTo>
                    <a:pt x="995" y="328"/>
                  </a:lnTo>
                  <a:lnTo>
                    <a:pt x="275" y="328"/>
                  </a:lnTo>
                  <a:lnTo>
                    <a:pt x="572" y="273"/>
                  </a:lnTo>
                  <a:lnTo>
                    <a:pt x="0" y="7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702" name="Freeform 22"/>
            <p:cNvSpPr>
              <a:spLocks noChangeAspect="1"/>
            </p:cNvSpPr>
            <p:nvPr/>
          </p:nvSpPr>
          <p:spPr bwMode="auto">
            <a:xfrm>
              <a:off x="2961" y="1755"/>
              <a:ext cx="297" cy="85"/>
            </a:xfrm>
            <a:custGeom>
              <a:avLst/>
              <a:gdLst>
                <a:gd name="T0" fmla="*/ 1143 w 1143"/>
                <a:gd name="T1" fmla="*/ 255 h 328"/>
                <a:gd name="T2" fmla="*/ 889 w 1143"/>
                <a:gd name="T3" fmla="*/ 328 h 328"/>
                <a:gd name="T4" fmla="*/ 296 w 1143"/>
                <a:gd name="T5" fmla="*/ 109 h 328"/>
                <a:gd name="T6" fmla="*/ 0 w 1143"/>
                <a:gd name="T7" fmla="*/ 182 h 328"/>
                <a:gd name="T8" fmla="*/ 148 w 1143"/>
                <a:gd name="T9" fmla="*/ 0 h 328"/>
                <a:gd name="T10" fmla="*/ 889 w 1143"/>
                <a:gd name="T11" fmla="*/ 0 h 328"/>
                <a:gd name="T12" fmla="*/ 572 w 1143"/>
                <a:gd name="T13" fmla="*/ 54 h 328"/>
                <a:gd name="T14" fmla="*/ 1143 w 1143"/>
                <a:gd name="T15" fmla="*/ 255 h 3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28">
                  <a:moveTo>
                    <a:pt x="1143" y="255"/>
                  </a:moveTo>
                  <a:lnTo>
                    <a:pt x="889" y="328"/>
                  </a:lnTo>
                  <a:lnTo>
                    <a:pt x="296" y="109"/>
                  </a:lnTo>
                  <a:lnTo>
                    <a:pt x="0" y="182"/>
                  </a:lnTo>
                  <a:lnTo>
                    <a:pt x="148" y="0"/>
                  </a:lnTo>
                  <a:lnTo>
                    <a:pt x="889" y="0"/>
                  </a:lnTo>
                  <a:lnTo>
                    <a:pt x="572" y="54"/>
                  </a:lnTo>
                  <a:lnTo>
                    <a:pt x="1143" y="25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703" name="Line 23"/>
            <p:cNvSpPr>
              <a:spLocks noChangeAspect="1" noChangeShapeType="1"/>
            </p:cNvSpPr>
            <p:nvPr/>
          </p:nvSpPr>
          <p:spPr bwMode="auto">
            <a:xfrm>
              <a:off x="2519" y="1755"/>
              <a:ext cx="0" cy="189"/>
            </a:xfrm>
            <a:prstGeom prst="line">
              <a:avLst/>
            </a:prstGeom>
            <a:noFill/>
            <a:ln w="12700">
              <a:solidFill>
                <a:srgbClr val="00B0AC"/>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704" name="Line 24"/>
            <p:cNvSpPr>
              <a:spLocks noChangeAspect="1" noChangeShapeType="1"/>
            </p:cNvSpPr>
            <p:nvPr/>
          </p:nvSpPr>
          <p:spPr bwMode="auto">
            <a:xfrm>
              <a:off x="3422" y="1753"/>
              <a:ext cx="0" cy="189"/>
            </a:xfrm>
            <a:prstGeom prst="line">
              <a:avLst/>
            </a:prstGeom>
            <a:noFill/>
            <a:ln w="12700">
              <a:solidFill>
                <a:srgbClr val="009999"/>
              </a:solidFill>
              <a:round/>
              <a:headEnd/>
              <a:tailEnd/>
            </a:ln>
            <a:extLst>
              <a:ext uri="{909E8E84-426E-40DD-AFC4-6F175D3DCCD1}">
                <a14:hiddenFill xmlns:a14="http://schemas.microsoft.com/office/drawing/2010/main">
                  <a:noFill/>
                </a14:hiddenFill>
              </a:ext>
            </a:extLst>
          </p:spPr>
          <p:txBody>
            <a:bodyPr/>
            <a:lstStyle/>
            <a:p>
              <a:endParaRPr lang="fr-FR"/>
            </a:p>
          </p:txBody>
        </p:sp>
      </p:grpSp>
      <p:sp>
        <p:nvSpPr>
          <p:cNvPr id="713" name="Text Box 25"/>
          <p:cNvSpPr txBox="1">
            <a:spLocks noChangeArrowheads="1"/>
          </p:cNvSpPr>
          <p:nvPr/>
        </p:nvSpPr>
        <p:spPr bwMode="auto">
          <a:xfrm>
            <a:off x="1833658" y="3341688"/>
            <a:ext cx="476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fr-FR" b="1"/>
              <a:t>R1</a:t>
            </a:r>
          </a:p>
        </p:txBody>
      </p:sp>
      <p:sp>
        <p:nvSpPr>
          <p:cNvPr id="714" name="AutoShape 26"/>
          <p:cNvSpPr>
            <a:spLocks noChangeArrowheads="1"/>
          </p:cNvSpPr>
          <p:nvPr/>
        </p:nvSpPr>
        <p:spPr bwMode="auto">
          <a:xfrm rot="5400000">
            <a:off x="3778345" y="2622551"/>
            <a:ext cx="431800" cy="1295400"/>
          </a:xfrm>
          <a:prstGeom prst="can">
            <a:avLst>
              <a:gd name="adj" fmla="val 39694"/>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fr-FR"/>
          </a:p>
        </p:txBody>
      </p:sp>
      <p:sp>
        <p:nvSpPr>
          <p:cNvPr id="715" name="Text Box 27"/>
          <p:cNvSpPr txBox="1">
            <a:spLocks noChangeArrowheads="1"/>
          </p:cNvSpPr>
          <p:nvPr/>
        </p:nvSpPr>
        <p:spPr bwMode="auto">
          <a:xfrm>
            <a:off x="3508470" y="3073401"/>
            <a:ext cx="79216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fr-FR" b="1">
                <a:solidFill>
                  <a:srgbClr val="000000"/>
                </a:solidFill>
              </a:rPr>
              <a:t>Fa0/0</a:t>
            </a:r>
          </a:p>
        </p:txBody>
      </p:sp>
      <p:cxnSp>
        <p:nvCxnSpPr>
          <p:cNvPr id="716" name="AutoShape 28"/>
          <p:cNvCxnSpPr>
            <a:cxnSpLocks noChangeShapeType="1"/>
          </p:cNvCxnSpPr>
          <p:nvPr/>
        </p:nvCxnSpPr>
        <p:spPr bwMode="auto">
          <a:xfrm flipV="1">
            <a:off x="4489545" y="2674938"/>
            <a:ext cx="1549400" cy="481013"/>
          </a:xfrm>
          <a:prstGeom prst="bentConnector3">
            <a:avLst>
              <a:gd name="adj1" fmla="val 50000"/>
            </a:avLst>
          </a:prstGeom>
          <a:noFill/>
          <a:ln w="2857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7" name="AutoShape 29"/>
          <p:cNvCxnSpPr>
            <a:cxnSpLocks noChangeShapeType="1"/>
          </p:cNvCxnSpPr>
          <p:nvPr/>
        </p:nvCxnSpPr>
        <p:spPr bwMode="auto">
          <a:xfrm>
            <a:off x="4484783" y="3381376"/>
            <a:ext cx="1544637" cy="546100"/>
          </a:xfrm>
          <a:prstGeom prst="bentConnector3">
            <a:avLst>
              <a:gd name="adj1" fmla="val 49949"/>
            </a:avLst>
          </a:prstGeom>
          <a:noFill/>
          <a:ln w="2857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18" name="Line 30"/>
          <p:cNvSpPr>
            <a:spLocks noChangeShapeType="1"/>
          </p:cNvSpPr>
          <p:nvPr/>
        </p:nvSpPr>
        <p:spPr bwMode="auto">
          <a:xfrm>
            <a:off x="4478433" y="3270251"/>
            <a:ext cx="158432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719" name="Text Box 31"/>
          <p:cNvSpPr txBox="1">
            <a:spLocks noChangeArrowheads="1"/>
          </p:cNvSpPr>
          <p:nvPr/>
        </p:nvSpPr>
        <p:spPr bwMode="auto">
          <a:xfrm>
            <a:off x="6081808" y="2478088"/>
            <a:ext cx="1295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fr-FR"/>
              <a:t>Fa0/0.</a:t>
            </a:r>
            <a:r>
              <a:rPr lang="fr-FR">
                <a:solidFill>
                  <a:srgbClr val="FF0000"/>
                </a:solidFill>
              </a:rPr>
              <a:t>1</a:t>
            </a:r>
          </a:p>
        </p:txBody>
      </p:sp>
      <p:sp>
        <p:nvSpPr>
          <p:cNvPr id="720" name="Text Box 32"/>
          <p:cNvSpPr txBox="1">
            <a:spLocks noChangeArrowheads="1"/>
          </p:cNvSpPr>
          <p:nvPr/>
        </p:nvSpPr>
        <p:spPr bwMode="auto">
          <a:xfrm>
            <a:off x="6081808" y="3054351"/>
            <a:ext cx="12954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fr-FR"/>
              <a:t>Fa0/0.</a:t>
            </a:r>
            <a:r>
              <a:rPr lang="fr-FR">
                <a:solidFill>
                  <a:srgbClr val="FF0000"/>
                </a:solidFill>
              </a:rPr>
              <a:t>2</a:t>
            </a:r>
          </a:p>
        </p:txBody>
      </p:sp>
      <p:sp>
        <p:nvSpPr>
          <p:cNvPr id="721" name="Text Box 33"/>
          <p:cNvSpPr txBox="1">
            <a:spLocks noChangeArrowheads="1"/>
          </p:cNvSpPr>
          <p:nvPr/>
        </p:nvSpPr>
        <p:spPr bwMode="auto">
          <a:xfrm>
            <a:off x="6081808" y="3695701"/>
            <a:ext cx="12954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fr-FR"/>
              <a:t>Fa0/0.</a:t>
            </a:r>
            <a:r>
              <a:rPr lang="fr-FR">
                <a:solidFill>
                  <a:srgbClr val="FF0000"/>
                </a:solidFill>
              </a:rPr>
              <a:t>3</a:t>
            </a:r>
          </a:p>
        </p:txBody>
      </p:sp>
      <p:sp>
        <p:nvSpPr>
          <p:cNvPr id="722" name="Text Box 34"/>
          <p:cNvSpPr txBox="1">
            <a:spLocks noChangeArrowheads="1"/>
          </p:cNvSpPr>
          <p:nvPr/>
        </p:nvSpPr>
        <p:spPr bwMode="auto">
          <a:xfrm>
            <a:off x="5116608" y="4206876"/>
            <a:ext cx="3168650" cy="1604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fr-FR" b="1" dirty="0">
                <a:latin typeface="Courier New" pitchFamily="49" charset="0"/>
                <a:cs typeface="Courier New" pitchFamily="49" charset="0"/>
              </a:rPr>
              <a:t>configure terminal</a:t>
            </a:r>
          </a:p>
          <a:p>
            <a:pPr marL="285750" indent="-285750" algn="l">
              <a:spcBef>
                <a:spcPct val="50000"/>
              </a:spcBef>
              <a:buFont typeface="Wingdings" panose="05000000000000000000" pitchFamily="2" charset="2"/>
              <a:buChar char="Ø"/>
            </a:pPr>
            <a:r>
              <a:rPr lang="fr-FR" dirty="0">
                <a:latin typeface="Courier New" pitchFamily="49" charset="0"/>
                <a:cs typeface="Courier New" pitchFamily="49" charset="0"/>
              </a:rPr>
              <a:t>interface </a:t>
            </a:r>
            <a:r>
              <a:rPr lang="fr-FR" b="1" dirty="0">
                <a:latin typeface="Courier New" pitchFamily="49" charset="0"/>
                <a:cs typeface="Courier New" pitchFamily="49" charset="0"/>
              </a:rPr>
              <a:t>Fa0/0.</a:t>
            </a:r>
            <a:r>
              <a:rPr lang="fr-FR" b="1" dirty="0">
                <a:solidFill>
                  <a:srgbClr val="FF0000"/>
                </a:solidFill>
                <a:latin typeface="Courier New" pitchFamily="49" charset="0"/>
                <a:cs typeface="Courier New" pitchFamily="49" charset="0"/>
              </a:rPr>
              <a:t>1</a:t>
            </a:r>
          </a:p>
          <a:p>
            <a:pPr marL="285750" indent="-285750" algn="l">
              <a:spcBef>
                <a:spcPct val="50000"/>
              </a:spcBef>
              <a:buFont typeface="Wingdings" panose="05000000000000000000" pitchFamily="2" charset="2"/>
              <a:buChar char="Ø"/>
            </a:pPr>
            <a:r>
              <a:rPr lang="fr-FR" dirty="0">
                <a:latin typeface="Courier New" pitchFamily="49" charset="0"/>
                <a:cs typeface="Courier New" pitchFamily="49" charset="0"/>
              </a:rPr>
              <a:t>interface </a:t>
            </a:r>
            <a:r>
              <a:rPr lang="fr-FR" b="1" dirty="0">
                <a:latin typeface="Courier New" pitchFamily="49" charset="0"/>
                <a:cs typeface="Courier New" pitchFamily="49" charset="0"/>
              </a:rPr>
              <a:t>Fa0/0.</a:t>
            </a:r>
            <a:r>
              <a:rPr lang="fr-FR" b="1" dirty="0">
                <a:solidFill>
                  <a:srgbClr val="FF0000"/>
                </a:solidFill>
                <a:latin typeface="Courier New" pitchFamily="49" charset="0"/>
                <a:cs typeface="Courier New" pitchFamily="49" charset="0"/>
              </a:rPr>
              <a:t>2</a:t>
            </a:r>
          </a:p>
          <a:p>
            <a:pPr marL="285750" indent="-285750" algn="l">
              <a:spcBef>
                <a:spcPct val="50000"/>
              </a:spcBef>
              <a:buFont typeface="Wingdings" panose="05000000000000000000" pitchFamily="2" charset="2"/>
              <a:buChar char="Ø"/>
            </a:pPr>
            <a:r>
              <a:rPr lang="fr-FR" dirty="0">
                <a:latin typeface="Courier New" pitchFamily="49" charset="0"/>
                <a:cs typeface="Courier New" pitchFamily="49" charset="0"/>
              </a:rPr>
              <a:t>interface </a:t>
            </a:r>
            <a:r>
              <a:rPr lang="fr-FR" b="1" dirty="0">
                <a:latin typeface="Courier New" pitchFamily="49" charset="0"/>
                <a:cs typeface="Courier New" pitchFamily="49" charset="0"/>
              </a:rPr>
              <a:t>Fa0/0.</a:t>
            </a:r>
            <a:r>
              <a:rPr lang="fr-FR" b="1" dirty="0">
                <a:solidFill>
                  <a:srgbClr val="FF0000"/>
                </a:solidFill>
                <a:latin typeface="Courier New" pitchFamily="49" charset="0"/>
                <a:cs typeface="Courier New" pitchFamily="49" charset="0"/>
              </a:rPr>
              <a:t>3</a:t>
            </a:r>
          </a:p>
        </p:txBody>
      </p:sp>
      <p:sp>
        <p:nvSpPr>
          <p:cNvPr id="723" name="Text Box 35"/>
          <p:cNvSpPr txBox="1">
            <a:spLocks noChangeArrowheads="1"/>
          </p:cNvSpPr>
          <p:nvPr/>
        </p:nvSpPr>
        <p:spPr bwMode="auto">
          <a:xfrm>
            <a:off x="795433" y="4638676"/>
            <a:ext cx="360045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fr-FR" sz="2400" dirty="0"/>
              <a:t>POUR CRÉER les SOUS-INTERFACES LOGIQUES :</a:t>
            </a:r>
          </a:p>
        </p:txBody>
      </p:sp>
      <p:sp>
        <p:nvSpPr>
          <p:cNvPr id="724" name="AutoShape 36"/>
          <p:cNvSpPr>
            <a:spLocks/>
          </p:cNvSpPr>
          <p:nvPr/>
        </p:nvSpPr>
        <p:spPr bwMode="auto">
          <a:xfrm>
            <a:off x="4756245" y="4206876"/>
            <a:ext cx="287338" cy="1727200"/>
          </a:xfrm>
          <a:prstGeom prst="leftBrace">
            <a:avLst>
              <a:gd name="adj1" fmla="val 50092"/>
              <a:gd name="adj2" fmla="val 50000"/>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fr-FR"/>
          </a:p>
        </p:txBody>
      </p:sp>
    </p:spTree>
    <p:extLst>
      <p:ext uri="{BB962C8B-B14F-4D97-AF65-F5344CB8AC3E}">
        <p14:creationId xmlns:p14="http://schemas.microsoft.com/office/powerpoint/2010/main" val="1276838696"/>
      </p:ext>
    </p:extLst>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9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1"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3"/>
          <p:cNvSpPr txBox="1">
            <a:spLocks/>
          </p:cNvSpPr>
          <p:nvPr/>
        </p:nvSpPr>
        <p:spPr>
          <a:xfrm>
            <a:off x="11421233" y="6619875"/>
            <a:ext cx="746929" cy="2381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1pPr>
            <a:lvl2pPr marL="742950" indent="-28575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2pPr>
            <a:lvl3pPr marL="1143000" indent="-22860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3pPr>
            <a:lvl4pPr marL="1600200" indent="-22860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4pPr>
            <a:lvl5pPr marL="2057400" indent="-22860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5pPr>
            <a:lvl6pPr marL="25146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6pPr>
            <a:lvl7pPr marL="29718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7pPr>
            <a:lvl8pPr marL="34290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8pPr>
            <a:lvl9pPr marL="38862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9pPr>
          </a:lstStyle>
          <a:p>
            <a:pPr algn="r" eaLnBrk="1" hangingPunct="1"/>
            <a:fld id="{A6099D49-99EB-46B5-BBE2-692892430483}" type="slidenum">
              <a:rPr lang="en-US" altLang="fr-FR" sz="1200" smtClean="0">
                <a:solidFill>
                  <a:srgbClr val="000000"/>
                </a:solidFill>
              </a:rPr>
              <a:pPr algn="r" eaLnBrk="1" hangingPunct="1"/>
              <a:t>14</a:t>
            </a:fld>
            <a:endParaRPr lang="en-US" altLang="fr-FR" sz="1200" dirty="0">
              <a:solidFill>
                <a:srgbClr val="000000"/>
              </a:solidFill>
            </a:endParaRPr>
          </a:p>
        </p:txBody>
      </p:sp>
      <p:sp>
        <p:nvSpPr>
          <p:cNvPr id="4" name="Titre 3"/>
          <p:cNvSpPr>
            <a:spLocks noGrp="1"/>
          </p:cNvSpPr>
          <p:nvPr>
            <p:ph type="title"/>
          </p:nvPr>
        </p:nvSpPr>
        <p:spPr>
          <a:xfrm>
            <a:off x="394138" y="0"/>
            <a:ext cx="11027095" cy="685800"/>
          </a:xfrm>
        </p:spPr>
        <p:txBody>
          <a:bodyPr/>
          <a:lstStyle/>
          <a:p>
            <a:pPr>
              <a:lnSpc>
                <a:spcPct val="100000"/>
              </a:lnSpc>
            </a:pPr>
            <a:r>
              <a:rPr lang="fr-FR" sz="3200" spc="-100" dirty="0">
                <a:solidFill>
                  <a:srgbClr val="1F497D"/>
                </a:solidFill>
                <a:latin typeface="Cambria"/>
              </a:rPr>
              <a:t>Solutions pour la communication inter-VLANs</a:t>
            </a:r>
            <a:endParaRPr lang="fr-FR" sz="3200" spc="-100" dirty="0">
              <a:solidFill>
                <a:srgbClr val="1F497D"/>
              </a:solidFill>
              <a:latin typeface="Cambria"/>
              <a:ea typeface="+mj-ea"/>
              <a:cs typeface="+mj-cs"/>
            </a:endParaRPr>
          </a:p>
        </p:txBody>
      </p:sp>
      <p:sp>
        <p:nvSpPr>
          <p:cNvPr id="5" name="Rectangle 4"/>
          <p:cNvSpPr/>
          <p:nvPr/>
        </p:nvSpPr>
        <p:spPr>
          <a:xfrm>
            <a:off x="132202" y="1013548"/>
            <a:ext cx="11289031" cy="5725389"/>
          </a:xfrm>
          <a:prstGeom prst="rect">
            <a:avLst/>
          </a:prstGeom>
          <a:noFill/>
          <a:ln w="38100">
            <a:gradFill>
              <a:gsLst>
                <a:gs pos="0">
                  <a:srgbClr val="000082"/>
                </a:gs>
                <a:gs pos="30000">
                  <a:srgbClr val="66008F"/>
                </a:gs>
                <a:gs pos="64999">
                  <a:srgbClr val="BA0066"/>
                </a:gs>
                <a:gs pos="89999">
                  <a:srgbClr val="FF0000"/>
                </a:gs>
                <a:gs pos="100000">
                  <a:srgbClr val="FF8200"/>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4" name="Rectangle à coins arrondis 1">
            <a:extLst>
              <a:ext uri="{FF2B5EF4-FFF2-40B4-BE49-F238E27FC236}">
                <a16:creationId xmlns:a16="http://schemas.microsoft.com/office/drawing/2014/main" id="{308AD588-9C53-4A9C-BFCF-5A0F8664F0BB}"/>
              </a:ext>
            </a:extLst>
          </p:cNvPr>
          <p:cNvSpPr/>
          <p:nvPr/>
        </p:nvSpPr>
        <p:spPr>
          <a:xfrm>
            <a:off x="500032" y="794254"/>
            <a:ext cx="10391375" cy="526726"/>
          </a:xfrm>
          <a:prstGeom prst="round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path path="circle">
              <a:fillToRect t="100000" r="100000"/>
            </a:path>
            <a:tileRect l="-100000" b="-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2800" spc="-100" dirty="0">
                <a:solidFill>
                  <a:srgbClr val="1F497D"/>
                </a:solidFill>
                <a:latin typeface="Cambria"/>
              </a:rPr>
              <a:t>Exemples : </a:t>
            </a:r>
            <a:r>
              <a:rPr lang="fr-FR" altLang="fr-FR" sz="2800" spc="-100" dirty="0">
                <a:solidFill>
                  <a:srgbClr val="1F497D"/>
                </a:solidFill>
                <a:latin typeface="Cambria"/>
              </a:rPr>
              <a:t>Utilisation d’un routeur :  sous interfaces</a:t>
            </a:r>
          </a:p>
        </p:txBody>
      </p:sp>
      <p:cxnSp>
        <p:nvCxnSpPr>
          <p:cNvPr id="679" name="Connecteur droit 678">
            <a:extLst>
              <a:ext uri="{FF2B5EF4-FFF2-40B4-BE49-F238E27FC236}">
                <a16:creationId xmlns:a16="http://schemas.microsoft.com/office/drawing/2014/main" id="{AC6DD3EC-7BF1-4640-A4AD-0AB5D2D6334F}"/>
              </a:ext>
            </a:extLst>
          </p:cNvPr>
          <p:cNvCxnSpPr/>
          <p:nvPr/>
        </p:nvCxnSpPr>
        <p:spPr>
          <a:xfrm>
            <a:off x="641445" y="1132993"/>
            <a:ext cx="0" cy="5636994"/>
          </a:xfrm>
          <a:prstGeom prst="line">
            <a:avLst/>
          </a:prstGeom>
        </p:spPr>
        <p:style>
          <a:lnRef idx="1">
            <a:schemeClr val="accent1"/>
          </a:lnRef>
          <a:fillRef idx="0">
            <a:schemeClr val="accent1"/>
          </a:fillRef>
          <a:effectRef idx="0">
            <a:schemeClr val="accent1"/>
          </a:effectRef>
          <a:fontRef idx="minor">
            <a:schemeClr val="tx1"/>
          </a:fontRef>
        </p:style>
      </p:cxnSp>
      <p:sp>
        <p:nvSpPr>
          <p:cNvPr id="76" name="Rectangle 3"/>
          <p:cNvSpPr txBox="1">
            <a:spLocks noChangeArrowheads="1"/>
          </p:cNvSpPr>
          <p:nvPr/>
        </p:nvSpPr>
        <p:spPr>
          <a:xfrm>
            <a:off x="641445" y="1375012"/>
            <a:ext cx="10249962" cy="584142"/>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fr-FR" dirty="0"/>
              <a:t>Chaque sous-interface est associée à un </a:t>
            </a:r>
            <a:r>
              <a:rPr lang="fr-FR" dirty="0">
                <a:solidFill>
                  <a:srgbClr val="00B050"/>
                </a:solidFill>
              </a:rPr>
              <a:t>numéro de VLAN</a:t>
            </a:r>
          </a:p>
          <a:p>
            <a:pPr>
              <a:buFont typeface="Wingdings" pitchFamily="2" charset="2"/>
              <a:buNone/>
            </a:pPr>
            <a:endParaRPr lang="fr-FR" dirty="0"/>
          </a:p>
        </p:txBody>
      </p:sp>
      <p:grpSp>
        <p:nvGrpSpPr>
          <p:cNvPr id="77" name="Group 4"/>
          <p:cNvGrpSpPr>
            <a:grpSpLocks noChangeAspect="1"/>
          </p:cNvGrpSpPr>
          <p:nvPr/>
        </p:nvGrpSpPr>
        <p:grpSpPr bwMode="auto">
          <a:xfrm>
            <a:off x="1084358" y="2757725"/>
            <a:ext cx="2592387" cy="1319212"/>
            <a:chOff x="2517" y="1616"/>
            <a:chExt cx="908" cy="462"/>
          </a:xfrm>
        </p:grpSpPr>
        <p:sp>
          <p:nvSpPr>
            <p:cNvPr id="78" name="AutoShape 5"/>
            <p:cNvSpPr>
              <a:spLocks noChangeAspect="1" noChangeArrowheads="1" noTextEdit="1"/>
            </p:cNvSpPr>
            <p:nvPr/>
          </p:nvSpPr>
          <p:spPr bwMode="auto">
            <a:xfrm>
              <a:off x="2517" y="1619"/>
              <a:ext cx="908" cy="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79" name="Oval 6"/>
            <p:cNvSpPr>
              <a:spLocks noChangeAspect="1" noChangeArrowheads="1"/>
            </p:cNvSpPr>
            <p:nvPr/>
          </p:nvSpPr>
          <p:spPr bwMode="auto">
            <a:xfrm>
              <a:off x="2519" y="1811"/>
              <a:ext cx="904" cy="265"/>
            </a:xfrm>
            <a:prstGeom prst="ellipse">
              <a:avLst/>
            </a:prstGeom>
            <a:gradFill rotWithShape="1">
              <a:gsLst>
                <a:gs pos="0">
                  <a:srgbClr val="66FFCC"/>
                </a:gs>
                <a:gs pos="100000">
                  <a:srgbClr val="66FFCC">
                    <a:gamma/>
                    <a:shade val="46275"/>
                    <a:invGamma/>
                  </a:srgbClr>
                </a:gs>
              </a:gsLst>
              <a:lin ang="0" scaled="1"/>
            </a:gradFill>
            <a:ln w="12700">
              <a:solidFill>
                <a:srgbClr val="009999"/>
              </a:solidFill>
              <a:round/>
              <a:headEnd/>
              <a:tailEnd/>
            </a:ln>
          </p:spPr>
          <p:txBody>
            <a:bodyPr/>
            <a:lstStyle/>
            <a:p>
              <a:endParaRPr lang="fr-FR"/>
            </a:p>
          </p:txBody>
        </p:sp>
        <p:sp>
          <p:nvSpPr>
            <p:cNvPr id="80" name="Rectangle 7"/>
            <p:cNvSpPr>
              <a:spLocks noChangeAspect="1" noChangeArrowheads="1"/>
            </p:cNvSpPr>
            <p:nvPr/>
          </p:nvSpPr>
          <p:spPr bwMode="auto">
            <a:xfrm>
              <a:off x="2517" y="1756"/>
              <a:ext cx="903" cy="18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81" name="Rectangle 8"/>
            <p:cNvSpPr>
              <a:spLocks noChangeAspect="1" noChangeArrowheads="1"/>
            </p:cNvSpPr>
            <p:nvPr/>
          </p:nvSpPr>
          <p:spPr bwMode="auto">
            <a:xfrm>
              <a:off x="2518" y="1756"/>
              <a:ext cx="903" cy="189"/>
            </a:xfrm>
            <a:prstGeom prst="rect">
              <a:avLst/>
            </a:prstGeom>
            <a:gradFill rotWithShape="1">
              <a:gsLst>
                <a:gs pos="0">
                  <a:srgbClr val="66FFCC"/>
                </a:gs>
                <a:gs pos="100000">
                  <a:srgbClr val="66FFCC">
                    <a:gamma/>
                    <a:shade val="46275"/>
                    <a:invGamma/>
                  </a:srgbClr>
                </a:gs>
              </a:gsLst>
              <a:lin ang="0" scaled="1"/>
            </a:gradFill>
            <a:ln>
              <a:noFill/>
            </a:ln>
            <a:extLst>
              <a:ext uri="{91240B29-F687-4F45-9708-019B960494DF}">
                <a14:hiddenLine xmlns:a14="http://schemas.microsoft.com/office/drawing/2010/main" w="9525">
                  <a:solidFill>
                    <a:srgbClr val="33CCCC"/>
                  </a:solidFill>
                  <a:miter lim="800000"/>
                  <a:headEnd/>
                  <a:tailEnd/>
                </a14:hiddenLine>
              </a:ext>
            </a:extLst>
          </p:spPr>
          <p:txBody>
            <a:bodyPr/>
            <a:lstStyle/>
            <a:p>
              <a:endParaRPr lang="fr-FR"/>
            </a:p>
          </p:txBody>
        </p:sp>
        <p:sp>
          <p:nvSpPr>
            <p:cNvPr id="82" name="Oval 9"/>
            <p:cNvSpPr>
              <a:spLocks noChangeAspect="1" noChangeArrowheads="1"/>
            </p:cNvSpPr>
            <p:nvPr/>
          </p:nvSpPr>
          <p:spPr bwMode="auto">
            <a:xfrm>
              <a:off x="2519" y="1616"/>
              <a:ext cx="904" cy="265"/>
            </a:xfrm>
            <a:prstGeom prst="ellipse">
              <a:avLst/>
            </a:prstGeom>
            <a:solidFill>
              <a:srgbClr val="66FFCC"/>
            </a:solidFill>
            <a:ln w="12700">
              <a:solidFill>
                <a:srgbClr val="009999"/>
              </a:solidFill>
              <a:round/>
              <a:headEnd/>
              <a:tailEnd/>
            </a:ln>
          </p:spPr>
          <p:txBody>
            <a:bodyPr/>
            <a:lstStyle/>
            <a:p>
              <a:endParaRPr lang="fr-FR"/>
            </a:p>
          </p:txBody>
        </p:sp>
        <p:grpSp>
          <p:nvGrpSpPr>
            <p:cNvPr id="83" name="Group 10"/>
            <p:cNvGrpSpPr>
              <a:grpSpLocks noChangeAspect="1"/>
            </p:cNvGrpSpPr>
            <p:nvPr/>
          </p:nvGrpSpPr>
          <p:grpSpPr bwMode="auto">
            <a:xfrm>
              <a:off x="2655" y="1652"/>
              <a:ext cx="621" cy="199"/>
              <a:chOff x="914" y="2243"/>
              <a:chExt cx="2392" cy="766"/>
            </a:xfrm>
          </p:grpSpPr>
          <p:sp>
            <p:nvSpPr>
              <p:cNvPr id="90" name="Freeform 11"/>
              <p:cNvSpPr>
                <a:spLocks noChangeAspect="1"/>
              </p:cNvSpPr>
              <p:nvPr/>
            </p:nvSpPr>
            <p:spPr bwMode="auto">
              <a:xfrm>
                <a:off x="2163" y="2261"/>
                <a:ext cx="1143" cy="328"/>
              </a:xfrm>
              <a:custGeom>
                <a:avLst/>
                <a:gdLst>
                  <a:gd name="T0" fmla="*/ 0 w 1143"/>
                  <a:gd name="T1" fmla="*/ 255 h 328"/>
                  <a:gd name="T2" fmla="*/ 254 w 1143"/>
                  <a:gd name="T3" fmla="*/ 328 h 328"/>
                  <a:gd name="T4" fmla="*/ 868 w 1143"/>
                  <a:gd name="T5" fmla="*/ 109 h 328"/>
                  <a:gd name="T6" fmla="*/ 1143 w 1143"/>
                  <a:gd name="T7" fmla="*/ 182 h 328"/>
                  <a:gd name="T8" fmla="*/ 995 w 1143"/>
                  <a:gd name="T9" fmla="*/ 0 h 328"/>
                  <a:gd name="T10" fmla="*/ 275 w 1143"/>
                  <a:gd name="T11" fmla="*/ 0 h 328"/>
                  <a:gd name="T12" fmla="*/ 572 w 1143"/>
                  <a:gd name="T13" fmla="*/ 55 h 328"/>
                  <a:gd name="T14" fmla="*/ 0 w 1143"/>
                  <a:gd name="T15" fmla="*/ 255 h 3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28">
                    <a:moveTo>
                      <a:pt x="0" y="255"/>
                    </a:moveTo>
                    <a:lnTo>
                      <a:pt x="254" y="328"/>
                    </a:lnTo>
                    <a:lnTo>
                      <a:pt x="868" y="109"/>
                    </a:lnTo>
                    <a:lnTo>
                      <a:pt x="1143" y="182"/>
                    </a:lnTo>
                    <a:lnTo>
                      <a:pt x="995" y="0"/>
                    </a:lnTo>
                    <a:lnTo>
                      <a:pt x="275" y="0"/>
                    </a:lnTo>
                    <a:lnTo>
                      <a:pt x="572" y="55"/>
                    </a:lnTo>
                    <a:lnTo>
                      <a:pt x="0" y="255"/>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91" name="Freeform 12"/>
              <p:cNvSpPr>
                <a:spLocks noChangeAspect="1"/>
              </p:cNvSpPr>
              <p:nvPr/>
            </p:nvSpPr>
            <p:spPr bwMode="auto">
              <a:xfrm>
                <a:off x="2163" y="2261"/>
                <a:ext cx="1143" cy="328"/>
              </a:xfrm>
              <a:custGeom>
                <a:avLst/>
                <a:gdLst>
                  <a:gd name="T0" fmla="*/ 0 w 1143"/>
                  <a:gd name="T1" fmla="*/ 255 h 328"/>
                  <a:gd name="T2" fmla="*/ 254 w 1143"/>
                  <a:gd name="T3" fmla="*/ 328 h 328"/>
                  <a:gd name="T4" fmla="*/ 868 w 1143"/>
                  <a:gd name="T5" fmla="*/ 109 h 328"/>
                  <a:gd name="T6" fmla="*/ 1143 w 1143"/>
                  <a:gd name="T7" fmla="*/ 182 h 328"/>
                  <a:gd name="T8" fmla="*/ 995 w 1143"/>
                  <a:gd name="T9" fmla="*/ 0 h 328"/>
                  <a:gd name="T10" fmla="*/ 275 w 1143"/>
                  <a:gd name="T11" fmla="*/ 0 h 328"/>
                  <a:gd name="T12" fmla="*/ 572 w 1143"/>
                  <a:gd name="T13" fmla="*/ 55 h 328"/>
                  <a:gd name="T14" fmla="*/ 0 w 1143"/>
                  <a:gd name="T15" fmla="*/ 255 h 3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28">
                    <a:moveTo>
                      <a:pt x="0" y="255"/>
                    </a:moveTo>
                    <a:lnTo>
                      <a:pt x="254" y="328"/>
                    </a:lnTo>
                    <a:lnTo>
                      <a:pt x="868" y="109"/>
                    </a:lnTo>
                    <a:lnTo>
                      <a:pt x="1143" y="182"/>
                    </a:lnTo>
                    <a:lnTo>
                      <a:pt x="995" y="0"/>
                    </a:lnTo>
                    <a:lnTo>
                      <a:pt x="275" y="0"/>
                    </a:lnTo>
                    <a:lnTo>
                      <a:pt x="572" y="55"/>
                    </a:lnTo>
                    <a:lnTo>
                      <a:pt x="0" y="255"/>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92" name="Freeform 13"/>
              <p:cNvSpPr>
                <a:spLocks noChangeAspect="1"/>
              </p:cNvSpPr>
              <p:nvPr/>
            </p:nvSpPr>
            <p:spPr bwMode="auto">
              <a:xfrm>
                <a:off x="914" y="2644"/>
                <a:ext cx="1143" cy="346"/>
              </a:xfrm>
              <a:custGeom>
                <a:avLst/>
                <a:gdLst>
                  <a:gd name="T0" fmla="*/ 1143 w 1143"/>
                  <a:gd name="T1" fmla="*/ 73 h 346"/>
                  <a:gd name="T2" fmla="*/ 889 w 1143"/>
                  <a:gd name="T3" fmla="*/ 0 h 346"/>
                  <a:gd name="T4" fmla="*/ 297 w 1143"/>
                  <a:gd name="T5" fmla="*/ 219 h 346"/>
                  <a:gd name="T6" fmla="*/ 0 w 1143"/>
                  <a:gd name="T7" fmla="*/ 146 h 346"/>
                  <a:gd name="T8" fmla="*/ 148 w 1143"/>
                  <a:gd name="T9" fmla="*/ 346 h 346"/>
                  <a:gd name="T10" fmla="*/ 889 w 1143"/>
                  <a:gd name="T11" fmla="*/ 346 h 346"/>
                  <a:gd name="T12" fmla="*/ 572 w 1143"/>
                  <a:gd name="T13" fmla="*/ 273 h 346"/>
                  <a:gd name="T14" fmla="*/ 1143 w 1143"/>
                  <a:gd name="T15" fmla="*/ 73 h 34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46">
                    <a:moveTo>
                      <a:pt x="1143" y="73"/>
                    </a:moveTo>
                    <a:lnTo>
                      <a:pt x="889" y="0"/>
                    </a:lnTo>
                    <a:lnTo>
                      <a:pt x="297" y="219"/>
                    </a:lnTo>
                    <a:lnTo>
                      <a:pt x="0" y="146"/>
                    </a:lnTo>
                    <a:lnTo>
                      <a:pt x="148" y="346"/>
                    </a:lnTo>
                    <a:lnTo>
                      <a:pt x="889" y="346"/>
                    </a:lnTo>
                    <a:lnTo>
                      <a:pt x="572" y="273"/>
                    </a:lnTo>
                    <a:lnTo>
                      <a:pt x="1143" y="73"/>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93" name="Freeform 14"/>
              <p:cNvSpPr>
                <a:spLocks noChangeAspect="1"/>
              </p:cNvSpPr>
              <p:nvPr/>
            </p:nvSpPr>
            <p:spPr bwMode="auto">
              <a:xfrm>
                <a:off x="914" y="2644"/>
                <a:ext cx="1143" cy="346"/>
              </a:xfrm>
              <a:custGeom>
                <a:avLst/>
                <a:gdLst>
                  <a:gd name="T0" fmla="*/ 1143 w 1143"/>
                  <a:gd name="T1" fmla="*/ 73 h 346"/>
                  <a:gd name="T2" fmla="*/ 889 w 1143"/>
                  <a:gd name="T3" fmla="*/ 0 h 346"/>
                  <a:gd name="T4" fmla="*/ 297 w 1143"/>
                  <a:gd name="T5" fmla="*/ 219 h 346"/>
                  <a:gd name="T6" fmla="*/ 0 w 1143"/>
                  <a:gd name="T7" fmla="*/ 146 h 346"/>
                  <a:gd name="T8" fmla="*/ 148 w 1143"/>
                  <a:gd name="T9" fmla="*/ 346 h 346"/>
                  <a:gd name="T10" fmla="*/ 889 w 1143"/>
                  <a:gd name="T11" fmla="*/ 346 h 346"/>
                  <a:gd name="T12" fmla="*/ 572 w 1143"/>
                  <a:gd name="T13" fmla="*/ 273 h 346"/>
                  <a:gd name="T14" fmla="*/ 1143 w 1143"/>
                  <a:gd name="T15" fmla="*/ 73 h 34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46">
                    <a:moveTo>
                      <a:pt x="1143" y="73"/>
                    </a:moveTo>
                    <a:lnTo>
                      <a:pt x="889" y="0"/>
                    </a:lnTo>
                    <a:lnTo>
                      <a:pt x="297" y="219"/>
                    </a:lnTo>
                    <a:lnTo>
                      <a:pt x="0" y="146"/>
                    </a:lnTo>
                    <a:lnTo>
                      <a:pt x="148" y="346"/>
                    </a:lnTo>
                    <a:lnTo>
                      <a:pt x="889" y="346"/>
                    </a:lnTo>
                    <a:lnTo>
                      <a:pt x="572" y="273"/>
                    </a:lnTo>
                    <a:lnTo>
                      <a:pt x="1143" y="73"/>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94" name="Freeform 15"/>
              <p:cNvSpPr>
                <a:spLocks noChangeAspect="1"/>
              </p:cNvSpPr>
              <p:nvPr/>
            </p:nvSpPr>
            <p:spPr bwMode="auto">
              <a:xfrm>
                <a:off x="978" y="2243"/>
                <a:ext cx="1143" cy="328"/>
              </a:xfrm>
              <a:custGeom>
                <a:avLst/>
                <a:gdLst>
                  <a:gd name="T0" fmla="*/ 0 w 1143"/>
                  <a:gd name="T1" fmla="*/ 73 h 328"/>
                  <a:gd name="T2" fmla="*/ 254 w 1143"/>
                  <a:gd name="T3" fmla="*/ 0 h 328"/>
                  <a:gd name="T4" fmla="*/ 868 w 1143"/>
                  <a:gd name="T5" fmla="*/ 200 h 328"/>
                  <a:gd name="T6" fmla="*/ 1143 w 1143"/>
                  <a:gd name="T7" fmla="*/ 146 h 328"/>
                  <a:gd name="T8" fmla="*/ 995 w 1143"/>
                  <a:gd name="T9" fmla="*/ 328 h 328"/>
                  <a:gd name="T10" fmla="*/ 275 w 1143"/>
                  <a:gd name="T11" fmla="*/ 328 h 328"/>
                  <a:gd name="T12" fmla="*/ 571 w 1143"/>
                  <a:gd name="T13" fmla="*/ 273 h 328"/>
                  <a:gd name="T14" fmla="*/ 0 w 1143"/>
                  <a:gd name="T15" fmla="*/ 73 h 3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28">
                    <a:moveTo>
                      <a:pt x="0" y="73"/>
                    </a:moveTo>
                    <a:lnTo>
                      <a:pt x="254" y="0"/>
                    </a:lnTo>
                    <a:lnTo>
                      <a:pt x="868" y="200"/>
                    </a:lnTo>
                    <a:lnTo>
                      <a:pt x="1143" y="146"/>
                    </a:lnTo>
                    <a:lnTo>
                      <a:pt x="995" y="328"/>
                    </a:lnTo>
                    <a:lnTo>
                      <a:pt x="275" y="328"/>
                    </a:lnTo>
                    <a:lnTo>
                      <a:pt x="571" y="273"/>
                    </a:lnTo>
                    <a:lnTo>
                      <a:pt x="0" y="73"/>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95" name="Freeform 16"/>
              <p:cNvSpPr>
                <a:spLocks noChangeAspect="1"/>
              </p:cNvSpPr>
              <p:nvPr/>
            </p:nvSpPr>
            <p:spPr bwMode="auto">
              <a:xfrm>
                <a:off x="978" y="2243"/>
                <a:ext cx="1143" cy="328"/>
              </a:xfrm>
              <a:custGeom>
                <a:avLst/>
                <a:gdLst>
                  <a:gd name="T0" fmla="*/ 0 w 1143"/>
                  <a:gd name="T1" fmla="*/ 73 h 328"/>
                  <a:gd name="T2" fmla="*/ 254 w 1143"/>
                  <a:gd name="T3" fmla="*/ 0 h 328"/>
                  <a:gd name="T4" fmla="*/ 868 w 1143"/>
                  <a:gd name="T5" fmla="*/ 200 h 328"/>
                  <a:gd name="T6" fmla="*/ 1143 w 1143"/>
                  <a:gd name="T7" fmla="*/ 146 h 328"/>
                  <a:gd name="T8" fmla="*/ 995 w 1143"/>
                  <a:gd name="T9" fmla="*/ 328 h 328"/>
                  <a:gd name="T10" fmla="*/ 275 w 1143"/>
                  <a:gd name="T11" fmla="*/ 328 h 328"/>
                  <a:gd name="T12" fmla="*/ 571 w 1143"/>
                  <a:gd name="T13" fmla="*/ 273 h 328"/>
                  <a:gd name="T14" fmla="*/ 0 w 1143"/>
                  <a:gd name="T15" fmla="*/ 73 h 3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28">
                    <a:moveTo>
                      <a:pt x="0" y="73"/>
                    </a:moveTo>
                    <a:lnTo>
                      <a:pt x="254" y="0"/>
                    </a:lnTo>
                    <a:lnTo>
                      <a:pt x="868" y="200"/>
                    </a:lnTo>
                    <a:lnTo>
                      <a:pt x="1143" y="146"/>
                    </a:lnTo>
                    <a:lnTo>
                      <a:pt x="995" y="328"/>
                    </a:lnTo>
                    <a:lnTo>
                      <a:pt x="275" y="328"/>
                    </a:lnTo>
                    <a:lnTo>
                      <a:pt x="571" y="273"/>
                    </a:lnTo>
                    <a:lnTo>
                      <a:pt x="0" y="73"/>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96" name="Freeform 17"/>
              <p:cNvSpPr>
                <a:spLocks noChangeAspect="1"/>
              </p:cNvSpPr>
              <p:nvPr/>
            </p:nvSpPr>
            <p:spPr bwMode="auto">
              <a:xfrm>
                <a:off x="2121" y="2680"/>
                <a:ext cx="1143" cy="329"/>
              </a:xfrm>
              <a:custGeom>
                <a:avLst/>
                <a:gdLst>
                  <a:gd name="T0" fmla="*/ 1143 w 1143"/>
                  <a:gd name="T1" fmla="*/ 256 h 329"/>
                  <a:gd name="T2" fmla="*/ 889 w 1143"/>
                  <a:gd name="T3" fmla="*/ 329 h 329"/>
                  <a:gd name="T4" fmla="*/ 296 w 1143"/>
                  <a:gd name="T5" fmla="*/ 110 h 329"/>
                  <a:gd name="T6" fmla="*/ 0 w 1143"/>
                  <a:gd name="T7" fmla="*/ 183 h 329"/>
                  <a:gd name="T8" fmla="*/ 148 w 1143"/>
                  <a:gd name="T9" fmla="*/ 0 h 329"/>
                  <a:gd name="T10" fmla="*/ 889 w 1143"/>
                  <a:gd name="T11" fmla="*/ 0 h 329"/>
                  <a:gd name="T12" fmla="*/ 571 w 1143"/>
                  <a:gd name="T13" fmla="*/ 55 h 329"/>
                  <a:gd name="T14" fmla="*/ 1143 w 1143"/>
                  <a:gd name="T15" fmla="*/ 256 h 32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29">
                    <a:moveTo>
                      <a:pt x="1143" y="256"/>
                    </a:moveTo>
                    <a:lnTo>
                      <a:pt x="889" y="329"/>
                    </a:lnTo>
                    <a:lnTo>
                      <a:pt x="296" y="110"/>
                    </a:lnTo>
                    <a:lnTo>
                      <a:pt x="0" y="183"/>
                    </a:lnTo>
                    <a:lnTo>
                      <a:pt x="148" y="0"/>
                    </a:lnTo>
                    <a:lnTo>
                      <a:pt x="889" y="0"/>
                    </a:lnTo>
                    <a:lnTo>
                      <a:pt x="571" y="55"/>
                    </a:lnTo>
                    <a:lnTo>
                      <a:pt x="1143" y="25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97" name="Freeform 18"/>
              <p:cNvSpPr>
                <a:spLocks noChangeAspect="1"/>
              </p:cNvSpPr>
              <p:nvPr/>
            </p:nvSpPr>
            <p:spPr bwMode="auto">
              <a:xfrm>
                <a:off x="2121" y="2680"/>
                <a:ext cx="1143" cy="329"/>
              </a:xfrm>
              <a:custGeom>
                <a:avLst/>
                <a:gdLst>
                  <a:gd name="T0" fmla="*/ 1143 w 1143"/>
                  <a:gd name="T1" fmla="*/ 256 h 329"/>
                  <a:gd name="T2" fmla="*/ 889 w 1143"/>
                  <a:gd name="T3" fmla="*/ 329 h 329"/>
                  <a:gd name="T4" fmla="*/ 296 w 1143"/>
                  <a:gd name="T5" fmla="*/ 110 h 329"/>
                  <a:gd name="T6" fmla="*/ 0 w 1143"/>
                  <a:gd name="T7" fmla="*/ 183 h 329"/>
                  <a:gd name="T8" fmla="*/ 148 w 1143"/>
                  <a:gd name="T9" fmla="*/ 0 h 329"/>
                  <a:gd name="T10" fmla="*/ 889 w 1143"/>
                  <a:gd name="T11" fmla="*/ 0 h 329"/>
                  <a:gd name="T12" fmla="*/ 571 w 1143"/>
                  <a:gd name="T13" fmla="*/ 55 h 329"/>
                  <a:gd name="T14" fmla="*/ 1143 w 1143"/>
                  <a:gd name="T15" fmla="*/ 256 h 32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29">
                    <a:moveTo>
                      <a:pt x="1143" y="256"/>
                    </a:moveTo>
                    <a:lnTo>
                      <a:pt x="889" y="329"/>
                    </a:lnTo>
                    <a:lnTo>
                      <a:pt x="296" y="110"/>
                    </a:lnTo>
                    <a:lnTo>
                      <a:pt x="0" y="183"/>
                    </a:lnTo>
                    <a:lnTo>
                      <a:pt x="148" y="0"/>
                    </a:lnTo>
                    <a:lnTo>
                      <a:pt x="889" y="0"/>
                    </a:lnTo>
                    <a:lnTo>
                      <a:pt x="571" y="55"/>
                    </a:lnTo>
                    <a:lnTo>
                      <a:pt x="1143" y="25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grpSp>
        <p:sp>
          <p:nvSpPr>
            <p:cNvPr id="84" name="Freeform 19"/>
            <p:cNvSpPr>
              <a:spLocks noChangeAspect="1"/>
            </p:cNvSpPr>
            <p:nvPr/>
          </p:nvSpPr>
          <p:spPr bwMode="auto">
            <a:xfrm>
              <a:off x="2972" y="1646"/>
              <a:ext cx="297" cy="85"/>
            </a:xfrm>
            <a:custGeom>
              <a:avLst/>
              <a:gdLst>
                <a:gd name="T0" fmla="*/ 0 w 1144"/>
                <a:gd name="T1" fmla="*/ 255 h 328"/>
                <a:gd name="T2" fmla="*/ 254 w 1144"/>
                <a:gd name="T3" fmla="*/ 328 h 328"/>
                <a:gd name="T4" fmla="*/ 868 w 1144"/>
                <a:gd name="T5" fmla="*/ 110 h 328"/>
                <a:gd name="T6" fmla="*/ 1144 w 1144"/>
                <a:gd name="T7" fmla="*/ 183 h 328"/>
                <a:gd name="T8" fmla="*/ 995 w 1144"/>
                <a:gd name="T9" fmla="*/ 0 h 328"/>
                <a:gd name="T10" fmla="*/ 276 w 1144"/>
                <a:gd name="T11" fmla="*/ 0 h 328"/>
                <a:gd name="T12" fmla="*/ 572 w 1144"/>
                <a:gd name="T13" fmla="*/ 55 h 328"/>
                <a:gd name="T14" fmla="*/ 0 w 1144"/>
                <a:gd name="T15" fmla="*/ 255 h 3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4" h="328">
                  <a:moveTo>
                    <a:pt x="0" y="255"/>
                  </a:moveTo>
                  <a:lnTo>
                    <a:pt x="254" y="328"/>
                  </a:lnTo>
                  <a:lnTo>
                    <a:pt x="868" y="110"/>
                  </a:lnTo>
                  <a:lnTo>
                    <a:pt x="1144" y="183"/>
                  </a:lnTo>
                  <a:lnTo>
                    <a:pt x="995" y="0"/>
                  </a:lnTo>
                  <a:lnTo>
                    <a:pt x="276" y="0"/>
                  </a:lnTo>
                  <a:lnTo>
                    <a:pt x="572" y="55"/>
                  </a:lnTo>
                  <a:lnTo>
                    <a:pt x="0" y="25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85" name="Freeform 20"/>
            <p:cNvSpPr>
              <a:spLocks noChangeAspect="1"/>
            </p:cNvSpPr>
            <p:nvPr/>
          </p:nvSpPr>
          <p:spPr bwMode="auto">
            <a:xfrm>
              <a:off x="2647" y="1745"/>
              <a:ext cx="297" cy="90"/>
            </a:xfrm>
            <a:custGeom>
              <a:avLst/>
              <a:gdLst>
                <a:gd name="T0" fmla="*/ 1144 w 1144"/>
                <a:gd name="T1" fmla="*/ 73 h 347"/>
                <a:gd name="T2" fmla="*/ 890 w 1144"/>
                <a:gd name="T3" fmla="*/ 0 h 347"/>
                <a:gd name="T4" fmla="*/ 297 w 1144"/>
                <a:gd name="T5" fmla="*/ 219 h 347"/>
                <a:gd name="T6" fmla="*/ 0 w 1144"/>
                <a:gd name="T7" fmla="*/ 146 h 347"/>
                <a:gd name="T8" fmla="*/ 149 w 1144"/>
                <a:gd name="T9" fmla="*/ 347 h 347"/>
                <a:gd name="T10" fmla="*/ 890 w 1144"/>
                <a:gd name="T11" fmla="*/ 347 h 347"/>
                <a:gd name="T12" fmla="*/ 572 w 1144"/>
                <a:gd name="T13" fmla="*/ 274 h 347"/>
                <a:gd name="T14" fmla="*/ 1144 w 1144"/>
                <a:gd name="T15" fmla="*/ 73 h 34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4" h="347">
                  <a:moveTo>
                    <a:pt x="1144" y="73"/>
                  </a:moveTo>
                  <a:lnTo>
                    <a:pt x="890" y="0"/>
                  </a:lnTo>
                  <a:lnTo>
                    <a:pt x="297" y="219"/>
                  </a:lnTo>
                  <a:lnTo>
                    <a:pt x="0" y="146"/>
                  </a:lnTo>
                  <a:lnTo>
                    <a:pt x="149" y="347"/>
                  </a:lnTo>
                  <a:lnTo>
                    <a:pt x="890" y="347"/>
                  </a:lnTo>
                  <a:lnTo>
                    <a:pt x="572" y="274"/>
                  </a:lnTo>
                  <a:lnTo>
                    <a:pt x="1144" y="7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86" name="Freeform 21"/>
            <p:cNvSpPr>
              <a:spLocks noChangeAspect="1"/>
            </p:cNvSpPr>
            <p:nvPr/>
          </p:nvSpPr>
          <p:spPr bwMode="auto">
            <a:xfrm>
              <a:off x="2664" y="1641"/>
              <a:ext cx="297" cy="85"/>
            </a:xfrm>
            <a:custGeom>
              <a:avLst/>
              <a:gdLst>
                <a:gd name="T0" fmla="*/ 0 w 1143"/>
                <a:gd name="T1" fmla="*/ 73 h 328"/>
                <a:gd name="T2" fmla="*/ 254 w 1143"/>
                <a:gd name="T3" fmla="*/ 0 h 328"/>
                <a:gd name="T4" fmla="*/ 868 w 1143"/>
                <a:gd name="T5" fmla="*/ 201 h 328"/>
                <a:gd name="T6" fmla="*/ 1143 w 1143"/>
                <a:gd name="T7" fmla="*/ 146 h 328"/>
                <a:gd name="T8" fmla="*/ 995 w 1143"/>
                <a:gd name="T9" fmla="*/ 328 h 328"/>
                <a:gd name="T10" fmla="*/ 275 w 1143"/>
                <a:gd name="T11" fmla="*/ 328 h 328"/>
                <a:gd name="T12" fmla="*/ 572 w 1143"/>
                <a:gd name="T13" fmla="*/ 273 h 328"/>
                <a:gd name="T14" fmla="*/ 0 w 1143"/>
                <a:gd name="T15" fmla="*/ 73 h 3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28">
                  <a:moveTo>
                    <a:pt x="0" y="73"/>
                  </a:moveTo>
                  <a:lnTo>
                    <a:pt x="254" y="0"/>
                  </a:lnTo>
                  <a:lnTo>
                    <a:pt x="868" y="201"/>
                  </a:lnTo>
                  <a:lnTo>
                    <a:pt x="1143" y="146"/>
                  </a:lnTo>
                  <a:lnTo>
                    <a:pt x="995" y="328"/>
                  </a:lnTo>
                  <a:lnTo>
                    <a:pt x="275" y="328"/>
                  </a:lnTo>
                  <a:lnTo>
                    <a:pt x="572" y="273"/>
                  </a:lnTo>
                  <a:lnTo>
                    <a:pt x="0" y="7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87" name="Freeform 22"/>
            <p:cNvSpPr>
              <a:spLocks noChangeAspect="1"/>
            </p:cNvSpPr>
            <p:nvPr/>
          </p:nvSpPr>
          <p:spPr bwMode="auto">
            <a:xfrm>
              <a:off x="2961" y="1755"/>
              <a:ext cx="297" cy="85"/>
            </a:xfrm>
            <a:custGeom>
              <a:avLst/>
              <a:gdLst>
                <a:gd name="T0" fmla="*/ 1143 w 1143"/>
                <a:gd name="T1" fmla="*/ 255 h 328"/>
                <a:gd name="T2" fmla="*/ 889 w 1143"/>
                <a:gd name="T3" fmla="*/ 328 h 328"/>
                <a:gd name="T4" fmla="*/ 296 w 1143"/>
                <a:gd name="T5" fmla="*/ 109 h 328"/>
                <a:gd name="T6" fmla="*/ 0 w 1143"/>
                <a:gd name="T7" fmla="*/ 182 h 328"/>
                <a:gd name="T8" fmla="*/ 148 w 1143"/>
                <a:gd name="T9" fmla="*/ 0 h 328"/>
                <a:gd name="T10" fmla="*/ 889 w 1143"/>
                <a:gd name="T11" fmla="*/ 0 h 328"/>
                <a:gd name="T12" fmla="*/ 572 w 1143"/>
                <a:gd name="T13" fmla="*/ 54 h 328"/>
                <a:gd name="T14" fmla="*/ 1143 w 1143"/>
                <a:gd name="T15" fmla="*/ 255 h 3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28">
                  <a:moveTo>
                    <a:pt x="1143" y="255"/>
                  </a:moveTo>
                  <a:lnTo>
                    <a:pt x="889" y="328"/>
                  </a:lnTo>
                  <a:lnTo>
                    <a:pt x="296" y="109"/>
                  </a:lnTo>
                  <a:lnTo>
                    <a:pt x="0" y="182"/>
                  </a:lnTo>
                  <a:lnTo>
                    <a:pt x="148" y="0"/>
                  </a:lnTo>
                  <a:lnTo>
                    <a:pt x="889" y="0"/>
                  </a:lnTo>
                  <a:lnTo>
                    <a:pt x="572" y="54"/>
                  </a:lnTo>
                  <a:lnTo>
                    <a:pt x="1143" y="25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88" name="Line 23"/>
            <p:cNvSpPr>
              <a:spLocks noChangeAspect="1" noChangeShapeType="1"/>
            </p:cNvSpPr>
            <p:nvPr/>
          </p:nvSpPr>
          <p:spPr bwMode="auto">
            <a:xfrm>
              <a:off x="2519" y="1755"/>
              <a:ext cx="0" cy="189"/>
            </a:xfrm>
            <a:prstGeom prst="line">
              <a:avLst/>
            </a:prstGeom>
            <a:noFill/>
            <a:ln w="12700">
              <a:solidFill>
                <a:srgbClr val="00B0AC"/>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89" name="Line 24"/>
            <p:cNvSpPr>
              <a:spLocks noChangeAspect="1" noChangeShapeType="1"/>
            </p:cNvSpPr>
            <p:nvPr/>
          </p:nvSpPr>
          <p:spPr bwMode="auto">
            <a:xfrm>
              <a:off x="3422" y="1753"/>
              <a:ext cx="0" cy="189"/>
            </a:xfrm>
            <a:prstGeom prst="line">
              <a:avLst/>
            </a:prstGeom>
            <a:noFill/>
            <a:ln w="12700">
              <a:solidFill>
                <a:srgbClr val="009999"/>
              </a:solidFill>
              <a:round/>
              <a:headEnd/>
              <a:tailEnd/>
            </a:ln>
            <a:extLst>
              <a:ext uri="{909E8E84-426E-40DD-AFC4-6F175D3DCCD1}">
                <a14:hiddenFill xmlns:a14="http://schemas.microsoft.com/office/drawing/2010/main">
                  <a:noFill/>
                </a14:hiddenFill>
              </a:ext>
            </a:extLst>
          </p:spPr>
          <p:txBody>
            <a:bodyPr/>
            <a:lstStyle/>
            <a:p>
              <a:endParaRPr lang="fr-FR"/>
            </a:p>
          </p:txBody>
        </p:sp>
      </p:grpSp>
      <p:sp>
        <p:nvSpPr>
          <p:cNvPr id="98" name="Text Box 25"/>
          <p:cNvSpPr txBox="1">
            <a:spLocks noChangeArrowheads="1"/>
          </p:cNvSpPr>
          <p:nvPr/>
        </p:nvSpPr>
        <p:spPr bwMode="auto">
          <a:xfrm>
            <a:off x="2049558" y="3562587"/>
            <a:ext cx="476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fr-FR" b="1"/>
              <a:t>R1</a:t>
            </a:r>
          </a:p>
        </p:txBody>
      </p:sp>
      <p:sp>
        <p:nvSpPr>
          <p:cNvPr id="99" name="AutoShape 26"/>
          <p:cNvSpPr>
            <a:spLocks noChangeArrowheads="1"/>
          </p:cNvSpPr>
          <p:nvPr/>
        </p:nvSpPr>
        <p:spPr bwMode="auto">
          <a:xfrm rot="5400000">
            <a:off x="3994245" y="2843450"/>
            <a:ext cx="431800" cy="1295400"/>
          </a:xfrm>
          <a:prstGeom prst="can">
            <a:avLst>
              <a:gd name="adj" fmla="val 39694"/>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fr-FR"/>
          </a:p>
        </p:txBody>
      </p:sp>
      <p:sp>
        <p:nvSpPr>
          <p:cNvPr id="100" name="Text Box 27"/>
          <p:cNvSpPr txBox="1">
            <a:spLocks noChangeArrowheads="1"/>
          </p:cNvSpPr>
          <p:nvPr/>
        </p:nvSpPr>
        <p:spPr bwMode="auto">
          <a:xfrm>
            <a:off x="3724370" y="3294300"/>
            <a:ext cx="79216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fr-FR" b="1">
                <a:solidFill>
                  <a:srgbClr val="000000"/>
                </a:solidFill>
              </a:rPr>
              <a:t>Fa0/0</a:t>
            </a:r>
          </a:p>
        </p:txBody>
      </p:sp>
      <p:cxnSp>
        <p:nvCxnSpPr>
          <p:cNvPr id="101" name="AutoShape 28"/>
          <p:cNvCxnSpPr>
            <a:cxnSpLocks noChangeShapeType="1"/>
          </p:cNvCxnSpPr>
          <p:nvPr/>
        </p:nvCxnSpPr>
        <p:spPr bwMode="auto">
          <a:xfrm flipV="1">
            <a:off x="4705445" y="2895837"/>
            <a:ext cx="1549400" cy="481013"/>
          </a:xfrm>
          <a:prstGeom prst="bentConnector3">
            <a:avLst>
              <a:gd name="adj1" fmla="val 50000"/>
            </a:avLst>
          </a:prstGeom>
          <a:noFill/>
          <a:ln w="2857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2" name="AutoShape 29"/>
          <p:cNvCxnSpPr>
            <a:cxnSpLocks noChangeShapeType="1"/>
          </p:cNvCxnSpPr>
          <p:nvPr/>
        </p:nvCxnSpPr>
        <p:spPr bwMode="auto">
          <a:xfrm>
            <a:off x="4700683" y="3602275"/>
            <a:ext cx="1544637" cy="546100"/>
          </a:xfrm>
          <a:prstGeom prst="bentConnector3">
            <a:avLst>
              <a:gd name="adj1" fmla="val 49949"/>
            </a:avLst>
          </a:prstGeom>
          <a:noFill/>
          <a:ln w="2857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3" name="Line 30"/>
          <p:cNvSpPr>
            <a:spLocks noChangeShapeType="1"/>
          </p:cNvSpPr>
          <p:nvPr/>
        </p:nvSpPr>
        <p:spPr bwMode="auto">
          <a:xfrm>
            <a:off x="4694333" y="3491150"/>
            <a:ext cx="158432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104" name="Text Box 34"/>
          <p:cNvSpPr txBox="1">
            <a:spLocks noChangeArrowheads="1"/>
          </p:cNvSpPr>
          <p:nvPr/>
        </p:nvSpPr>
        <p:spPr bwMode="auto">
          <a:xfrm>
            <a:off x="4900707" y="4427775"/>
            <a:ext cx="5110057" cy="20559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70000"/>
              </a:lnSpc>
              <a:spcBef>
                <a:spcPct val="50000"/>
              </a:spcBef>
            </a:pPr>
            <a:r>
              <a:rPr lang="fr-FR" sz="1600" b="1" dirty="0">
                <a:latin typeface="Courier New" pitchFamily="49" charset="0"/>
                <a:cs typeface="Courier New" pitchFamily="49" charset="0"/>
              </a:rPr>
              <a:t>configure terminal</a:t>
            </a:r>
          </a:p>
          <a:p>
            <a:pPr algn="l">
              <a:lnSpc>
                <a:spcPct val="70000"/>
              </a:lnSpc>
              <a:spcBef>
                <a:spcPct val="50000"/>
              </a:spcBef>
            </a:pPr>
            <a:r>
              <a:rPr lang="fr-FR" sz="1600" dirty="0">
                <a:latin typeface="Courier New" pitchFamily="49" charset="0"/>
                <a:cs typeface="Courier New" pitchFamily="49" charset="0"/>
              </a:rPr>
              <a:t>interface Fa0/0.</a:t>
            </a:r>
            <a:r>
              <a:rPr lang="fr-FR" sz="1600" dirty="0">
                <a:solidFill>
                  <a:srgbClr val="FF0000"/>
                </a:solidFill>
                <a:latin typeface="Courier New" pitchFamily="49" charset="0"/>
                <a:cs typeface="Courier New" pitchFamily="49" charset="0"/>
              </a:rPr>
              <a:t>1</a:t>
            </a:r>
          </a:p>
          <a:p>
            <a:pPr algn="l">
              <a:lnSpc>
                <a:spcPct val="70000"/>
              </a:lnSpc>
              <a:spcBef>
                <a:spcPct val="50000"/>
              </a:spcBef>
            </a:pPr>
            <a:r>
              <a:rPr lang="fr-FR" sz="1600" dirty="0">
                <a:latin typeface="Courier New" pitchFamily="49" charset="0"/>
                <a:cs typeface="Courier New" pitchFamily="49" charset="0"/>
              </a:rPr>
              <a:t>	</a:t>
            </a:r>
            <a:r>
              <a:rPr lang="fr-FR" sz="1600" dirty="0">
                <a:highlight>
                  <a:srgbClr val="FFFF00"/>
                </a:highlight>
                <a:latin typeface="Courier New" pitchFamily="49" charset="0"/>
                <a:cs typeface="Courier New" pitchFamily="49" charset="0"/>
              </a:rPr>
              <a:t>encapsulation dot1q </a:t>
            </a:r>
            <a:r>
              <a:rPr lang="fr-FR" sz="1600" b="1" dirty="0">
                <a:solidFill>
                  <a:srgbClr val="00B050"/>
                </a:solidFill>
                <a:highlight>
                  <a:srgbClr val="FFFF00"/>
                </a:highlight>
                <a:latin typeface="Courier New" pitchFamily="49" charset="0"/>
                <a:cs typeface="Courier New" pitchFamily="49" charset="0"/>
              </a:rPr>
              <a:t>100</a:t>
            </a:r>
          </a:p>
          <a:p>
            <a:pPr algn="l">
              <a:lnSpc>
                <a:spcPct val="70000"/>
              </a:lnSpc>
              <a:spcBef>
                <a:spcPct val="50000"/>
              </a:spcBef>
            </a:pPr>
            <a:r>
              <a:rPr lang="fr-FR" sz="1600" dirty="0">
                <a:latin typeface="Courier New" pitchFamily="49" charset="0"/>
                <a:cs typeface="Courier New" pitchFamily="49" charset="0"/>
              </a:rPr>
              <a:t>interface Fa0/0.</a:t>
            </a:r>
            <a:r>
              <a:rPr lang="fr-FR" sz="1600" dirty="0">
                <a:solidFill>
                  <a:srgbClr val="FF0000"/>
                </a:solidFill>
                <a:latin typeface="Courier New" pitchFamily="49" charset="0"/>
                <a:cs typeface="Courier New" pitchFamily="49" charset="0"/>
              </a:rPr>
              <a:t>2</a:t>
            </a:r>
          </a:p>
          <a:p>
            <a:pPr>
              <a:lnSpc>
                <a:spcPct val="70000"/>
              </a:lnSpc>
              <a:spcBef>
                <a:spcPct val="50000"/>
              </a:spcBef>
            </a:pPr>
            <a:r>
              <a:rPr lang="fr-FR" sz="1600" dirty="0">
                <a:latin typeface="Courier New" pitchFamily="49" charset="0"/>
                <a:cs typeface="Courier New" pitchFamily="49" charset="0"/>
              </a:rPr>
              <a:t>	</a:t>
            </a:r>
            <a:r>
              <a:rPr lang="fr-FR" sz="1600" dirty="0">
                <a:highlight>
                  <a:srgbClr val="FFFF00"/>
                </a:highlight>
                <a:latin typeface="Courier New" pitchFamily="49" charset="0"/>
                <a:cs typeface="Courier New" pitchFamily="49" charset="0"/>
              </a:rPr>
              <a:t>encapsulation dot1q </a:t>
            </a:r>
            <a:r>
              <a:rPr lang="fr-FR" sz="1600" b="1" dirty="0">
                <a:solidFill>
                  <a:srgbClr val="00B050"/>
                </a:solidFill>
                <a:highlight>
                  <a:srgbClr val="FFFF00"/>
                </a:highlight>
                <a:latin typeface="Courier New" pitchFamily="49" charset="0"/>
                <a:cs typeface="Courier New" pitchFamily="49" charset="0"/>
              </a:rPr>
              <a:t>200</a:t>
            </a:r>
          </a:p>
          <a:p>
            <a:pPr algn="l">
              <a:lnSpc>
                <a:spcPct val="70000"/>
              </a:lnSpc>
              <a:spcBef>
                <a:spcPct val="50000"/>
              </a:spcBef>
            </a:pPr>
            <a:r>
              <a:rPr lang="fr-FR" sz="1600" dirty="0">
                <a:latin typeface="Courier New" pitchFamily="49" charset="0"/>
                <a:cs typeface="Courier New" pitchFamily="49" charset="0"/>
              </a:rPr>
              <a:t>interface Fa0/0.</a:t>
            </a:r>
            <a:r>
              <a:rPr lang="fr-FR" sz="1600" dirty="0">
                <a:solidFill>
                  <a:srgbClr val="FF0000"/>
                </a:solidFill>
                <a:latin typeface="Courier New" pitchFamily="49" charset="0"/>
                <a:cs typeface="Courier New" pitchFamily="49" charset="0"/>
              </a:rPr>
              <a:t>3</a:t>
            </a:r>
          </a:p>
          <a:p>
            <a:pPr>
              <a:lnSpc>
                <a:spcPct val="70000"/>
              </a:lnSpc>
              <a:spcBef>
                <a:spcPct val="50000"/>
              </a:spcBef>
            </a:pPr>
            <a:r>
              <a:rPr lang="fr-FR" sz="1600" dirty="0">
                <a:latin typeface="Courier New" pitchFamily="49" charset="0"/>
                <a:cs typeface="Courier New" pitchFamily="49" charset="0"/>
              </a:rPr>
              <a:t>	</a:t>
            </a:r>
            <a:r>
              <a:rPr lang="fr-FR" sz="1600" dirty="0">
                <a:highlight>
                  <a:srgbClr val="FFFF00"/>
                </a:highlight>
                <a:latin typeface="Courier New" pitchFamily="49" charset="0"/>
                <a:cs typeface="Courier New" pitchFamily="49" charset="0"/>
              </a:rPr>
              <a:t>encapsulation dot1q </a:t>
            </a:r>
            <a:r>
              <a:rPr lang="fr-FR" sz="1600" b="1" dirty="0">
                <a:solidFill>
                  <a:srgbClr val="00B050"/>
                </a:solidFill>
                <a:highlight>
                  <a:srgbClr val="FFFF00"/>
                </a:highlight>
                <a:latin typeface="Courier New" pitchFamily="49" charset="0"/>
                <a:cs typeface="Courier New" pitchFamily="49" charset="0"/>
              </a:rPr>
              <a:t>300</a:t>
            </a:r>
          </a:p>
        </p:txBody>
      </p:sp>
      <p:sp>
        <p:nvSpPr>
          <p:cNvPr id="105" name="Text Box 35"/>
          <p:cNvSpPr txBox="1">
            <a:spLocks noChangeArrowheads="1"/>
          </p:cNvSpPr>
          <p:nvPr/>
        </p:nvSpPr>
        <p:spPr bwMode="auto">
          <a:xfrm>
            <a:off x="1011333" y="4715112"/>
            <a:ext cx="360045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fr-FR" sz="2400"/>
              <a:t>POUR ASSOCIER les SOUS-INTERFACES  à un numéro de VLAN :</a:t>
            </a:r>
          </a:p>
        </p:txBody>
      </p:sp>
      <p:sp>
        <p:nvSpPr>
          <p:cNvPr id="106" name="AutoShape 36"/>
          <p:cNvSpPr>
            <a:spLocks/>
          </p:cNvSpPr>
          <p:nvPr/>
        </p:nvSpPr>
        <p:spPr bwMode="auto">
          <a:xfrm>
            <a:off x="4611783" y="4427775"/>
            <a:ext cx="287337" cy="2016125"/>
          </a:xfrm>
          <a:prstGeom prst="leftBrace">
            <a:avLst>
              <a:gd name="adj1" fmla="val 58472"/>
              <a:gd name="adj2" fmla="val 50000"/>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fr-FR"/>
          </a:p>
        </p:txBody>
      </p:sp>
      <p:sp>
        <p:nvSpPr>
          <p:cNvPr id="2" name="ZoneTexte 1">
            <a:extLst>
              <a:ext uri="{FF2B5EF4-FFF2-40B4-BE49-F238E27FC236}">
                <a16:creationId xmlns:a16="http://schemas.microsoft.com/office/drawing/2014/main" id="{BC411EF1-00EF-54E2-AE77-7CE7A32839EC}"/>
              </a:ext>
            </a:extLst>
          </p:cNvPr>
          <p:cNvSpPr txBox="1"/>
          <p:nvPr/>
        </p:nvSpPr>
        <p:spPr>
          <a:xfrm>
            <a:off x="10058363" y="5933248"/>
            <a:ext cx="1584326" cy="738664"/>
          </a:xfrm>
          <a:prstGeom prst="rect">
            <a:avLst/>
          </a:prstGeom>
          <a:noFill/>
        </p:spPr>
        <p:txBody>
          <a:bodyPr wrap="square">
            <a:spAutoFit/>
          </a:bodyPr>
          <a:lstStyle/>
          <a:p>
            <a:r>
              <a:rPr lang="fr-FR" sz="1400" b="1" spc="-100" dirty="0">
                <a:solidFill>
                  <a:srgbClr val="1F497D"/>
                </a:solidFill>
                <a:latin typeface="Cambria"/>
              </a:rPr>
              <a:t>ID VLAN 1 = 100</a:t>
            </a:r>
          </a:p>
          <a:p>
            <a:r>
              <a:rPr lang="fr-FR" sz="1400" b="1" spc="-100" dirty="0">
                <a:solidFill>
                  <a:srgbClr val="1F497D"/>
                </a:solidFill>
                <a:latin typeface="Cambria"/>
              </a:rPr>
              <a:t>ID VLAN 2 = 200</a:t>
            </a:r>
          </a:p>
          <a:p>
            <a:r>
              <a:rPr lang="fr-FR" sz="1400" b="1" spc="-100" dirty="0">
                <a:solidFill>
                  <a:srgbClr val="1F497D"/>
                </a:solidFill>
                <a:latin typeface="Cambria"/>
              </a:rPr>
              <a:t>ID VLAN 3 = 300</a:t>
            </a:r>
          </a:p>
        </p:txBody>
      </p:sp>
    </p:spTree>
    <p:extLst>
      <p:ext uri="{BB962C8B-B14F-4D97-AF65-F5344CB8AC3E}">
        <p14:creationId xmlns:p14="http://schemas.microsoft.com/office/powerpoint/2010/main" val="828534965"/>
      </p:ext>
    </p:extLst>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3"/>
          <p:cNvSpPr txBox="1">
            <a:spLocks/>
          </p:cNvSpPr>
          <p:nvPr/>
        </p:nvSpPr>
        <p:spPr>
          <a:xfrm>
            <a:off x="11421233" y="6619875"/>
            <a:ext cx="746929" cy="2381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1pPr>
            <a:lvl2pPr marL="742950" indent="-28575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2pPr>
            <a:lvl3pPr marL="1143000" indent="-22860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3pPr>
            <a:lvl4pPr marL="1600200" indent="-22860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4pPr>
            <a:lvl5pPr marL="2057400" indent="-22860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5pPr>
            <a:lvl6pPr marL="25146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6pPr>
            <a:lvl7pPr marL="29718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7pPr>
            <a:lvl8pPr marL="34290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8pPr>
            <a:lvl9pPr marL="38862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9pPr>
          </a:lstStyle>
          <a:p>
            <a:pPr algn="r" eaLnBrk="1" hangingPunct="1"/>
            <a:fld id="{A6099D49-99EB-46B5-BBE2-692892430483}" type="slidenum">
              <a:rPr lang="en-US" altLang="fr-FR" sz="1200" smtClean="0">
                <a:solidFill>
                  <a:srgbClr val="000000"/>
                </a:solidFill>
              </a:rPr>
              <a:pPr algn="r" eaLnBrk="1" hangingPunct="1"/>
              <a:t>15</a:t>
            </a:fld>
            <a:endParaRPr lang="en-US" altLang="fr-FR" sz="1200" dirty="0">
              <a:solidFill>
                <a:srgbClr val="000000"/>
              </a:solidFill>
            </a:endParaRPr>
          </a:p>
        </p:txBody>
      </p:sp>
      <p:sp>
        <p:nvSpPr>
          <p:cNvPr id="4" name="Titre 3"/>
          <p:cNvSpPr>
            <a:spLocks noGrp="1"/>
          </p:cNvSpPr>
          <p:nvPr>
            <p:ph type="title"/>
          </p:nvPr>
        </p:nvSpPr>
        <p:spPr>
          <a:xfrm>
            <a:off x="394138" y="0"/>
            <a:ext cx="11027095" cy="685800"/>
          </a:xfrm>
        </p:spPr>
        <p:txBody>
          <a:bodyPr/>
          <a:lstStyle/>
          <a:p>
            <a:pPr>
              <a:lnSpc>
                <a:spcPct val="100000"/>
              </a:lnSpc>
            </a:pPr>
            <a:r>
              <a:rPr lang="fr-FR" sz="3200" spc="-100" dirty="0">
                <a:solidFill>
                  <a:srgbClr val="1F497D"/>
                </a:solidFill>
                <a:latin typeface="Cambria"/>
              </a:rPr>
              <a:t>Solutions pour la communication inter-VLANs</a:t>
            </a:r>
            <a:endParaRPr lang="fr-FR" sz="3200" spc="-100" dirty="0">
              <a:solidFill>
                <a:srgbClr val="1F497D"/>
              </a:solidFill>
              <a:latin typeface="Cambria"/>
              <a:ea typeface="+mj-ea"/>
              <a:cs typeface="+mj-cs"/>
            </a:endParaRPr>
          </a:p>
        </p:txBody>
      </p:sp>
      <p:sp>
        <p:nvSpPr>
          <p:cNvPr id="5" name="Rectangle 4"/>
          <p:cNvSpPr/>
          <p:nvPr/>
        </p:nvSpPr>
        <p:spPr>
          <a:xfrm>
            <a:off x="132202" y="1013548"/>
            <a:ext cx="11289031" cy="5725389"/>
          </a:xfrm>
          <a:prstGeom prst="rect">
            <a:avLst/>
          </a:prstGeom>
          <a:noFill/>
          <a:ln w="38100">
            <a:gradFill>
              <a:gsLst>
                <a:gs pos="0">
                  <a:srgbClr val="000082"/>
                </a:gs>
                <a:gs pos="30000">
                  <a:srgbClr val="66008F"/>
                </a:gs>
                <a:gs pos="64999">
                  <a:srgbClr val="BA0066"/>
                </a:gs>
                <a:gs pos="89999">
                  <a:srgbClr val="FF0000"/>
                </a:gs>
                <a:gs pos="100000">
                  <a:srgbClr val="FF8200"/>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4" name="Rectangle à coins arrondis 1">
            <a:extLst>
              <a:ext uri="{FF2B5EF4-FFF2-40B4-BE49-F238E27FC236}">
                <a16:creationId xmlns:a16="http://schemas.microsoft.com/office/drawing/2014/main" id="{308AD588-9C53-4A9C-BFCF-5A0F8664F0BB}"/>
              </a:ext>
            </a:extLst>
          </p:cNvPr>
          <p:cNvSpPr/>
          <p:nvPr/>
        </p:nvSpPr>
        <p:spPr>
          <a:xfrm>
            <a:off x="500032" y="794254"/>
            <a:ext cx="10391375" cy="526726"/>
          </a:xfrm>
          <a:prstGeom prst="round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path path="circle">
              <a:fillToRect t="100000" r="100000"/>
            </a:path>
            <a:tileRect l="-100000" b="-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2800" spc="-100" dirty="0">
                <a:solidFill>
                  <a:srgbClr val="1F497D"/>
                </a:solidFill>
                <a:latin typeface="Cambria"/>
              </a:rPr>
              <a:t>Exemples : </a:t>
            </a:r>
            <a:r>
              <a:rPr lang="fr-FR" altLang="fr-FR" sz="2800" spc="-100" dirty="0">
                <a:solidFill>
                  <a:srgbClr val="1F497D"/>
                </a:solidFill>
                <a:latin typeface="Cambria"/>
              </a:rPr>
              <a:t>Utilisation d’un routeur :  sous interfaces</a:t>
            </a:r>
          </a:p>
        </p:txBody>
      </p:sp>
      <p:cxnSp>
        <p:nvCxnSpPr>
          <p:cNvPr id="679" name="Connecteur droit 678">
            <a:extLst>
              <a:ext uri="{FF2B5EF4-FFF2-40B4-BE49-F238E27FC236}">
                <a16:creationId xmlns:a16="http://schemas.microsoft.com/office/drawing/2014/main" id="{AC6DD3EC-7BF1-4640-A4AD-0AB5D2D6334F}"/>
              </a:ext>
            </a:extLst>
          </p:cNvPr>
          <p:cNvCxnSpPr/>
          <p:nvPr/>
        </p:nvCxnSpPr>
        <p:spPr>
          <a:xfrm>
            <a:off x="641445" y="1132993"/>
            <a:ext cx="0" cy="5636994"/>
          </a:xfrm>
          <a:prstGeom prst="line">
            <a:avLst/>
          </a:prstGeom>
        </p:spPr>
        <p:style>
          <a:lnRef idx="1">
            <a:schemeClr val="accent1"/>
          </a:lnRef>
          <a:fillRef idx="0">
            <a:schemeClr val="accent1"/>
          </a:fillRef>
          <a:effectRef idx="0">
            <a:schemeClr val="accent1"/>
          </a:effectRef>
          <a:fontRef idx="minor">
            <a:schemeClr val="tx1"/>
          </a:fontRef>
        </p:style>
      </p:cxnSp>
      <p:sp>
        <p:nvSpPr>
          <p:cNvPr id="40" name="Rectangle 3"/>
          <p:cNvSpPr txBox="1">
            <a:spLocks noChangeArrowheads="1"/>
          </p:cNvSpPr>
          <p:nvPr/>
        </p:nvSpPr>
        <p:spPr>
          <a:xfrm>
            <a:off x="641444" y="1320980"/>
            <a:ext cx="10003809" cy="1181100"/>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fr-FR" dirty="0"/>
              <a:t>Chaque sous-interface doit avoir une </a:t>
            </a:r>
            <a:r>
              <a:rPr lang="fr-FR" dirty="0">
                <a:solidFill>
                  <a:srgbClr val="0033CC"/>
                </a:solidFill>
              </a:rPr>
              <a:t>adresse IP </a:t>
            </a:r>
            <a:r>
              <a:rPr lang="fr-FR" dirty="0"/>
              <a:t>: la passerelle du VLAN.</a:t>
            </a:r>
          </a:p>
        </p:txBody>
      </p:sp>
      <p:grpSp>
        <p:nvGrpSpPr>
          <p:cNvPr id="41" name="Group 4"/>
          <p:cNvGrpSpPr>
            <a:grpSpLocks noChangeAspect="1"/>
          </p:cNvGrpSpPr>
          <p:nvPr/>
        </p:nvGrpSpPr>
        <p:grpSpPr bwMode="auto">
          <a:xfrm>
            <a:off x="1084358" y="2703693"/>
            <a:ext cx="2592387" cy="1319212"/>
            <a:chOff x="2517" y="1616"/>
            <a:chExt cx="908" cy="462"/>
          </a:xfrm>
        </p:grpSpPr>
        <p:sp>
          <p:nvSpPr>
            <p:cNvPr id="42" name="AutoShape 5"/>
            <p:cNvSpPr>
              <a:spLocks noChangeAspect="1" noChangeArrowheads="1" noTextEdit="1"/>
            </p:cNvSpPr>
            <p:nvPr/>
          </p:nvSpPr>
          <p:spPr bwMode="auto">
            <a:xfrm>
              <a:off x="2517" y="1619"/>
              <a:ext cx="908" cy="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43" name="Oval 6"/>
            <p:cNvSpPr>
              <a:spLocks noChangeAspect="1" noChangeArrowheads="1"/>
            </p:cNvSpPr>
            <p:nvPr/>
          </p:nvSpPr>
          <p:spPr bwMode="auto">
            <a:xfrm>
              <a:off x="2519" y="1811"/>
              <a:ext cx="904" cy="265"/>
            </a:xfrm>
            <a:prstGeom prst="ellipse">
              <a:avLst/>
            </a:prstGeom>
            <a:gradFill rotWithShape="1">
              <a:gsLst>
                <a:gs pos="0">
                  <a:srgbClr val="66FFCC"/>
                </a:gs>
                <a:gs pos="100000">
                  <a:srgbClr val="66FFCC">
                    <a:gamma/>
                    <a:shade val="46275"/>
                    <a:invGamma/>
                  </a:srgbClr>
                </a:gs>
              </a:gsLst>
              <a:lin ang="0" scaled="1"/>
            </a:gradFill>
            <a:ln w="12700">
              <a:solidFill>
                <a:srgbClr val="009999"/>
              </a:solidFill>
              <a:round/>
              <a:headEnd/>
              <a:tailEnd/>
            </a:ln>
          </p:spPr>
          <p:txBody>
            <a:bodyPr/>
            <a:lstStyle/>
            <a:p>
              <a:endParaRPr lang="fr-FR"/>
            </a:p>
          </p:txBody>
        </p:sp>
        <p:sp>
          <p:nvSpPr>
            <p:cNvPr id="44" name="Rectangle 7"/>
            <p:cNvSpPr>
              <a:spLocks noChangeAspect="1" noChangeArrowheads="1"/>
            </p:cNvSpPr>
            <p:nvPr/>
          </p:nvSpPr>
          <p:spPr bwMode="auto">
            <a:xfrm>
              <a:off x="2517" y="1756"/>
              <a:ext cx="903" cy="18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45" name="Rectangle 8"/>
            <p:cNvSpPr>
              <a:spLocks noChangeAspect="1" noChangeArrowheads="1"/>
            </p:cNvSpPr>
            <p:nvPr/>
          </p:nvSpPr>
          <p:spPr bwMode="auto">
            <a:xfrm>
              <a:off x="2518" y="1756"/>
              <a:ext cx="903" cy="189"/>
            </a:xfrm>
            <a:prstGeom prst="rect">
              <a:avLst/>
            </a:prstGeom>
            <a:gradFill rotWithShape="1">
              <a:gsLst>
                <a:gs pos="0">
                  <a:srgbClr val="66FFCC"/>
                </a:gs>
                <a:gs pos="100000">
                  <a:srgbClr val="66FFCC">
                    <a:gamma/>
                    <a:shade val="46275"/>
                    <a:invGamma/>
                  </a:srgbClr>
                </a:gs>
              </a:gsLst>
              <a:lin ang="0" scaled="1"/>
            </a:gradFill>
            <a:ln>
              <a:noFill/>
            </a:ln>
            <a:extLst>
              <a:ext uri="{91240B29-F687-4F45-9708-019B960494DF}">
                <a14:hiddenLine xmlns:a14="http://schemas.microsoft.com/office/drawing/2010/main" w="9525">
                  <a:solidFill>
                    <a:srgbClr val="33CCCC"/>
                  </a:solidFill>
                  <a:miter lim="800000"/>
                  <a:headEnd/>
                  <a:tailEnd/>
                </a14:hiddenLine>
              </a:ext>
            </a:extLst>
          </p:spPr>
          <p:txBody>
            <a:bodyPr/>
            <a:lstStyle/>
            <a:p>
              <a:endParaRPr lang="fr-FR"/>
            </a:p>
          </p:txBody>
        </p:sp>
        <p:sp>
          <p:nvSpPr>
            <p:cNvPr id="46" name="Oval 9"/>
            <p:cNvSpPr>
              <a:spLocks noChangeAspect="1" noChangeArrowheads="1"/>
            </p:cNvSpPr>
            <p:nvPr/>
          </p:nvSpPr>
          <p:spPr bwMode="auto">
            <a:xfrm>
              <a:off x="2519" y="1616"/>
              <a:ext cx="904" cy="265"/>
            </a:xfrm>
            <a:prstGeom prst="ellipse">
              <a:avLst/>
            </a:prstGeom>
            <a:solidFill>
              <a:srgbClr val="66FFCC"/>
            </a:solidFill>
            <a:ln w="12700">
              <a:solidFill>
                <a:srgbClr val="009999"/>
              </a:solidFill>
              <a:round/>
              <a:headEnd/>
              <a:tailEnd/>
            </a:ln>
          </p:spPr>
          <p:txBody>
            <a:bodyPr/>
            <a:lstStyle/>
            <a:p>
              <a:endParaRPr lang="fr-FR"/>
            </a:p>
          </p:txBody>
        </p:sp>
        <p:grpSp>
          <p:nvGrpSpPr>
            <p:cNvPr id="47" name="Group 10"/>
            <p:cNvGrpSpPr>
              <a:grpSpLocks noChangeAspect="1"/>
            </p:cNvGrpSpPr>
            <p:nvPr/>
          </p:nvGrpSpPr>
          <p:grpSpPr bwMode="auto">
            <a:xfrm>
              <a:off x="2655" y="1652"/>
              <a:ext cx="621" cy="199"/>
              <a:chOff x="914" y="2243"/>
              <a:chExt cx="2392" cy="766"/>
            </a:xfrm>
          </p:grpSpPr>
          <p:sp>
            <p:nvSpPr>
              <p:cNvPr id="54" name="Freeform 11"/>
              <p:cNvSpPr>
                <a:spLocks noChangeAspect="1"/>
              </p:cNvSpPr>
              <p:nvPr/>
            </p:nvSpPr>
            <p:spPr bwMode="auto">
              <a:xfrm>
                <a:off x="2163" y="2261"/>
                <a:ext cx="1143" cy="328"/>
              </a:xfrm>
              <a:custGeom>
                <a:avLst/>
                <a:gdLst>
                  <a:gd name="T0" fmla="*/ 0 w 1143"/>
                  <a:gd name="T1" fmla="*/ 255 h 328"/>
                  <a:gd name="T2" fmla="*/ 254 w 1143"/>
                  <a:gd name="T3" fmla="*/ 328 h 328"/>
                  <a:gd name="T4" fmla="*/ 868 w 1143"/>
                  <a:gd name="T5" fmla="*/ 109 h 328"/>
                  <a:gd name="T6" fmla="*/ 1143 w 1143"/>
                  <a:gd name="T7" fmla="*/ 182 h 328"/>
                  <a:gd name="T8" fmla="*/ 995 w 1143"/>
                  <a:gd name="T9" fmla="*/ 0 h 328"/>
                  <a:gd name="T10" fmla="*/ 275 w 1143"/>
                  <a:gd name="T11" fmla="*/ 0 h 328"/>
                  <a:gd name="T12" fmla="*/ 572 w 1143"/>
                  <a:gd name="T13" fmla="*/ 55 h 328"/>
                  <a:gd name="T14" fmla="*/ 0 w 1143"/>
                  <a:gd name="T15" fmla="*/ 255 h 3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28">
                    <a:moveTo>
                      <a:pt x="0" y="255"/>
                    </a:moveTo>
                    <a:lnTo>
                      <a:pt x="254" y="328"/>
                    </a:lnTo>
                    <a:lnTo>
                      <a:pt x="868" y="109"/>
                    </a:lnTo>
                    <a:lnTo>
                      <a:pt x="1143" y="182"/>
                    </a:lnTo>
                    <a:lnTo>
                      <a:pt x="995" y="0"/>
                    </a:lnTo>
                    <a:lnTo>
                      <a:pt x="275" y="0"/>
                    </a:lnTo>
                    <a:lnTo>
                      <a:pt x="572" y="55"/>
                    </a:lnTo>
                    <a:lnTo>
                      <a:pt x="0" y="255"/>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5" name="Freeform 12"/>
              <p:cNvSpPr>
                <a:spLocks noChangeAspect="1"/>
              </p:cNvSpPr>
              <p:nvPr/>
            </p:nvSpPr>
            <p:spPr bwMode="auto">
              <a:xfrm>
                <a:off x="2163" y="2261"/>
                <a:ext cx="1143" cy="328"/>
              </a:xfrm>
              <a:custGeom>
                <a:avLst/>
                <a:gdLst>
                  <a:gd name="T0" fmla="*/ 0 w 1143"/>
                  <a:gd name="T1" fmla="*/ 255 h 328"/>
                  <a:gd name="T2" fmla="*/ 254 w 1143"/>
                  <a:gd name="T3" fmla="*/ 328 h 328"/>
                  <a:gd name="T4" fmla="*/ 868 w 1143"/>
                  <a:gd name="T5" fmla="*/ 109 h 328"/>
                  <a:gd name="T6" fmla="*/ 1143 w 1143"/>
                  <a:gd name="T7" fmla="*/ 182 h 328"/>
                  <a:gd name="T8" fmla="*/ 995 w 1143"/>
                  <a:gd name="T9" fmla="*/ 0 h 328"/>
                  <a:gd name="T10" fmla="*/ 275 w 1143"/>
                  <a:gd name="T11" fmla="*/ 0 h 328"/>
                  <a:gd name="T12" fmla="*/ 572 w 1143"/>
                  <a:gd name="T13" fmla="*/ 55 h 328"/>
                  <a:gd name="T14" fmla="*/ 0 w 1143"/>
                  <a:gd name="T15" fmla="*/ 255 h 3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28">
                    <a:moveTo>
                      <a:pt x="0" y="255"/>
                    </a:moveTo>
                    <a:lnTo>
                      <a:pt x="254" y="328"/>
                    </a:lnTo>
                    <a:lnTo>
                      <a:pt x="868" y="109"/>
                    </a:lnTo>
                    <a:lnTo>
                      <a:pt x="1143" y="182"/>
                    </a:lnTo>
                    <a:lnTo>
                      <a:pt x="995" y="0"/>
                    </a:lnTo>
                    <a:lnTo>
                      <a:pt x="275" y="0"/>
                    </a:lnTo>
                    <a:lnTo>
                      <a:pt x="572" y="55"/>
                    </a:lnTo>
                    <a:lnTo>
                      <a:pt x="0" y="255"/>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6" name="Freeform 13"/>
              <p:cNvSpPr>
                <a:spLocks noChangeAspect="1"/>
              </p:cNvSpPr>
              <p:nvPr/>
            </p:nvSpPr>
            <p:spPr bwMode="auto">
              <a:xfrm>
                <a:off x="914" y="2644"/>
                <a:ext cx="1143" cy="346"/>
              </a:xfrm>
              <a:custGeom>
                <a:avLst/>
                <a:gdLst>
                  <a:gd name="T0" fmla="*/ 1143 w 1143"/>
                  <a:gd name="T1" fmla="*/ 73 h 346"/>
                  <a:gd name="T2" fmla="*/ 889 w 1143"/>
                  <a:gd name="T3" fmla="*/ 0 h 346"/>
                  <a:gd name="T4" fmla="*/ 297 w 1143"/>
                  <a:gd name="T5" fmla="*/ 219 h 346"/>
                  <a:gd name="T6" fmla="*/ 0 w 1143"/>
                  <a:gd name="T7" fmla="*/ 146 h 346"/>
                  <a:gd name="T8" fmla="*/ 148 w 1143"/>
                  <a:gd name="T9" fmla="*/ 346 h 346"/>
                  <a:gd name="T10" fmla="*/ 889 w 1143"/>
                  <a:gd name="T11" fmla="*/ 346 h 346"/>
                  <a:gd name="T12" fmla="*/ 572 w 1143"/>
                  <a:gd name="T13" fmla="*/ 273 h 346"/>
                  <a:gd name="T14" fmla="*/ 1143 w 1143"/>
                  <a:gd name="T15" fmla="*/ 73 h 34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46">
                    <a:moveTo>
                      <a:pt x="1143" y="73"/>
                    </a:moveTo>
                    <a:lnTo>
                      <a:pt x="889" y="0"/>
                    </a:lnTo>
                    <a:lnTo>
                      <a:pt x="297" y="219"/>
                    </a:lnTo>
                    <a:lnTo>
                      <a:pt x="0" y="146"/>
                    </a:lnTo>
                    <a:lnTo>
                      <a:pt x="148" y="346"/>
                    </a:lnTo>
                    <a:lnTo>
                      <a:pt x="889" y="346"/>
                    </a:lnTo>
                    <a:lnTo>
                      <a:pt x="572" y="273"/>
                    </a:lnTo>
                    <a:lnTo>
                      <a:pt x="1143" y="73"/>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7" name="Freeform 14"/>
              <p:cNvSpPr>
                <a:spLocks noChangeAspect="1"/>
              </p:cNvSpPr>
              <p:nvPr/>
            </p:nvSpPr>
            <p:spPr bwMode="auto">
              <a:xfrm>
                <a:off x="914" y="2644"/>
                <a:ext cx="1143" cy="346"/>
              </a:xfrm>
              <a:custGeom>
                <a:avLst/>
                <a:gdLst>
                  <a:gd name="T0" fmla="*/ 1143 w 1143"/>
                  <a:gd name="T1" fmla="*/ 73 h 346"/>
                  <a:gd name="T2" fmla="*/ 889 w 1143"/>
                  <a:gd name="T3" fmla="*/ 0 h 346"/>
                  <a:gd name="T4" fmla="*/ 297 w 1143"/>
                  <a:gd name="T5" fmla="*/ 219 h 346"/>
                  <a:gd name="T6" fmla="*/ 0 w 1143"/>
                  <a:gd name="T7" fmla="*/ 146 h 346"/>
                  <a:gd name="T8" fmla="*/ 148 w 1143"/>
                  <a:gd name="T9" fmla="*/ 346 h 346"/>
                  <a:gd name="T10" fmla="*/ 889 w 1143"/>
                  <a:gd name="T11" fmla="*/ 346 h 346"/>
                  <a:gd name="T12" fmla="*/ 572 w 1143"/>
                  <a:gd name="T13" fmla="*/ 273 h 346"/>
                  <a:gd name="T14" fmla="*/ 1143 w 1143"/>
                  <a:gd name="T15" fmla="*/ 73 h 34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46">
                    <a:moveTo>
                      <a:pt x="1143" y="73"/>
                    </a:moveTo>
                    <a:lnTo>
                      <a:pt x="889" y="0"/>
                    </a:lnTo>
                    <a:lnTo>
                      <a:pt x="297" y="219"/>
                    </a:lnTo>
                    <a:lnTo>
                      <a:pt x="0" y="146"/>
                    </a:lnTo>
                    <a:lnTo>
                      <a:pt x="148" y="346"/>
                    </a:lnTo>
                    <a:lnTo>
                      <a:pt x="889" y="346"/>
                    </a:lnTo>
                    <a:lnTo>
                      <a:pt x="572" y="273"/>
                    </a:lnTo>
                    <a:lnTo>
                      <a:pt x="1143" y="73"/>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8" name="Freeform 15"/>
              <p:cNvSpPr>
                <a:spLocks noChangeAspect="1"/>
              </p:cNvSpPr>
              <p:nvPr/>
            </p:nvSpPr>
            <p:spPr bwMode="auto">
              <a:xfrm>
                <a:off x="978" y="2243"/>
                <a:ext cx="1143" cy="328"/>
              </a:xfrm>
              <a:custGeom>
                <a:avLst/>
                <a:gdLst>
                  <a:gd name="T0" fmla="*/ 0 w 1143"/>
                  <a:gd name="T1" fmla="*/ 73 h 328"/>
                  <a:gd name="T2" fmla="*/ 254 w 1143"/>
                  <a:gd name="T3" fmla="*/ 0 h 328"/>
                  <a:gd name="T4" fmla="*/ 868 w 1143"/>
                  <a:gd name="T5" fmla="*/ 200 h 328"/>
                  <a:gd name="T6" fmla="*/ 1143 w 1143"/>
                  <a:gd name="T7" fmla="*/ 146 h 328"/>
                  <a:gd name="T8" fmla="*/ 995 w 1143"/>
                  <a:gd name="T9" fmla="*/ 328 h 328"/>
                  <a:gd name="T10" fmla="*/ 275 w 1143"/>
                  <a:gd name="T11" fmla="*/ 328 h 328"/>
                  <a:gd name="T12" fmla="*/ 571 w 1143"/>
                  <a:gd name="T13" fmla="*/ 273 h 328"/>
                  <a:gd name="T14" fmla="*/ 0 w 1143"/>
                  <a:gd name="T15" fmla="*/ 73 h 3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28">
                    <a:moveTo>
                      <a:pt x="0" y="73"/>
                    </a:moveTo>
                    <a:lnTo>
                      <a:pt x="254" y="0"/>
                    </a:lnTo>
                    <a:lnTo>
                      <a:pt x="868" y="200"/>
                    </a:lnTo>
                    <a:lnTo>
                      <a:pt x="1143" y="146"/>
                    </a:lnTo>
                    <a:lnTo>
                      <a:pt x="995" y="328"/>
                    </a:lnTo>
                    <a:lnTo>
                      <a:pt x="275" y="328"/>
                    </a:lnTo>
                    <a:lnTo>
                      <a:pt x="571" y="273"/>
                    </a:lnTo>
                    <a:lnTo>
                      <a:pt x="0" y="73"/>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9" name="Freeform 16"/>
              <p:cNvSpPr>
                <a:spLocks noChangeAspect="1"/>
              </p:cNvSpPr>
              <p:nvPr/>
            </p:nvSpPr>
            <p:spPr bwMode="auto">
              <a:xfrm>
                <a:off x="978" y="2243"/>
                <a:ext cx="1143" cy="328"/>
              </a:xfrm>
              <a:custGeom>
                <a:avLst/>
                <a:gdLst>
                  <a:gd name="T0" fmla="*/ 0 w 1143"/>
                  <a:gd name="T1" fmla="*/ 73 h 328"/>
                  <a:gd name="T2" fmla="*/ 254 w 1143"/>
                  <a:gd name="T3" fmla="*/ 0 h 328"/>
                  <a:gd name="T4" fmla="*/ 868 w 1143"/>
                  <a:gd name="T5" fmla="*/ 200 h 328"/>
                  <a:gd name="T6" fmla="*/ 1143 w 1143"/>
                  <a:gd name="T7" fmla="*/ 146 h 328"/>
                  <a:gd name="T8" fmla="*/ 995 w 1143"/>
                  <a:gd name="T9" fmla="*/ 328 h 328"/>
                  <a:gd name="T10" fmla="*/ 275 w 1143"/>
                  <a:gd name="T11" fmla="*/ 328 h 328"/>
                  <a:gd name="T12" fmla="*/ 571 w 1143"/>
                  <a:gd name="T13" fmla="*/ 273 h 328"/>
                  <a:gd name="T14" fmla="*/ 0 w 1143"/>
                  <a:gd name="T15" fmla="*/ 73 h 3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28">
                    <a:moveTo>
                      <a:pt x="0" y="73"/>
                    </a:moveTo>
                    <a:lnTo>
                      <a:pt x="254" y="0"/>
                    </a:lnTo>
                    <a:lnTo>
                      <a:pt x="868" y="200"/>
                    </a:lnTo>
                    <a:lnTo>
                      <a:pt x="1143" y="146"/>
                    </a:lnTo>
                    <a:lnTo>
                      <a:pt x="995" y="328"/>
                    </a:lnTo>
                    <a:lnTo>
                      <a:pt x="275" y="328"/>
                    </a:lnTo>
                    <a:lnTo>
                      <a:pt x="571" y="273"/>
                    </a:lnTo>
                    <a:lnTo>
                      <a:pt x="0" y="73"/>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0" name="Freeform 17"/>
              <p:cNvSpPr>
                <a:spLocks noChangeAspect="1"/>
              </p:cNvSpPr>
              <p:nvPr/>
            </p:nvSpPr>
            <p:spPr bwMode="auto">
              <a:xfrm>
                <a:off x="2121" y="2680"/>
                <a:ext cx="1143" cy="329"/>
              </a:xfrm>
              <a:custGeom>
                <a:avLst/>
                <a:gdLst>
                  <a:gd name="T0" fmla="*/ 1143 w 1143"/>
                  <a:gd name="T1" fmla="*/ 256 h 329"/>
                  <a:gd name="T2" fmla="*/ 889 w 1143"/>
                  <a:gd name="T3" fmla="*/ 329 h 329"/>
                  <a:gd name="T4" fmla="*/ 296 w 1143"/>
                  <a:gd name="T5" fmla="*/ 110 h 329"/>
                  <a:gd name="T6" fmla="*/ 0 w 1143"/>
                  <a:gd name="T7" fmla="*/ 183 h 329"/>
                  <a:gd name="T8" fmla="*/ 148 w 1143"/>
                  <a:gd name="T9" fmla="*/ 0 h 329"/>
                  <a:gd name="T10" fmla="*/ 889 w 1143"/>
                  <a:gd name="T11" fmla="*/ 0 h 329"/>
                  <a:gd name="T12" fmla="*/ 571 w 1143"/>
                  <a:gd name="T13" fmla="*/ 55 h 329"/>
                  <a:gd name="T14" fmla="*/ 1143 w 1143"/>
                  <a:gd name="T15" fmla="*/ 256 h 32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29">
                    <a:moveTo>
                      <a:pt x="1143" y="256"/>
                    </a:moveTo>
                    <a:lnTo>
                      <a:pt x="889" y="329"/>
                    </a:lnTo>
                    <a:lnTo>
                      <a:pt x="296" y="110"/>
                    </a:lnTo>
                    <a:lnTo>
                      <a:pt x="0" y="183"/>
                    </a:lnTo>
                    <a:lnTo>
                      <a:pt x="148" y="0"/>
                    </a:lnTo>
                    <a:lnTo>
                      <a:pt x="889" y="0"/>
                    </a:lnTo>
                    <a:lnTo>
                      <a:pt x="571" y="55"/>
                    </a:lnTo>
                    <a:lnTo>
                      <a:pt x="1143" y="25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1" name="Freeform 18"/>
              <p:cNvSpPr>
                <a:spLocks noChangeAspect="1"/>
              </p:cNvSpPr>
              <p:nvPr/>
            </p:nvSpPr>
            <p:spPr bwMode="auto">
              <a:xfrm>
                <a:off x="2121" y="2680"/>
                <a:ext cx="1143" cy="329"/>
              </a:xfrm>
              <a:custGeom>
                <a:avLst/>
                <a:gdLst>
                  <a:gd name="T0" fmla="*/ 1143 w 1143"/>
                  <a:gd name="T1" fmla="*/ 256 h 329"/>
                  <a:gd name="T2" fmla="*/ 889 w 1143"/>
                  <a:gd name="T3" fmla="*/ 329 h 329"/>
                  <a:gd name="T4" fmla="*/ 296 w 1143"/>
                  <a:gd name="T5" fmla="*/ 110 h 329"/>
                  <a:gd name="T6" fmla="*/ 0 w 1143"/>
                  <a:gd name="T7" fmla="*/ 183 h 329"/>
                  <a:gd name="T8" fmla="*/ 148 w 1143"/>
                  <a:gd name="T9" fmla="*/ 0 h 329"/>
                  <a:gd name="T10" fmla="*/ 889 w 1143"/>
                  <a:gd name="T11" fmla="*/ 0 h 329"/>
                  <a:gd name="T12" fmla="*/ 571 w 1143"/>
                  <a:gd name="T13" fmla="*/ 55 h 329"/>
                  <a:gd name="T14" fmla="*/ 1143 w 1143"/>
                  <a:gd name="T15" fmla="*/ 256 h 32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29">
                    <a:moveTo>
                      <a:pt x="1143" y="256"/>
                    </a:moveTo>
                    <a:lnTo>
                      <a:pt x="889" y="329"/>
                    </a:lnTo>
                    <a:lnTo>
                      <a:pt x="296" y="110"/>
                    </a:lnTo>
                    <a:lnTo>
                      <a:pt x="0" y="183"/>
                    </a:lnTo>
                    <a:lnTo>
                      <a:pt x="148" y="0"/>
                    </a:lnTo>
                    <a:lnTo>
                      <a:pt x="889" y="0"/>
                    </a:lnTo>
                    <a:lnTo>
                      <a:pt x="571" y="55"/>
                    </a:lnTo>
                    <a:lnTo>
                      <a:pt x="1143" y="25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grpSp>
        <p:sp>
          <p:nvSpPr>
            <p:cNvPr id="48" name="Freeform 19"/>
            <p:cNvSpPr>
              <a:spLocks noChangeAspect="1"/>
            </p:cNvSpPr>
            <p:nvPr/>
          </p:nvSpPr>
          <p:spPr bwMode="auto">
            <a:xfrm>
              <a:off x="2972" y="1646"/>
              <a:ext cx="297" cy="85"/>
            </a:xfrm>
            <a:custGeom>
              <a:avLst/>
              <a:gdLst>
                <a:gd name="T0" fmla="*/ 0 w 1144"/>
                <a:gd name="T1" fmla="*/ 255 h 328"/>
                <a:gd name="T2" fmla="*/ 254 w 1144"/>
                <a:gd name="T3" fmla="*/ 328 h 328"/>
                <a:gd name="T4" fmla="*/ 868 w 1144"/>
                <a:gd name="T5" fmla="*/ 110 h 328"/>
                <a:gd name="T6" fmla="*/ 1144 w 1144"/>
                <a:gd name="T7" fmla="*/ 183 h 328"/>
                <a:gd name="T8" fmla="*/ 995 w 1144"/>
                <a:gd name="T9" fmla="*/ 0 h 328"/>
                <a:gd name="T10" fmla="*/ 276 w 1144"/>
                <a:gd name="T11" fmla="*/ 0 h 328"/>
                <a:gd name="T12" fmla="*/ 572 w 1144"/>
                <a:gd name="T13" fmla="*/ 55 h 328"/>
                <a:gd name="T14" fmla="*/ 0 w 1144"/>
                <a:gd name="T15" fmla="*/ 255 h 3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4" h="328">
                  <a:moveTo>
                    <a:pt x="0" y="255"/>
                  </a:moveTo>
                  <a:lnTo>
                    <a:pt x="254" y="328"/>
                  </a:lnTo>
                  <a:lnTo>
                    <a:pt x="868" y="110"/>
                  </a:lnTo>
                  <a:lnTo>
                    <a:pt x="1144" y="183"/>
                  </a:lnTo>
                  <a:lnTo>
                    <a:pt x="995" y="0"/>
                  </a:lnTo>
                  <a:lnTo>
                    <a:pt x="276" y="0"/>
                  </a:lnTo>
                  <a:lnTo>
                    <a:pt x="572" y="55"/>
                  </a:lnTo>
                  <a:lnTo>
                    <a:pt x="0" y="25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9" name="Freeform 20"/>
            <p:cNvSpPr>
              <a:spLocks noChangeAspect="1"/>
            </p:cNvSpPr>
            <p:nvPr/>
          </p:nvSpPr>
          <p:spPr bwMode="auto">
            <a:xfrm>
              <a:off x="2647" y="1745"/>
              <a:ext cx="297" cy="90"/>
            </a:xfrm>
            <a:custGeom>
              <a:avLst/>
              <a:gdLst>
                <a:gd name="T0" fmla="*/ 1144 w 1144"/>
                <a:gd name="T1" fmla="*/ 73 h 347"/>
                <a:gd name="T2" fmla="*/ 890 w 1144"/>
                <a:gd name="T3" fmla="*/ 0 h 347"/>
                <a:gd name="T4" fmla="*/ 297 w 1144"/>
                <a:gd name="T5" fmla="*/ 219 h 347"/>
                <a:gd name="T6" fmla="*/ 0 w 1144"/>
                <a:gd name="T7" fmla="*/ 146 h 347"/>
                <a:gd name="T8" fmla="*/ 149 w 1144"/>
                <a:gd name="T9" fmla="*/ 347 h 347"/>
                <a:gd name="T10" fmla="*/ 890 w 1144"/>
                <a:gd name="T11" fmla="*/ 347 h 347"/>
                <a:gd name="T12" fmla="*/ 572 w 1144"/>
                <a:gd name="T13" fmla="*/ 274 h 347"/>
                <a:gd name="T14" fmla="*/ 1144 w 1144"/>
                <a:gd name="T15" fmla="*/ 73 h 34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4" h="347">
                  <a:moveTo>
                    <a:pt x="1144" y="73"/>
                  </a:moveTo>
                  <a:lnTo>
                    <a:pt x="890" y="0"/>
                  </a:lnTo>
                  <a:lnTo>
                    <a:pt x="297" y="219"/>
                  </a:lnTo>
                  <a:lnTo>
                    <a:pt x="0" y="146"/>
                  </a:lnTo>
                  <a:lnTo>
                    <a:pt x="149" y="347"/>
                  </a:lnTo>
                  <a:lnTo>
                    <a:pt x="890" y="347"/>
                  </a:lnTo>
                  <a:lnTo>
                    <a:pt x="572" y="274"/>
                  </a:lnTo>
                  <a:lnTo>
                    <a:pt x="1144" y="7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0" name="Freeform 21"/>
            <p:cNvSpPr>
              <a:spLocks noChangeAspect="1"/>
            </p:cNvSpPr>
            <p:nvPr/>
          </p:nvSpPr>
          <p:spPr bwMode="auto">
            <a:xfrm>
              <a:off x="2664" y="1641"/>
              <a:ext cx="297" cy="85"/>
            </a:xfrm>
            <a:custGeom>
              <a:avLst/>
              <a:gdLst>
                <a:gd name="T0" fmla="*/ 0 w 1143"/>
                <a:gd name="T1" fmla="*/ 73 h 328"/>
                <a:gd name="T2" fmla="*/ 254 w 1143"/>
                <a:gd name="T3" fmla="*/ 0 h 328"/>
                <a:gd name="T4" fmla="*/ 868 w 1143"/>
                <a:gd name="T5" fmla="*/ 201 h 328"/>
                <a:gd name="T6" fmla="*/ 1143 w 1143"/>
                <a:gd name="T7" fmla="*/ 146 h 328"/>
                <a:gd name="T8" fmla="*/ 995 w 1143"/>
                <a:gd name="T9" fmla="*/ 328 h 328"/>
                <a:gd name="T10" fmla="*/ 275 w 1143"/>
                <a:gd name="T11" fmla="*/ 328 h 328"/>
                <a:gd name="T12" fmla="*/ 572 w 1143"/>
                <a:gd name="T13" fmla="*/ 273 h 328"/>
                <a:gd name="T14" fmla="*/ 0 w 1143"/>
                <a:gd name="T15" fmla="*/ 73 h 3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28">
                  <a:moveTo>
                    <a:pt x="0" y="73"/>
                  </a:moveTo>
                  <a:lnTo>
                    <a:pt x="254" y="0"/>
                  </a:lnTo>
                  <a:lnTo>
                    <a:pt x="868" y="201"/>
                  </a:lnTo>
                  <a:lnTo>
                    <a:pt x="1143" y="146"/>
                  </a:lnTo>
                  <a:lnTo>
                    <a:pt x="995" y="328"/>
                  </a:lnTo>
                  <a:lnTo>
                    <a:pt x="275" y="328"/>
                  </a:lnTo>
                  <a:lnTo>
                    <a:pt x="572" y="273"/>
                  </a:lnTo>
                  <a:lnTo>
                    <a:pt x="0" y="7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1" name="Freeform 22"/>
            <p:cNvSpPr>
              <a:spLocks noChangeAspect="1"/>
            </p:cNvSpPr>
            <p:nvPr/>
          </p:nvSpPr>
          <p:spPr bwMode="auto">
            <a:xfrm>
              <a:off x="2961" y="1755"/>
              <a:ext cx="297" cy="85"/>
            </a:xfrm>
            <a:custGeom>
              <a:avLst/>
              <a:gdLst>
                <a:gd name="T0" fmla="*/ 1143 w 1143"/>
                <a:gd name="T1" fmla="*/ 255 h 328"/>
                <a:gd name="T2" fmla="*/ 889 w 1143"/>
                <a:gd name="T3" fmla="*/ 328 h 328"/>
                <a:gd name="T4" fmla="*/ 296 w 1143"/>
                <a:gd name="T5" fmla="*/ 109 h 328"/>
                <a:gd name="T6" fmla="*/ 0 w 1143"/>
                <a:gd name="T7" fmla="*/ 182 h 328"/>
                <a:gd name="T8" fmla="*/ 148 w 1143"/>
                <a:gd name="T9" fmla="*/ 0 h 328"/>
                <a:gd name="T10" fmla="*/ 889 w 1143"/>
                <a:gd name="T11" fmla="*/ 0 h 328"/>
                <a:gd name="T12" fmla="*/ 572 w 1143"/>
                <a:gd name="T13" fmla="*/ 54 h 328"/>
                <a:gd name="T14" fmla="*/ 1143 w 1143"/>
                <a:gd name="T15" fmla="*/ 255 h 3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28">
                  <a:moveTo>
                    <a:pt x="1143" y="255"/>
                  </a:moveTo>
                  <a:lnTo>
                    <a:pt x="889" y="328"/>
                  </a:lnTo>
                  <a:lnTo>
                    <a:pt x="296" y="109"/>
                  </a:lnTo>
                  <a:lnTo>
                    <a:pt x="0" y="182"/>
                  </a:lnTo>
                  <a:lnTo>
                    <a:pt x="148" y="0"/>
                  </a:lnTo>
                  <a:lnTo>
                    <a:pt x="889" y="0"/>
                  </a:lnTo>
                  <a:lnTo>
                    <a:pt x="572" y="54"/>
                  </a:lnTo>
                  <a:lnTo>
                    <a:pt x="1143" y="25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2" name="Line 23"/>
            <p:cNvSpPr>
              <a:spLocks noChangeAspect="1" noChangeShapeType="1"/>
            </p:cNvSpPr>
            <p:nvPr/>
          </p:nvSpPr>
          <p:spPr bwMode="auto">
            <a:xfrm>
              <a:off x="2519" y="1755"/>
              <a:ext cx="0" cy="189"/>
            </a:xfrm>
            <a:prstGeom prst="line">
              <a:avLst/>
            </a:prstGeom>
            <a:noFill/>
            <a:ln w="12700">
              <a:solidFill>
                <a:srgbClr val="00B0AC"/>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53" name="Line 24"/>
            <p:cNvSpPr>
              <a:spLocks noChangeAspect="1" noChangeShapeType="1"/>
            </p:cNvSpPr>
            <p:nvPr/>
          </p:nvSpPr>
          <p:spPr bwMode="auto">
            <a:xfrm>
              <a:off x="3422" y="1753"/>
              <a:ext cx="0" cy="189"/>
            </a:xfrm>
            <a:prstGeom prst="line">
              <a:avLst/>
            </a:prstGeom>
            <a:noFill/>
            <a:ln w="12700">
              <a:solidFill>
                <a:srgbClr val="009999"/>
              </a:solidFill>
              <a:round/>
              <a:headEnd/>
              <a:tailEnd/>
            </a:ln>
            <a:extLst>
              <a:ext uri="{909E8E84-426E-40DD-AFC4-6F175D3DCCD1}">
                <a14:hiddenFill xmlns:a14="http://schemas.microsoft.com/office/drawing/2010/main">
                  <a:noFill/>
                </a14:hiddenFill>
              </a:ext>
            </a:extLst>
          </p:spPr>
          <p:txBody>
            <a:bodyPr/>
            <a:lstStyle/>
            <a:p>
              <a:endParaRPr lang="fr-FR"/>
            </a:p>
          </p:txBody>
        </p:sp>
      </p:grpSp>
      <p:sp>
        <p:nvSpPr>
          <p:cNvPr id="62" name="Text Box 25"/>
          <p:cNvSpPr txBox="1">
            <a:spLocks noChangeArrowheads="1"/>
          </p:cNvSpPr>
          <p:nvPr/>
        </p:nvSpPr>
        <p:spPr bwMode="auto">
          <a:xfrm>
            <a:off x="2049558" y="3508555"/>
            <a:ext cx="476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fr-FR" b="1"/>
              <a:t>R1</a:t>
            </a:r>
          </a:p>
        </p:txBody>
      </p:sp>
      <p:sp>
        <p:nvSpPr>
          <p:cNvPr id="63" name="AutoShape 26"/>
          <p:cNvSpPr>
            <a:spLocks noChangeArrowheads="1"/>
          </p:cNvSpPr>
          <p:nvPr/>
        </p:nvSpPr>
        <p:spPr bwMode="auto">
          <a:xfrm rot="5400000">
            <a:off x="3994245" y="2789418"/>
            <a:ext cx="431800" cy="1295400"/>
          </a:xfrm>
          <a:prstGeom prst="can">
            <a:avLst>
              <a:gd name="adj" fmla="val 39694"/>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fr-FR"/>
          </a:p>
        </p:txBody>
      </p:sp>
      <p:sp>
        <p:nvSpPr>
          <p:cNvPr id="64" name="Text Box 27"/>
          <p:cNvSpPr txBox="1">
            <a:spLocks noChangeArrowheads="1"/>
          </p:cNvSpPr>
          <p:nvPr/>
        </p:nvSpPr>
        <p:spPr bwMode="auto">
          <a:xfrm>
            <a:off x="3724370" y="3240268"/>
            <a:ext cx="79216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fr-FR" b="1">
                <a:solidFill>
                  <a:srgbClr val="000000"/>
                </a:solidFill>
              </a:rPr>
              <a:t>Fa0/0</a:t>
            </a:r>
          </a:p>
        </p:txBody>
      </p:sp>
      <p:cxnSp>
        <p:nvCxnSpPr>
          <p:cNvPr id="65" name="AutoShape 28"/>
          <p:cNvCxnSpPr>
            <a:cxnSpLocks noChangeShapeType="1"/>
          </p:cNvCxnSpPr>
          <p:nvPr/>
        </p:nvCxnSpPr>
        <p:spPr bwMode="auto">
          <a:xfrm flipV="1">
            <a:off x="4705445" y="2841805"/>
            <a:ext cx="1549400" cy="481013"/>
          </a:xfrm>
          <a:prstGeom prst="bentConnector3">
            <a:avLst>
              <a:gd name="adj1" fmla="val 50000"/>
            </a:avLst>
          </a:prstGeom>
          <a:noFill/>
          <a:ln w="2857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6" name="AutoShape 29"/>
          <p:cNvCxnSpPr>
            <a:cxnSpLocks noChangeShapeType="1"/>
          </p:cNvCxnSpPr>
          <p:nvPr/>
        </p:nvCxnSpPr>
        <p:spPr bwMode="auto">
          <a:xfrm>
            <a:off x="4700683" y="3548243"/>
            <a:ext cx="1544637" cy="546100"/>
          </a:xfrm>
          <a:prstGeom prst="bentConnector3">
            <a:avLst>
              <a:gd name="adj1" fmla="val 49949"/>
            </a:avLst>
          </a:prstGeom>
          <a:noFill/>
          <a:ln w="2857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7" name="Line 30"/>
          <p:cNvSpPr>
            <a:spLocks noChangeShapeType="1"/>
          </p:cNvSpPr>
          <p:nvPr/>
        </p:nvSpPr>
        <p:spPr bwMode="auto">
          <a:xfrm>
            <a:off x="4694333" y="3437118"/>
            <a:ext cx="158432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68" name="Text Box 31"/>
          <p:cNvSpPr txBox="1">
            <a:spLocks noChangeArrowheads="1"/>
          </p:cNvSpPr>
          <p:nvPr/>
        </p:nvSpPr>
        <p:spPr bwMode="auto">
          <a:xfrm>
            <a:off x="6297708" y="2644955"/>
            <a:ext cx="309721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fr-FR" dirty="0"/>
              <a:t>Fa0/0.</a:t>
            </a:r>
            <a:r>
              <a:rPr lang="fr-FR" dirty="0">
                <a:solidFill>
                  <a:srgbClr val="FF0000"/>
                </a:solidFill>
              </a:rPr>
              <a:t>1 </a:t>
            </a:r>
            <a:r>
              <a:rPr lang="fr-FR" dirty="0" err="1">
                <a:solidFill>
                  <a:srgbClr val="00B050"/>
                </a:solidFill>
              </a:rPr>
              <a:t>taggé</a:t>
            </a:r>
            <a:r>
              <a:rPr lang="fr-FR" dirty="0">
                <a:solidFill>
                  <a:srgbClr val="00B050"/>
                </a:solidFill>
              </a:rPr>
              <a:t> en VLAN 100</a:t>
            </a:r>
          </a:p>
        </p:txBody>
      </p:sp>
      <p:sp>
        <p:nvSpPr>
          <p:cNvPr id="69" name="Text Box 33"/>
          <p:cNvSpPr txBox="1">
            <a:spLocks noChangeArrowheads="1"/>
          </p:cNvSpPr>
          <p:nvPr/>
        </p:nvSpPr>
        <p:spPr bwMode="auto">
          <a:xfrm>
            <a:off x="6297708" y="3862568"/>
            <a:ext cx="321151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fr-FR" dirty="0"/>
              <a:t>Fa0/0.</a:t>
            </a:r>
            <a:r>
              <a:rPr lang="fr-FR" dirty="0">
                <a:solidFill>
                  <a:srgbClr val="FF0000"/>
                </a:solidFill>
              </a:rPr>
              <a:t>3 </a:t>
            </a:r>
            <a:r>
              <a:rPr lang="fr-FR" dirty="0" err="1">
                <a:solidFill>
                  <a:srgbClr val="00B050"/>
                </a:solidFill>
              </a:rPr>
              <a:t>taggé</a:t>
            </a:r>
            <a:r>
              <a:rPr lang="fr-FR" dirty="0">
                <a:solidFill>
                  <a:srgbClr val="00B050"/>
                </a:solidFill>
              </a:rPr>
              <a:t> en VLAN 300</a:t>
            </a:r>
          </a:p>
        </p:txBody>
      </p:sp>
      <p:sp>
        <p:nvSpPr>
          <p:cNvPr id="70" name="Text Box 34"/>
          <p:cNvSpPr txBox="1">
            <a:spLocks noChangeArrowheads="1"/>
          </p:cNvSpPr>
          <p:nvPr/>
        </p:nvSpPr>
        <p:spPr bwMode="auto">
          <a:xfrm>
            <a:off x="4900708" y="4373743"/>
            <a:ext cx="4248150" cy="20497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tabLst>
                <a:tab pos="269875" algn="l"/>
                <a:tab pos="447675" algn="l"/>
              </a:tabLst>
              <a:defRPr>
                <a:solidFill>
                  <a:schemeClr val="tx1"/>
                </a:solidFill>
                <a:latin typeface="Arial" charset="0"/>
              </a:defRPr>
            </a:lvl1pPr>
            <a:lvl2pPr algn="l">
              <a:tabLst>
                <a:tab pos="269875" algn="l"/>
                <a:tab pos="447675" algn="l"/>
              </a:tabLst>
              <a:defRPr>
                <a:solidFill>
                  <a:schemeClr val="tx1"/>
                </a:solidFill>
                <a:latin typeface="Arial" charset="0"/>
              </a:defRPr>
            </a:lvl2pPr>
            <a:lvl3pPr algn="l">
              <a:tabLst>
                <a:tab pos="269875" algn="l"/>
                <a:tab pos="447675" algn="l"/>
              </a:tabLst>
              <a:defRPr>
                <a:solidFill>
                  <a:schemeClr val="tx1"/>
                </a:solidFill>
                <a:latin typeface="Arial" charset="0"/>
              </a:defRPr>
            </a:lvl3pPr>
            <a:lvl4pPr algn="l">
              <a:tabLst>
                <a:tab pos="269875" algn="l"/>
                <a:tab pos="447675" algn="l"/>
              </a:tabLst>
              <a:defRPr>
                <a:solidFill>
                  <a:schemeClr val="tx1"/>
                </a:solidFill>
                <a:latin typeface="Arial" charset="0"/>
              </a:defRPr>
            </a:lvl4pPr>
            <a:lvl5pPr algn="l">
              <a:tabLst>
                <a:tab pos="269875" algn="l"/>
                <a:tab pos="447675" algn="l"/>
              </a:tabLst>
              <a:defRPr>
                <a:solidFill>
                  <a:schemeClr val="tx1"/>
                </a:solidFill>
                <a:latin typeface="Arial" charset="0"/>
              </a:defRPr>
            </a:lvl5pPr>
            <a:lvl6pPr fontAlgn="base">
              <a:spcBef>
                <a:spcPct val="0"/>
              </a:spcBef>
              <a:spcAft>
                <a:spcPct val="0"/>
              </a:spcAft>
              <a:tabLst>
                <a:tab pos="269875" algn="l"/>
                <a:tab pos="447675" algn="l"/>
              </a:tabLst>
              <a:defRPr>
                <a:solidFill>
                  <a:schemeClr val="tx1"/>
                </a:solidFill>
                <a:latin typeface="Arial" charset="0"/>
              </a:defRPr>
            </a:lvl6pPr>
            <a:lvl7pPr fontAlgn="base">
              <a:spcBef>
                <a:spcPct val="0"/>
              </a:spcBef>
              <a:spcAft>
                <a:spcPct val="0"/>
              </a:spcAft>
              <a:tabLst>
                <a:tab pos="269875" algn="l"/>
                <a:tab pos="447675" algn="l"/>
              </a:tabLst>
              <a:defRPr>
                <a:solidFill>
                  <a:schemeClr val="tx1"/>
                </a:solidFill>
                <a:latin typeface="Arial" charset="0"/>
              </a:defRPr>
            </a:lvl7pPr>
            <a:lvl8pPr fontAlgn="base">
              <a:spcBef>
                <a:spcPct val="0"/>
              </a:spcBef>
              <a:spcAft>
                <a:spcPct val="0"/>
              </a:spcAft>
              <a:tabLst>
                <a:tab pos="269875" algn="l"/>
                <a:tab pos="447675" algn="l"/>
              </a:tabLst>
              <a:defRPr>
                <a:solidFill>
                  <a:schemeClr val="tx1"/>
                </a:solidFill>
                <a:latin typeface="Arial" charset="0"/>
              </a:defRPr>
            </a:lvl8pPr>
            <a:lvl9pPr fontAlgn="base">
              <a:spcBef>
                <a:spcPct val="0"/>
              </a:spcBef>
              <a:spcAft>
                <a:spcPct val="0"/>
              </a:spcAft>
              <a:tabLst>
                <a:tab pos="269875" algn="l"/>
                <a:tab pos="447675" algn="l"/>
              </a:tabLst>
              <a:defRPr>
                <a:solidFill>
                  <a:schemeClr val="tx1"/>
                </a:solidFill>
                <a:latin typeface="Arial" charset="0"/>
              </a:defRPr>
            </a:lvl9pPr>
          </a:lstStyle>
          <a:p>
            <a:pPr>
              <a:lnSpc>
                <a:spcPct val="60000"/>
              </a:lnSpc>
              <a:spcBef>
                <a:spcPct val="50000"/>
              </a:spcBef>
            </a:pPr>
            <a:r>
              <a:rPr lang="fr-FR" sz="1200" dirty="0">
                <a:latin typeface="Courier New" pitchFamily="49" charset="0"/>
                <a:cs typeface="Courier New" pitchFamily="49" charset="0"/>
              </a:rPr>
              <a:t>configure terminal</a:t>
            </a:r>
          </a:p>
          <a:p>
            <a:pPr>
              <a:lnSpc>
                <a:spcPct val="60000"/>
              </a:lnSpc>
              <a:spcBef>
                <a:spcPct val="50000"/>
              </a:spcBef>
            </a:pPr>
            <a:r>
              <a:rPr lang="fr-FR" sz="1200" dirty="0">
                <a:latin typeface="Courier New" pitchFamily="49" charset="0"/>
                <a:cs typeface="Courier New" pitchFamily="49" charset="0"/>
              </a:rPr>
              <a:t>interface Fa0/0.</a:t>
            </a:r>
            <a:r>
              <a:rPr lang="fr-FR" sz="1200" dirty="0">
                <a:solidFill>
                  <a:srgbClr val="FF0000"/>
                </a:solidFill>
                <a:latin typeface="Courier New" pitchFamily="49" charset="0"/>
                <a:cs typeface="Courier New" pitchFamily="49" charset="0"/>
              </a:rPr>
              <a:t>1</a:t>
            </a:r>
          </a:p>
          <a:p>
            <a:pPr>
              <a:lnSpc>
                <a:spcPct val="60000"/>
              </a:lnSpc>
              <a:spcBef>
                <a:spcPct val="50000"/>
              </a:spcBef>
            </a:pPr>
            <a:r>
              <a:rPr lang="fr-FR" sz="1200" dirty="0">
                <a:latin typeface="Courier New" pitchFamily="49" charset="0"/>
                <a:cs typeface="Courier New" pitchFamily="49" charset="0"/>
              </a:rPr>
              <a:t>	</a:t>
            </a:r>
            <a:r>
              <a:rPr lang="fr-FR" sz="1200" b="1" dirty="0">
                <a:latin typeface="Courier New" pitchFamily="49" charset="0"/>
                <a:cs typeface="Courier New" pitchFamily="49" charset="0"/>
              </a:rPr>
              <a:t>encapsulation dot1q </a:t>
            </a:r>
            <a:r>
              <a:rPr lang="fr-FR" sz="1200" b="1" dirty="0">
                <a:solidFill>
                  <a:srgbClr val="00B050"/>
                </a:solidFill>
                <a:latin typeface="Courier New" pitchFamily="49" charset="0"/>
                <a:cs typeface="Courier New" pitchFamily="49" charset="0"/>
              </a:rPr>
              <a:t>100</a:t>
            </a:r>
          </a:p>
          <a:p>
            <a:pPr>
              <a:lnSpc>
                <a:spcPct val="60000"/>
              </a:lnSpc>
              <a:spcBef>
                <a:spcPct val="50000"/>
              </a:spcBef>
            </a:pPr>
            <a:r>
              <a:rPr lang="fr-FR" sz="1200" b="1" dirty="0">
                <a:solidFill>
                  <a:srgbClr val="FFFF00"/>
                </a:solidFill>
                <a:latin typeface="Courier New" pitchFamily="49" charset="0"/>
                <a:cs typeface="Courier New" pitchFamily="49" charset="0"/>
              </a:rPr>
              <a:t>	</a:t>
            </a:r>
            <a:r>
              <a:rPr lang="fr-FR" sz="1200" b="1" dirty="0" err="1">
                <a:solidFill>
                  <a:srgbClr val="0033CC"/>
                </a:solidFill>
                <a:highlight>
                  <a:srgbClr val="FF99CC"/>
                </a:highlight>
                <a:latin typeface="Courier New" pitchFamily="49" charset="0"/>
                <a:cs typeface="Courier New" pitchFamily="49" charset="0"/>
              </a:rPr>
              <a:t>ip</a:t>
            </a:r>
            <a:r>
              <a:rPr lang="fr-FR" sz="1200" b="1" dirty="0">
                <a:solidFill>
                  <a:srgbClr val="0033CC"/>
                </a:solidFill>
                <a:highlight>
                  <a:srgbClr val="FF99CC"/>
                </a:highlight>
                <a:latin typeface="Courier New" pitchFamily="49" charset="0"/>
                <a:cs typeface="Courier New" pitchFamily="49" charset="0"/>
              </a:rPr>
              <a:t> </a:t>
            </a:r>
            <a:r>
              <a:rPr lang="fr-FR" sz="1200" b="1" dirty="0" err="1">
                <a:solidFill>
                  <a:srgbClr val="0033CC"/>
                </a:solidFill>
                <a:highlight>
                  <a:srgbClr val="FF99CC"/>
                </a:highlight>
                <a:latin typeface="Courier New" pitchFamily="49" charset="0"/>
                <a:cs typeface="Courier New" pitchFamily="49" charset="0"/>
              </a:rPr>
              <a:t>address</a:t>
            </a:r>
            <a:r>
              <a:rPr lang="fr-FR" sz="1200" b="1" dirty="0">
                <a:solidFill>
                  <a:srgbClr val="0033CC"/>
                </a:solidFill>
                <a:highlight>
                  <a:srgbClr val="FF99CC"/>
                </a:highlight>
                <a:latin typeface="Courier New" pitchFamily="49" charset="0"/>
                <a:cs typeface="Courier New" pitchFamily="49" charset="0"/>
              </a:rPr>
              <a:t> </a:t>
            </a:r>
            <a:r>
              <a:rPr lang="fr-FR" sz="1200" b="1" dirty="0">
                <a:solidFill>
                  <a:srgbClr val="0033CC"/>
                </a:solidFill>
                <a:highlight>
                  <a:srgbClr val="FFFF00"/>
                </a:highlight>
                <a:latin typeface="Courier New" pitchFamily="49" charset="0"/>
                <a:cs typeface="Courier New" pitchFamily="49" charset="0"/>
              </a:rPr>
              <a:t>10.1.0.254</a:t>
            </a:r>
            <a:r>
              <a:rPr lang="fr-FR" sz="1200" b="1" dirty="0">
                <a:solidFill>
                  <a:srgbClr val="0033CC"/>
                </a:solidFill>
                <a:highlight>
                  <a:srgbClr val="FF99CC"/>
                </a:highlight>
                <a:latin typeface="Courier New" pitchFamily="49" charset="0"/>
                <a:cs typeface="Courier New" pitchFamily="49" charset="0"/>
              </a:rPr>
              <a:t> 255.255.255.0</a:t>
            </a:r>
          </a:p>
          <a:p>
            <a:pPr>
              <a:lnSpc>
                <a:spcPct val="60000"/>
              </a:lnSpc>
              <a:spcBef>
                <a:spcPct val="50000"/>
              </a:spcBef>
            </a:pPr>
            <a:r>
              <a:rPr lang="fr-FR" sz="1200" dirty="0">
                <a:latin typeface="Courier New" pitchFamily="49" charset="0"/>
                <a:cs typeface="Courier New" pitchFamily="49" charset="0"/>
              </a:rPr>
              <a:t>interface Fa0/0.</a:t>
            </a:r>
            <a:r>
              <a:rPr lang="fr-FR" sz="1200" dirty="0">
                <a:solidFill>
                  <a:srgbClr val="FF0000"/>
                </a:solidFill>
                <a:latin typeface="Courier New" pitchFamily="49" charset="0"/>
                <a:cs typeface="Courier New" pitchFamily="49" charset="0"/>
              </a:rPr>
              <a:t>2</a:t>
            </a:r>
          </a:p>
          <a:p>
            <a:pPr>
              <a:lnSpc>
                <a:spcPct val="60000"/>
              </a:lnSpc>
              <a:spcBef>
                <a:spcPct val="50000"/>
              </a:spcBef>
            </a:pPr>
            <a:r>
              <a:rPr lang="fr-FR" sz="1200" dirty="0">
                <a:latin typeface="Courier New" pitchFamily="49" charset="0"/>
                <a:cs typeface="Courier New" pitchFamily="49" charset="0"/>
              </a:rPr>
              <a:t>	</a:t>
            </a:r>
            <a:r>
              <a:rPr lang="fr-FR" sz="1200" b="1" dirty="0">
                <a:latin typeface="Courier New" pitchFamily="49" charset="0"/>
                <a:cs typeface="Courier New" pitchFamily="49" charset="0"/>
              </a:rPr>
              <a:t>encapsulation dot1q </a:t>
            </a:r>
            <a:r>
              <a:rPr lang="fr-FR" sz="1200" b="1" dirty="0">
                <a:solidFill>
                  <a:srgbClr val="00B050"/>
                </a:solidFill>
                <a:latin typeface="Courier New" pitchFamily="49" charset="0"/>
                <a:cs typeface="Courier New" pitchFamily="49" charset="0"/>
              </a:rPr>
              <a:t>200</a:t>
            </a:r>
          </a:p>
          <a:p>
            <a:pPr>
              <a:lnSpc>
                <a:spcPct val="60000"/>
              </a:lnSpc>
              <a:spcBef>
                <a:spcPct val="50000"/>
              </a:spcBef>
            </a:pPr>
            <a:r>
              <a:rPr lang="fr-FR" sz="1200" b="1" dirty="0">
                <a:solidFill>
                  <a:srgbClr val="FFFF00"/>
                </a:solidFill>
                <a:latin typeface="Courier New" pitchFamily="49" charset="0"/>
                <a:cs typeface="Courier New" pitchFamily="49" charset="0"/>
              </a:rPr>
              <a:t>	</a:t>
            </a:r>
            <a:r>
              <a:rPr lang="fr-FR" sz="1200" b="1" dirty="0" err="1">
                <a:solidFill>
                  <a:srgbClr val="0033CC"/>
                </a:solidFill>
                <a:highlight>
                  <a:srgbClr val="FF99CC"/>
                </a:highlight>
                <a:latin typeface="Courier New" pitchFamily="49" charset="0"/>
                <a:cs typeface="Courier New" pitchFamily="49" charset="0"/>
              </a:rPr>
              <a:t>ip</a:t>
            </a:r>
            <a:r>
              <a:rPr lang="fr-FR" sz="1200" b="1" dirty="0">
                <a:solidFill>
                  <a:srgbClr val="0033CC"/>
                </a:solidFill>
                <a:highlight>
                  <a:srgbClr val="FF99CC"/>
                </a:highlight>
                <a:latin typeface="Courier New" pitchFamily="49" charset="0"/>
                <a:cs typeface="Courier New" pitchFamily="49" charset="0"/>
              </a:rPr>
              <a:t> </a:t>
            </a:r>
            <a:r>
              <a:rPr lang="fr-FR" sz="1200" b="1" dirty="0" err="1">
                <a:solidFill>
                  <a:srgbClr val="0033CC"/>
                </a:solidFill>
                <a:highlight>
                  <a:srgbClr val="FF99CC"/>
                </a:highlight>
                <a:latin typeface="Courier New" pitchFamily="49" charset="0"/>
                <a:cs typeface="Courier New" pitchFamily="49" charset="0"/>
              </a:rPr>
              <a:t>address</a:t>
            </a:r>
            <a:r>
              <a:rPr lang="fr-FR" sz="1200" b="1" dirty="0">
                <a:solidFill>
                  <a:srgbClr val="0033CC"/>
                </a:solidFill>
                <a:highlight>
                  <a:srgbClr val="FF99CC"/>
                </a:highlight>
                <a:latin typeface="Courier New" pitchFamily="49" charset="0"/>
                <a:cs typeface="Courier New" pitchFamily="49" charset="0"/>
              </a:rPr>
              <a:t> 1</a:t>
            </a:r>
            <a:r>
              <a:rPr lang="fr-FR" sz="1200" b="1" dirty="0">
                <a:solidFill>
                  <a:srgbClr val="0033CC"/>
                </a:solidFill>
                <a:highlight>
                  <a:srgbClr val="FFFF00"/>
                </a:highlight>
                <a:latin typeface="Courier New" pitchFamily="49" charset="0"/>
                <a:cs typeface="Courier New" pitchFamily="49" charset="0"/>
              </a:rPr>
              <a:t>0.2.0.254</a:t>
            </a:r>
            <a:r>
              <a:rPr lang="fr-FR" sz="1200" b="1" dirty="0">
                <a:solidFill>
                  <a:srgbClr val="0033CC"/>
                </a:solidFill>
                <a:highlight>
                  <a:srgbClr val="FF99CC"/>
                </a:highlight>
                <a:latin typeface="Courier New" pitchFamily="49" charset="0"/>
                <a:cs typeface="Courier New" pitchFamily="49" charset="0"/>
              </a:rPr>
              <a:t> 255.255.255.0</a:t>
            </a:r>
          </a:p>
          <a:p>
            <a:pPr>
              <a:lnSpc>
                <a:spcPct val="60000"/>
              </a:lnSpc>
              <a:spcBef>
                <a:spcPct val="50000"/>
              </a:spcBef>
            </a:pPr>
            <a:r>
              <a:rPr lang="fr-FR" sz="1200" dirty="0">
                <a:latin typeface="Courier New" pitchFamily="49" charset="0"/>
                <a:cs typeface="Courier New" pitchFamily="49" charset="0"/>
              </a:rPr>
              <a:t>interface Fa0/0.</a:t>
            </a:r>
            <a:r>
              <a:rPr lang="fr-FR" sz="1200" dirty="0">
                <a:solidFill>
                  <a:srgbClr val="FF0000"/>
                </a:solidFill>
                <a:latin typeface="Courier New" pitchFamily="49" charset="0"/>
                <a:cs typeface="Courier New" pitchFamily="49" charset="0"/>
              </a:rPr>
              <a:t>3</a:t>
            </a:r>
          </a:p>
          <a:p>
            <a:pPr>
              <a:lnSpc>
                <a:spcPct val="60000"/>
              </a:lnSpc>
              <a:spcBef>
                <a:spcPct val="50000"/>
              </a:spcBef>
            </a:pPr>
            <a:r>
              <a:rPr lang="fr-FR" sz="1200" dirty="0">
                <a:latin typeface="Courier New" pitchFamily="49" charset="0"/>
                <a:cs typeface="Courier New" pitchFamily="49" charset="0"/>
              </a:rPr>
              <a:t>	</a:t>
            </a:r>
            <a:r>
              <a:rPr lang="fr-FR" sz="1200" b="1" dirty="0">
                <a:latin typeface="Courier New" pitchFamily="49" charset="0"/>
                <a:cs typeface="Courier New" pitchFamily="49" charset="0"/>
              </a:rPr>
              <a:t>encapsulation dot1q </a:t>
            </a:r>
            <a:r>
              <a:rPr lang="fr-FR" sz="1200" b="1" dirty="0">
                <a:solidFill>
                  <a:srgbClr val="00B050"/>
                </a:solidFill>
                <a:latin typeface="Courier New" pitchFamily="49" charset="0"/>
                <a:cs typeface="Courier New" pitchFamily="49" charset="0"/>
              </a:rPr>
              <a:t>300</a:t>
            </a:r>
          </a:p>
          <a:p>
            <a:pPr>
              <a:lnSpc>
                <a:spcPct val="60000"/>
              </a:lnSpc>
              <a:spcBef>
                <a:spcPct val="50000"/>
              </a:spcBef>
            </a:pPr>
            <a:r>
              <a:rPr lang="fr-FR" sz="1200" b="1" dirty="0">
                <a:solidFill>
                  <a:srgbClr val="FFFF00"/>
                </a:solidFill>
                <a:latin typeface="Courier New" pitchFamily="49" charset="0"/>
                <a:cs typeface="Courier New" pitchFamily="49" charset="0"/>
              </a:rPr>
              <a:t>	</a:t>
            </a:r>
            <a:r>
              <a:rPr lang="fr-FR" sz="1200" b="1" dirty="0" err="1">
                <a:solidFill>
                  <a:srgbClr val="0033CC"/>
                </a:solidFill>
                <a:highlight>
                  <a:srgbClr val="FF99CC"/>
                </a:highlight>
                <a:latin typeface="Courier New" pitchFamily="49" charset="0"/>
                <a:cs typeface="Courier New" pitchFamily="49" charset="0"/>
              </a:rPr>
              <a:t>ip</a:t>
            </a:r>
            <a:r>
              <a:rPr lang="fr-FR" sz="1200" b="1" dirty="0">
                <a:solidFill>
                  <a:srgbClr val="0033CC"/>
                </a:solidFill>
                <a:highlight>
                  <a:srgbClr val="FF99CC"/>
                </a:highlight>
                <a:latin typeface="Courier New" pitchFamily="49" charset="0"/>
                <a:cs typeface="Courier New" pitchFamily="49" charset="0"/>
              </a:rPr>
              <a:t> </a:t>
            </a:r>
            <a:r>
              <a:rPr lang="fr-FR" sz="1200" b="1" dirty="0" err="1">
                <a:solidFill>
                  <a:srgbClr val="0033CC"/>
                </a:solidFill>
                <a:highlight>
                  <a:srgbClr val="FF99CC"/>
                </a:highlight>
                <a:latin typeface="Courier New" pitchFamily="49" charset="0"/>
                <a:cs typeface="Courier New" pitchFamily="49" charset="0"/>
              </a:rPr>
              <a:t>address</a:t>
            </a:r>
            <a:r>
              <a:rPr lang="fr-FR" sz="1200" b="1" dirty="0">
                <a:solidFill>
                  <a:srgbClr val="0033CC"/>
                </a:solidFill>
                <a:highlight>
                  <a:srgbClr val="FF99CC"/>
                </a:highlight>
                <a:latin typeface="Courier New" pitchFamily="49" charset="0"/>
                <a:cs typeface="Courier New" pitchFamily="49" charset="0"/>
              </a:rPr>
              <a:t> </a:t>
            </a:r>
            <a:r>
              <a:rPr lang="fr-FR" sz="1200" b="1" dirty="0">
                <a:solidFill>
                  <a:srgbClr val="0033CC"/>
                </a:solidFill>
                <a:highlight>
                  <a:srgbClr val="FFFF00"/>
                </a:highlight>
                <a:latin typeface="Courier New" pitchFamily="49" charset="0"/>
                <a:cs typeface="Courier New" pitchFamily="49" charset="0"/>
              </a:rPr>
              <a:t>10.3.0.254</a:t>
            </a:r>
            <a:r>
              <a:rPr lang="fr-FR" sz="1200" b="1" dirty="0">
                <a:solidFill>
                  <a:srgbClr val="0033CC"/>
                </a:solidFill>
                <a:highlight>
                  <a:srgbClr val="FF99CC"/>
                </a:highlight>
                <a:latin typeface="Courier New" pitchFamily="49" charset="0"/>
                <a:cs typeface="Courier New" pitchFamily="49" charset="0"/>
              </a:rPr>
              <a:t> 255.255.255.0</a:t>
            </a:r>
          </a:p>
        </p:txBody>
      </p:sp>
      <p:sp>
        <p:nvSpPr>
          <p:cNvPr id="71" name="Text Box 35"/>
          <p:cNvSpPr txBox="1">
            <a:spLocks noChangeArrowheads="1"/>
          </p:cNvSpPr>
          <p:nvPr/>
        </p:nvSpPr>
        <p:spPr bwMode="auto">
          <a:xfrm>
            <a:off x="1011333" y="4661080"/>
            <a:ext cx="3600450"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fr-FR" sz="2400"/>
              <a:t>POUR CONFIGURER une adresse IP dans chaque SOUS-INTERFACE :</a:t>
            </a:r>
          </a:p>
        </p:txBody>
      </p:sp>
      <p:sp>
        <p:nvSpPr>
          <p:cNvPr id="72" name="AutoShape 36"/>
          <p:cNvSpPr>
            <a:spLocks/>
          </p:cNvSpPr>
          <p:nvPr/>
        </p:nvSpPr>
        <p:spPr bwMode="auto">
          <a:xfrm>
            <a:off x="4611783" y="4373743"/>
            <a:ext cx="287337" cy="2016125"/>
          </a:xfrm>
          <a:prstGeom prst="leftBrace">
            <a:avLst>
              <a:gd name="adj1" fmla="val 58472"/>
              <a:gd name="adj2" fmla="val 50000"/>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fr-FR"/>
          </a:p>
        </p:txBody>
      </p:sp>
      <p:sp>
        <p:nvSpPr>
          <p:cNvPr id="73" name="Text Box 37"/>
          <p:cNvSpPr txBox="1">
            <a:spLocks noChangeArrowheads="1"/>
          </p:cNvSpPr>
          <p:nvPr/>
        </p:nvSpPr>
        <p:spPr bwMode="auto">
          <a:xfrm>
            <a:off x="5403945" y="2583043"/>
            <a:ext cx="936625"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fr-FR" sz="1200" b="1" dirty="0">
                <a:solidFill>
                  <a:srgbClr val="0000FF"/>
                </a:solidFill>
              </a:rPr>
              <a:t>10.1.0.254</a:t>
            </a:r>
          </a:p>
        </p:txBody>
      </p:sp>
      <p:sp>
        <p:nvSpPr>
          <p:cNvPr id="74" name="Text Box 38"/>
          <p:cNvSpPr txBox="1">
            <a:spLocks noChangeArrowheads="1"/>
          </p:cNvSpPr>
          <p:nvPr/>
        </p:nvSpPr>
        <p:spPr bwMode="auto">
          <a:xfrm>
            <a:off x="5439372" y="3197405"/>
            <a:ext cx="936625"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fr-FR" sz="1200" b="1" dirty="0">
                <a:solidFill>
                  <a:srgbClr val="0033CC"/>
                </a:solidFill>
              </a:rPr>
              <a:t>10.2.0.254</a:t>
            </a:r>
          </a:p>
        </p:txBody>
      </p:sp>
      <p:sp>
        <p:nvSpPr>
          <p:cNvPr id="75" name="Text Box 39"/>
          <p:cNvSpPr txBox="1">
            <a:spLocks noChangeArrowheads="1"/>
          </p:cNvSpPr>
          <p:nvPr/>
        </p:nvSpPr>
        <p:spPr bwMode="auto">
          <a:xfrm>
            <a:off x="5464063" y="3845105"/>
            <a:ext cx="936625"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fr-FR" sz="1200" b="1">
                <a:solidFill>
                  <a:srgbClr val="0033CC"/>
                </a:solidFill>
              </a:rPr>
              <a:t>10.3.0.254</a:t>
            </a:r>
          </a:p>
        </p:txBody>
      </p:sp>
      <p:sp>
        <p:nvSpPr>
          <p:cNvPr id="107" name="Text Box 32"/>
          <p:cNvSpPr txBox="1">
            <a:spLocks noChangeArrowheads="1"/>
          </p:cNvSpPr>
          <p:nvPr/>
        </p:nvSpPr>
        <p:spPr bwMode="auto">
          <a:xfrm>
            <a:off x="6340570" y="3254636"/>
            <a:ext cx="3354387"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fr-FR" dirty="0"/>
              <a:t>Fa0/0.</a:t>
            </a:r>
            <a:r>
              <a:rPr lang="fr-FR" dirty="0">
                <a:solidFill>
                  <a:srgbClr val="FF0000"/>
                </a:solidFill>
              </a:rPr>
              <a:t>2 </a:t>
            </a:r>
            <a:r>
              <a:rPr lang="fr-FR" dirty="0" err="1">
                <a:solidFill>
                  <a:srgbClr val="00B050"/>
                </a:solidFill>
              </a:rPr>
              <a:t>taggé</a:t>
            </a:r>
            <a:r>
              <a:rPr lang="fr-FR" dirty="0">
                <a:solidFill>
                  <a:srgbClr val="00B050"/>
                </a:solidFill>
              </a:rPr>
              <a:t> en VLAN 200</a:t>
            </a:r>
          </a:p>
        </p:txBody>
      </p:sp>
    </p:spTree>
    <p:extLst>
      <p:ext uri="{BB962C8B-B14F-4D97-AF65-F5344CB8AC3E}">
        <p14:creationId xmlns:p14="http://schemas.microsoft.com/office/powerpoint/2010/main" val="459676780"/>
      </p:ext>
    </p:extLst>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3"/>
          <p:cNvSpPr txBox="1">
            <a:spLocks/>
          </p:cNvSpPr>
          <p:nvPr/>
        </p:nvSpPr>
        <p:spPr>
          <a:xfrm>
            <a:off x="11421233" y="6619875"/>
            <a:ext cx="746929" cy="2381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1pPr>
            <a:lvl2pPr marL="742950" indent="-28575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2pPr>
            <a:lvl3pPr marL="1143000" indent="-22860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3pPr>
            <a:lvl4pPr marL="1600200" indent="-22860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4pPr>
            <a:lvl5pPr marL="2057400" indent="-22860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5pPr>
            <a:lvl6pPr marL="25146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6pPr>
            <a:lvl7pPr marL="29718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7pPr>
            <a:lvl8pPr marL="34290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8pPr>
            <a:lvl9pPr marL="38862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9pPr>
          </a:lstStyle>
          <a:p>
            <a:pPr algn="r" eaLnBrk="1" hangingPunct="1"/>
            <a:fld id="{A6099D49-99EB-46B5-BBE2-692892430483}" type="slidenum">
              <a:rPr lang="en-US" altLang="fr-FR" sz="1200" smtClean="0">
                <a:solidFill>
                  <a:srgbClr val="000000"/>
                </a:solidFill>
              </a:rPr>
              <a:pPr algn="r" eaLnBrk="1" hangingPunct="1"/>
              <a:t>16</a:t>
            </a:fld>
            <a:endParaRPr lang="en-US" altLang="fr-FR" sz="1200" dirty="0">
              <a:solidFill>
                <a:srgbClr val="000000"/>
              </a:solidFill>
            </a:endParaRPr>
          </a:p>
        </p:txBody>
      </p:sp>
      <p:sp>
        <p:nvSpPr>
          <p:cNvPr id="4" name="Titre 3"/>
          <p:cNvSpPr>
            <a:spLocks noGrp="1"/>
          </p:cNvSpPr>
          <p:nvPr>
            <p:ph type="title"/>
          </p:nvPr>
        </p:nvSpPr>
        <p:spPr>
          <a:xfrm>
            <a:off x="394138" y="0"/>
            <a:ext cx="11027095" cy="685800"/>
          </a:xfrm>
        </p:spPr>
        <p:txBody>
          <a:bodyPr/>
          <a:lstStyle/>
          <a:p>
            <a:pPr>
              <a:lnSpc>
                <a:spcPct val="100000"/>
              </a:lnSpc>
            </a:pPr>
            <a:r>
              <a:rPr lang="fr-FR" sz="3200" spc="-100" dirty="0">
                <a:solidFill>
                  <a:srgbClr val="1F497D"/>
                </a:solidFill>
                <a:latin typeface="Cambria"/>
              </a:rPr>
              <a:t>Solutions pour la communication inter-VLANs</a:t>
            </a:r>
            <a:endParaRPr lang="fr-FR" sz="3200" spc="-100" dirty="0">
              <a:solidFill>
                <a:srgbClr val="1F497D"/>
              </a:solidFill>
              <a:latin typeface="Cambria"/>
              <a:ea typeface="+mj-ea"/>
              <a:cs typeface="+mj-cs"/>
            </a:endParaRPr>
          </a:p>
        </p:txBody>
      </p:sp>
      <p:sp>
        <p:nvSpPr>
          <p:cNvPr id="5" name="Rectangle 4"/>
          <p:cNvSpPr/>
          <p:nvPr/>
        </p:nvSpPr>
        <p:spPr>
          <a:xfrm>
            <a:off x="132202" y="1013548"/>
            <a:ext cx="11289031" cy="5725389"/>
          </a:xfrm>
          <a:prstGeom prst="rect">
            <a:avLst/>
          </a:prstGeom>
          <a:noFill/>
          <a:ln w="38100">
            <a:gradFill>
              <a:gsLst>
                <a:gs pos="0">
                  <a:srgbClr val="000082"/>
                </a:gs>
                <a:gs pos="30000">
                  <a:srgbClr val="66008F"/>
                </a:gs>
                <a:gs pos="64999">
                  <a:srgbClr val="BA0066"/>
                </a:gs>
                <a:gs pos="89999">
                  <a:srgbClr val="FF0000"/>
                </a:gs>
                <a:gs pos="100000">
                  <a:srgbClr val="FF8200"/>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4" name="Rectangle à coins arrondis 1">
            <a:extLst>
              <a:ext uri="{FF2B5EF4-FFF2-40B4-BE49-F238E27FC236}">
                <a16:creationId xmlns:a16="http://schemas.microsoft.com/office/drawing/2014/main" id="{308AD588-9C53-4A9C-BFCF-5A0F8664F0BB}"/>
              </a:ext>
            </a:extLst>
          </p:cNvPr>
          <p:cNvSpPr/>
          <p:nvPr/>
        </p:nvSpPr>
        <p:spPr>
          <a:xfrm>
            <a:off x="500032" y="794254"/>
            <a:ext cx="10391375" cy="526726"/>
          </a:xfrm>
          <a:prstGeom prst="round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path path="circle">
              <a:fillToRect t="100000" r="100000"/>
            </a:path>
            <a:tileRect l="-100000" b="-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2800" spc="-100" dirty="0">
                <a:solidFill>
                  <a:srgbClr val="1F497D"/>
                </a:solidFill>
                <a:latin typeface="Cambria"/>
              </a:rPr>
              <a:t>Exemples : </a:t>
            </a:r>
            <a:r>
              <a:rPr lang="fr-FR" altLang="fr-FR" sz="2800" spc="-100" dirty="0">
                <a:solidFill>
                  <a:srgbClr val="1F497D"/>
                </a:solidFill>
                <a:latin typeface="Cambria"/>
              </a:rPr>
              <a:t>Utilisation d’un routeur :   </a:t>
            </a:r>
            <a:r>
              <a:rPr lang="fr-FR" sz="2800" spc="-100" dirty="0">
                <a:solidFill>
                  <a:srgbClr val="1F497D"/>
                </a:solidFill>
                <a:latin typeface="Cambria"/>
              </a:rPr>
              <a:t>Et l’interface majeure ?</a:t>
            </a:r>
            <a:endParaRPr lang="fr-FR" altLang="fr-FR" sz="2800" spc="-100" dirty="0">
              <a:solidFill>
                <a:srgbClr val="1F497D"/>
              </a:solidFill>
              <a:latin typeface="Cambria"/>
            </a:endParaRPr>
          </a:p>
        </p:txBody>
      </p:sp>
      <p:cxnSp>
        <p:nvCxnSpPr>
          <p:cNvPr id="679" name="Connecteur droit 678">
            <a:extLst>
              <a:ext uri="{FF2B5EF4-FFF2-40B4-BE49-F238E27FC236}">
                <a16:creationId xmlns:a16="http://schemas.microsoft.com/office/drawing/2014/main" id="{AC6DD3EC-7BF1-4640-A4AD-0AB5D2D6334F}"/>
              </a:ext>
            </a:extLst>
          </p:cNvPr>
          <p:cNvCxnSpPr/>
          <p:nvPr/>
        </p:nvCxnSpPr>
        <p:spPr>
          <a:xfrm>
            <a:off x="641445" y="1132993"/>
            <a:ext cx="0" cy="5636994"/>
          </a:xfrm>
          <a:prstGeom prst="line">
            <a:avLst/>
          </a:prstGeom>
        </p:spPr>
        <p:style>
          <a:lnRef idx="1">
            <a:schemeClr val="accent1"/>
          </a:lnRef>
          <a:fillRef idx="0">
            <a:schemeClr val="accent1"/>
          </a:fillRef>
          <a:effectRef idx="0">
            <a:schemeClr val="accent1"/>
          </a:effectRef>
          <a:fontRef idx="minor">
            <a:schemeClr val="tx1"/>
          </a:fontRef>
        </p:style>
      </p:cxnSp>
      <p:sp>
        <p:nvSpPr>
          <p:cNvPr id="76" name="Rectangle 3"/>
          <p:cNvSpPr txBox="1">
            <a:spLocks noChangeArrowheads="1"/>
          </p:cNvSpPr>
          <p:nvPr/>
        </p:nvSpPr>
        <p:spPr>
          <a:xfrm>
            <a:off x="643317" y="1320980"/>
            <a:ext cx="10248090" cy="1181100"/>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fr-FR" dirty="0"/>
              <a:t>Peut-on y configurer une adresse IP ?</a:t>
            </a:r>
          </a:p>
          <a:p>
            <a:r>
              <a:rPr lang="fr-FR" dirty="0"/>
              <a:t>Pour quel VLAN ?</a:t>
            </a:r>
          </a:p>
        </p:txBody>
      </p:sp>
      <p:grpSp>
        <p:nvGrpSpPr>
          <p:cNvPr id="77" name="Group 4"/>
          <p:cNvGrpSpPr>
            <a:grpSpLocks noChangeAspect="1"/>
          </p:cNvGrpSpPr>
          <p:nvPr/>
        </p:nvGrpSpPr>
        <p:grpSpPr bwMode="auto">
          <a:xfrm>
            <a:off x="1086230" y="2703693"/>
            <a:ext cx="2592387" cy="1319212"/>
            <a:chOff x="2517" y="1616"/>
            <a:chExt cx="908" cy="462"/>
          </a:xfrm>
        </p:grpSpPr>
        <p:sp>
          <p:nvSpPr>
            <p:cNvPr id="78" name="AutoShape 5"/>
            <p:cNvSpPr>
              <a:spLocks noChangeAspect="1" noChangeArrowheads="1" noTextEdit="1"/>
            </p:cNvSpPr>
            <p:nvPr/>
          </p:nvSpPr>
          <p:spPr bwMode="auto">
            <a:xfrm>
              <a:off x="2517" y="1619"/>
              <a:ext cx="908" cy="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79" name="Oval 6"/>
            <p:cNvSpPr>
              <a:spLocks noChangeAspect="1" noChangeArrowheads="1"/>
            </p:cNvSpPr>
            <p:nvPr/>
          </p:nvSpPr>
          <p:spPr bwMode="auto">
            <a:xfrm>
              <a:off x="2519" y="1811"/>
              <a:ext cx="904" cy="265"/>
            </a:xfrm>
            <a:prstGeom prst="ellipse">
              <a:avLst/>
            </a:prstGeom>
            <a:gradFill rotWithShape="1">
              <a:gsLst>
                <a:gs pos="0">
                  <a:srgbClr val="66FFCC"/>
                </a:gs>
                <a:gs pos="100000">
                  <a:srgbClr val="66FFCC">
                    <a:gamma/>
                    <a:shade val="46275"/>
                    <a:invGamma/>
                  </a:srgbClr>
                </a:gs>
              </a:gsLst>
              <a:lin ang="0" scaled="1"/>
            </a:gradFill>
            <a:ln w="12700">
              <a:solidFill>
                <a:srgbClr val="009999"/>
              </a:solidFill>
              <a:round/>
              <a:headEnd/>
              <a:tailEnd/>
            </a:ln>
          </p:spPr>
          <p:txBody>
            <a:bodyPr/>
            <a:lstStyle/>
            <a:p>
              <a:endParaRPr lang="fr-FR"/>
            </a:p>
          </p:txBody>
        </p:sp>
        <p:sp>
          <p:nvSpPr>
            <p:cNvPr id="80" name="Rectangle 7"/>
            <p:cNvSpPr>
              <a:spLocks noChangeAspect="1" noChangeArrowheads="1"/>
            </p:cNvSpPr>
            <p:nvPr/>
          </p:nvSpPr>
          <p:spPr bwMode="auto">
            <a:xfrm>
              <a:off x="2517" y="1756"/>
              <a:ext cx="903" cy="18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81" name="Rectangle 8"/>
            <p:cNvSpPr>
              <a:spLocks noChangeAspect="1" noChangeArrowheads="1"/>
            </p:cNvSpPr>
            <p:nvPr/>
          </p:nvSpPr>
          <p:spPr bwMode="auto">
            <a:xfrm>
              <a:off x="2518" y="1756"/>
              <a:ext cx="903" cy="189"/>
            </a:xfrm>
            <a:prstGeom prst="rect">
              <a:avLst/>
            </a:prstGeom>
            <a:gradFill rotWithShape="1">
              <a:gsLst>
                <a:gs pos="0">
                  <a:srgbClr val="66FFCC"/>
                </a:gs>
                <a:gs pos="100000">
                  <a:srgbClr val="66FFCC">
                    <a:gamma/>
                    <a:shade val="46275"/>
                    <a:invGamma/>
                  </a:srgbClr>
                </a:gs>
              </a:gsLst>
              <a:lin ang="0" scaled="1"/>
            </a:gradFill>
            <a:ln>
              <a:noFill/>
            </a:ln>
            <a:extLst>
              <a:ext uri="{91240B29-F687-4F45-9708-019B960494DF}">
                <a14:hiddenLine xmlns:a14="http://schemas.microsoft.com/office/drawing/2010/main" w="9525">
                  <a:solidFill>
                    <a:srgbClr val="33CCCC"/>
                  </a:solidFill>
                  <a:miter lim="800000"/>
                  <a:headEnd/>
                  <a:tailEnd/>
                </a14:hiddenLine>
              </a:ext>
            </a:extLst>
          </p:spPr>
          <p:txBody>
            <a:bodyPr/>
            <a:lstStyle/>
            <a:p>
              <a:endParaRPr lang="fr-FR"/>
            </a:p>
          </p:txBody>
        </p:sp>
        <p:sp>
          <p:nvSpPr>
            <p:cNvPr id="82" name="Oval 9"/>
            <p:cNvSpPr>
              <a:spLocks noChangeAspect="1" noChangeArrowheads="1"/>
            </p:cNvSpPr>
            <p:nvPr/>
          </p:nvSpPr>
          <p:spPr bwMode="auto">
            <a:xfrm>
              <a:off x="2519" y="1616"/>
              <a:ext cx="904" cy="265"/>
            </a:xfrm>
            <a:prstGeom prst="ellipse">
              <a:avLst/>
            </a:prstGeom>
            <a:solidFill>
              <a:srgbClr val="66FFCC"/>
            </a:solidFill>
            <a:ln w="12700">
              <a:solidFill>
                <a:srgbClr val="009999"/>
              </a:solidFill>
              <a:round/>
              <a:headEnd/>
              <a:tailEnd/>
            </a:ln>
          </p:spPr>
          <p:txBody>
            <a:bodyPr/>
            <a:lstStyle/>
            <a:p>
              <a:endParaRPr lang="fr-FR"/>
            </a:p>
          </p:txBody>
        </p:sp>
        <p:grpSp>
          <p:nvGrpSpPr>
            <p:cNvPr id="83" name="Group 10"/>
            <p:cNvGrpSpPr>
              <a:grpSpLocks noChangeAspect="1"/>
            </p:cNvGrpSpPr>
            <p:nvPr/>
          </p:nvGrpSpPr>
          <p:grpSpPr bwMode="auto">
            <a:xfrm>
              <a:off x="2655" y="1652"/>
              <a:ext cx="621" cy="199"/>
              <a:chOff x="914" y="2243"/>
              <a:chExt cx="2392" cy="766"/>
            </a:xfrm>
          </p:grpSpPr>
          <p:sp>
            <p:nvSpPr>
              <p:cNvPr id="90" name="Freeform 11"/>
              <p:cNvSpPr>
                <a:spLocks noChangeAspect="1"/>
              </p:cNvSpPr>
              <p:nvPr/>
            </p:nvSpPr>
            <p:spPr bwMode="auto">
              <a:xfrm>
                <a:off x="2163" y="2261"/>
                <a:ext cx="1143" cy="328"/>
              </a:xfrm>
              <a:custGeom>
                <a:avLst/>
                <a:gdLst>
                  <a:gd name="T0" fmla="*/ 0 w 1143"/>
                  <a:gd name="T1" fmla="*/ 255 h 328"/>
                  <a:gd name="T2" fmla="*/ 254 w 1143"/>
                  <a:gd name="T3" fmla="*/ 328 h 328"/>
                  <a:gd name="T4" fmla="*/ 868 w 1143"/>
                  <a:gd name="T5" fmla="*/ 109 h 328"/>
                  <a:gd name="T6" fmla="*/ 1143 w 1143"/>
                  <a:gd name="T7" fmla="*/ 182 h 328"/>
                  <a:gd name="T8" fmla="*/ 995 w 1143"/>
                  <a:gd name="T9" fmla="*/ 0 h 328"/>
                  <a:gd name="T10" fmla="*/ 275 w 1143"/>
                  <a:gd name="T11" fmla="*/ 0 h 328"/>
                  <a:gd name="T12" fmla="*/ 572 w 1143"/>
                  <a:gd name="T13" fmla="*/ 55 h 328"/>
                  <a:gd name="T14" fmla="*/ 0 w 1143"/>
                  <a:gd name="T15" fmla="*/ 255 h 3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28">
                    <a:moveTo>
                      <a:pt x="0" y="255"/>
                    </a:moveTo>
                    <a:lnTo>
                      <a:pt x="254" y="328"/>
                    </a:lnTo>
                    <a:lnTo>
                      <a:pt x="868" y="109"/>
                    </a:lnTo>
                    <a:lnTo>
                      <a:pt x="1143" y="182"/>
                    </a:lnTo>
                    <a:lnTo>
                      <a:pt x="995" y="0"/>
                    </a:lnTo>
                    <a:lnTo>
                      <a:pt x="275" y="0"/>
                    </a:lnTo>
                    <a:lnTo>
                      <a:pt x="572" y="55"/>
                    </a:lnTo>
                    <a:lnTo>
                      <a:pt x="0" y="255"/>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91" name="Freeform 12"/>
              <p:cNvSpPr>
                <a:spLocks noChangeAspect="1"/>
              </p:cNvSpPr>
              <p:nvPr/>
            </p:nvSpPr>
            <p:spPr bwMode="auto">
              <a:xfrm>
                <a:off x="2163" y="2261"/>
                <a:ext cx="1143" cy="328"/>
              </a:xfrm>
              <a:custGeom>
                <a:avLst/>
                <a:gdLst>
                  <a:gd name="T0" fmla="*/ 0 w 1143"/>
                  <a:gd name="T1" fmla="*/ 255 h 328"/>
                  <a:gd name="T2" fmla="*/ 254 w 1143"/>
                  <a:gd name="T3" fmla="*/ 328 h 328"/>
                  <a:gd name="T4" fmla="*/ 868 w 1143"/>
                  <a:gd name="T5" fmla="*/ 109 h 328"/>
                  <a:gd name="T6" fmla="*/ 1143 w 1143"/>
                  <a:gd name="T7" fmla="*/ 182 h 328"/>
                  <a:gd name="T8" fmla="*/ 995 w 1143"/>
                  <a:gd name="T9" fmla="*/ 0 h 328"/>
                  <a:gd name="T10" fmla="*/ 275 w 1143"/>
                  <a:gd name="T11" fmla="*/ 0 h 328"/>
                  <a:gd name="T12" fmla="*/ 572 w 1143"/>
                  <a:gd name="T13" fmla="*/ 55 h 328"/>
                  <a:gd name="T14" fmla="*/ 0 w 1143"/>
                  <a:gd name="T15" fmla="*/ 255 h 3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28">
                    <a:moveTo>
                      <a:pt x="0" y="255"/>
                    </a:moveTo>
                    <a:lnTo>
                      <a:pt x="254" y="328"/>
                    </a:lnTo>
                    <a:lnTo>
                      <a:pt x="868" y="109"/>
                    </a:lnTo>
                    <a:lnTo>
                      <a:pt x="1143" y="182"/>
                    </a:lnTo>
                    <a:lnTo>
                      <a:pt x="995" y="0"/>
                    </a:lnTo>
                    <a:lnTo>
                      <a:pt x="275" y="0"/>
                    </a:lnTo>
                    <a:lnTo>
                      <a:pt x="572" y="55"/>
                    </a:lnTo>
                    <a:lnTo>
                      <a:pt x="0" y="255"/>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92" name="Freeform 13"/>
              <p:cNvSpPr>
                <a:spLocks noChangeAspect="1"/>
              </p:cNvSpPr>
              <p:nvPr/>
            </p:nvSpPr>
            <p:spPr bwMode="auto">
              <a:xfrm>
                <a:off x="914" y="2644"/>
                <a:ext cx="1143" cy="346"/>
              </a:xfrm>
              <a:custGeom>
                <a:avLst/>
                <a:gdLst>
                  <a:gd name="T0" fmla="*/ 1143 w 1143"/>
                  <a:gd name="T1" fmla="*/ 73 h 346"/>
                  <a:gd name="T2" fmla="*/ 889 w 1143"/>
                  <a:gd name="T3" fmla="*/ 0 h 346"/>
                  <a:gd name="T4" fmla="*/ 297 w 1143"/>
                  <a:gd name="T5" fmla="*/ 219 h 346"/>
                  <a:gd name="T6" fmla="*/ 0 w 1143"/>
                  <a:gd name="T7" fmla="*/ 146 h 346"/>
                  <a:gd name="T8" fmla="*/ 148 w 1143"/>
                  <a:gd name="T9" fmla="*/ 346 h 346"/>
                  <a:gd name="T10" fmla="*/ 889 w 1143"/>
                  <a:gd name="T11" fmla="*/ 346 h 346"/>
                  <a:gd name="T12" fmla="*/ 572 w 1143"/>
                  <a:gd name="T13" fmla="*/ 273 h 346"/>
                  <a:gd name="T14" fmla="*/ 1143 w 1143"/>
                  <a:gd name="T15" fmla="*/ 73 h 34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46">
                    <a:moveTo>
                      <a:pt x="1143" y="73"/>
                    </a:moveTo>
                    <a:lnTo>
                      <a:pt x="889" y="0"/>
                    </a:lnTo>
                    <a:lnTo>
                      <a:pt x="297" y="219"/>
                    </a:lnTo>
                    <a:lnTo>
                      <a:pt x="0" y="146"/>
                    </a:lnTo>
                    <a:lnTo>
                      <a:pt x="148" y="346"/>
                    </a:lnTo>
                    <a:lnTo>
                      <a:pt x="889" y="346"/>
                    </a:lnTo>
                    <a:lnTo>
                      <a:pt x="572" y="273"/>
                    </a:lnTo>
                    <a:lnTo>
                      <a:pt x="1143" y="73"/>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93" name="Freeform 14"/>
              <p:cNvSpPr>
                <a:spLocks noChangeAspect="1"/>
              </p:cNvSpPr>
              <p:nvPr/>
            </p:nvSpPr>
            <p:spPr bwMode="auto">
              <a:xfrm>
                <a:off x="914" y="2644"/>
                <a:ext cx="1143" cy="346"/>
              </a:xfrm>
              <a:custGeom>
                <a:avLst/>
                <a:gdLst>
                  <a:gd name="T0" fmla="*/ 1143 w 1143"/>
                  <a:gd name="T1" fmla="*/ 73 h 346"/>
                  <a:gd name="T2" fmla="*/ 889 w 1143"/>
                  <a:gd name="T3" fmla="*/ 0 h 346"/>
                  <a:gd name="T4" fmla="*/ 297 w 1143"/>
                  <a:gd name="T5" fmla="*/ 219 h 346"/>
                  <a:gd name="T6" fmla="*/ 0 w 1143"/>
                  <a:gd name="T7" fmla="*/ 146 h 346"/>
                  <a:gd name="T8" fmla="*/ 148 w 1143"/>
                  <a:gd name="T9" fmla="*/ 346 h 346"/>
                  <a:gd name="T10" fmla="*/ 889 w 1143"/>
                  <a:gd name="T11" fmla="*/ 346 h 346"/>
                  <a:gd name="T12" fmla="*/ 572 w 1143"/>
                  <a:gd name="T13" fmla="*/ 273 h 346"/>
                  <a:gd name="T14" fmla="*/ 1143 w 1143"/>
                  <a:gd name="T15" fmla="*/ 73 h 34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46">
                    <a:moveTo>
                      <a:pt x="1143" y="73"/>
                    </a:moveTo>
                    <a:lnTo>
                      <a:pt x="889" y="0"/>
                    </a:lnTo>
                    <a:lnTo>
                      <a:pt x="297" y="219"/>
                    </a:lnTo>
                    <a:lnTo>
                      <a:pt x="0" y="146"/>
                    </a:lnTo>
                    <a:lnTo>
                      <a:pt x="148" y="346"/>
                    </a:lnTo>
                    <a:lnTo>
                      <a:pt x="889" y="346"/>
                    </a:lnTo>
                    <a:lnTo>
                      <a:pt x="572" y="273"/>
                    </a:lnTo>
                    <a:lnTo>
                      <a:pt x="1143" y="73"/>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94" name="Freeform 15"/>
              <p:cNvSpPr>
                <a:spLocks noChangeAspect="1"/>
              </p:cNvSpPr>
              <p:nvPr/>
            </p:nvSpPr>
            <p:spPr bwMode="auto">
              <a:xfrm>
                <a:off x="978" y="2243"/>
                <a:ext cx="1143" cy="328"/>
              </a:xfrm>
              <a:custGeom>
                <a:avLst/>
                <a:gdLst>
                  <a:gd name="T0" fmla="*/ 0 w 1143"/>
                  <a:gd name="T1" fmla="*/ 73 h 328"/>
                  <a:gd name="T2" fmla="*/ 254 w 1143"/>
                  <a:gd name="T3" fmla="*/ 0 h 328"/>
                  <a:gd name="T4" fmla="*/ 868 w 1143"/>
                  <a:gd name="T5" fmla="*/ 200 h 328"/>
                  <a:gd name="T6" fmla="*/ 1143 w 1143"/>
                  <a:gd name="T7" fmla="*/ 146 h 328"/>
                  <a:gd name="T8" fmla="*/ 995 w 1143"/>
                  <a:gd name="T9" fmla="*/ 328 h 328"/>
                  <a:gd name="T10" fmla="*/ 275 w 1143"/>
                  <a:gd name="T11" fmla="*/ 328 h 328"/>
                  <a:gd name="T12" fmla="*/ 571 w 1143"/>
                  <a:gd name="T13" fmla="*/ 273 h 328"/>
                  <a:gd name="T14" fmla="*/ 0 w 1143"/>
                  <a:gd name="T15" fmla="*/ 73 h 3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28">
                    <a:moveTo>
                      <a:pt x="0" y="73"/>
                    </a:moveTo>
                    <a:lnTo>
                      <a:pt x="254" y="0"/>
                    </a:lnTo>
                    <a:lnTo>
                      <a:pt x="868" y="200"/>
                    </a:lnTo>
                    <a:lnTo>
                      <a:pt x="1143" y="146"/>
                    </a:lnTo>
                    <a:lnTo>
                      <a:pt x="995" y="328"/>
                    </a:lnTo>
                    <a:lnTo>
                      <a:pt x="275" y="328"/>
                    </a:lnTo>
                    <a:lnTo>
                      <a:pt x="571" y="273"/>
                    </a:lnTo>
                    <a:lnTo>
                      <a:pt x="0" y="73"/>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95" name="Freeform 16"/>
              <p:cNvSpPr>
                <a:spLocks noChangeAspect="1"/>
              </p:cNvSpPr>
              <p:nvPr/>
            </p:nvSpPr>
            <p:spPr bwMode="auto">
              <a:xfrm>
                <a:off x="978" y="2243"/>
                <a:ext cx="1143" cy="328"/>
              </a:xfrm>
              <a:custGeom>
                <a:avLst/>
                <a:gdLst>
                  <a:gd name="T0" fmla="*/ 0 w 1143"/>
                  <a:gd name="T1" fmla="*/ 73 h 328"/>
                  <a:gd name="T2" fmla="*/ 254 w 1143"/>
                  <a:gd name="T3" fmla="*/ 0 h 328"/>
                  <a:gd name="T4" fmla="*/ 868 w 1143"/>
                  <a:gd name="T5" fmla="*/ 200 h 328"/>
                  <a:gd name="T6" fmla="*/ 1143 w 1143"/>
                  <a:gd name="T7" fmla="*/ 146 h 328"/>
                  <a:gd name="T8" fmla="*/ 995 w 1143"/>
                  <a:gd name="T9" fmla="*/ 328 h 328"/>
                  <a:gd name="T10" fmla="*/ 275 w 1143"/>
                  <a:gd name="T11" fmla="*/ 328 h 328"/>
                  <a:gd name="T12" fmla="*/ 571 w 1143"/>
                  <a:gd name="T13" fmla="*/ 273 h 328"/>
                  <a:gd name="T14" fmla="*/ 0 w 1143"/>
                  <a:gd name="T15" fmla="*/ 73 h 3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28">
                    <a:moveTo>
                      <a:pt x="0" y="73"/>
                    </a:moveTo>
                    <a:lnTo>
                      <a:pt x="254" y="0"/>
                    </a:lnTo>
                    <a:lnTo>
                      <a:pt x="868" y="200"/>
                    </a:lnTo>
                    <a:lnTo>
                      <a:pt x="1143" y="146"/>
                    </a:lnTo>
                    <a:lnTo>
                      <a:pt x="995" y="328"/>
                    </a:lnTo>
                    <a:lnTo>
                      <a:pt x="275" y="328"/>
                    </a:lnTo>
                    <a:lnTo>
                      <a:pt x="571" y="273"/>
                    </a:lnTo>
                    <a:lnTo>
                      <a:pt x="0" y="73"/>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96" name="Freeform 17"/>
              <p:cNvSpPr>
                <a:spLocks noChangeAspect="1"/>
              </p:cNvSpPr>
              <p:nvPr/>
            </p:nvSpPr>
            <p:spPr bwMode="auto">
              <a:xfrm>
                <a:off x="2121" y="2680"/>
                <a:ext cx="1143" cy="329"/>
              </a:xfrm>
              <a:custGeom>
                <a:avLst/>
                <a:gdLst>
                  <a:gd name="T0" fmla="*/ 1143 w 1143"/>
                  <a:gd name="T1" fmla="*/ 256 h 329"/>
                  <a:gd name="T2" fmla="*/ 889 w 1143"/>
                  <a:gd name="T3" fmla="*/ 329 h 329"/>
                  <a:gd name="T4" fmla="*/ 296 w 1143"/>
                  <a:gd name="T5" fmla="*/ 110 h 329"/>
                  <a:gd name="T6" fmla="*/ 0 w 1143"/>
                  <a:gd name="T7" fmla="*/ 183 h 329"/>
                  <a:gd name="T8" fmla="*/ 148 w 1143"/>
                  <a:gd name="T9" fmla="*/ 0 h 329"/>
                  <a:gd name="T10" fmla="*/ 889 w 1143"/>
                  <a:gd name="T11" fmla="*/ 0 h 329"/>
                  <a:gd name="T12" fmla="*/ 571 w 1143"/>
                  <a:gd name="T13" fmla="*/ 55 h 329"/>
                  <a:gd name="T14" fmla="*/ 1143 w 1143"/>
                  <a:gd name="T15" fmla="*/ 256 h 32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29">
                    <a:moveTo>
                      <a:pt x="1143" y="256"/>
                    </a:moveTo>
                    <a:lnTo>
                      <a:pt x="889" y="329"/>
                    </a:lnTo>
                    <a:lnTo>
                      <a:pt x="296" y="110"/>
                    </a:lnTo>
                    <a:lnTo>
                      <a:pt x="0" y="183"/>
                    </a:lnTo>
                    <a:lnTo>
                      <a:pt x="148" y="0"/>
                    </a:lnTo>
                    <a:lnTo>
                      <a:pt x="889" y="0"/>
                    </a:lnTo>
                    <a:lnTo>
                      <a:pt x="571" y="55"/>
                    </a:lnTo>
                    <a:lnTo>
                      <a:pt x="1143" y="25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97" name="Freeform 18"/>
              <p:cNvSpPr>
                <a:spLocks noChangeAspect="1"/>
              </p:cNvSpPr>
              <p:nvPr/>
            </p:nvSpPr>
            <p:spPr bwMode="auto">
              <a:xfrm>
                <a:off x="2121" y="2680"/>
                <a:ext cx="1143" cy="329"/>
              </a:xfrm>
              <a:custGeom>
                <a:avLst/>
                <a:gdLst>
                  <a:gd name="T0" fmla="*/ 1143 w 1143"/>
                  <a:gd name="T1" fmla="*/ 256 h 329"/>
                  <a:gd name="T2" fmla="*/ 889 w 1143"/>
                  <a:gd name="T3" fmla="*/ 329 h 329"/>
                  <a:gd name="T4" fmla="*/ 296 w 1143"/>
                  <a:gd name="T5" fmla="*/ 110 h 329"/>
                  <a:gd name="T6" fmla="*/ 0 w 1143"/>
                  <a:gd name="T7" fmla="*/ 183 h 329"/>
                  <a:gd name="T8" fmla="*/ 148 w 1143"/>
                  <a:gd name="T9" fmla="*/ 0 h 329"/>
                  <a:gd name="T10" fmla="*/ 889 w 1143"/>
                  <a:gd name="T11" fmla="*/ 0 h 329"/>
                  <a:gd name="T12" fmla="*/ 571 w 1143"/>
                  <a:gd name="T13" fmla="*/ 55 h 329"/>
                  <a:gd name="T14" fmla="*/ 1143 w 1143"/>
                  <a:gd name="T15" fmla="*/ 256 h 32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29">
                    <a:moveTo>
                      <a:pt x="1143" y="256"/>
                    </a:moveTo>
                    <a:lnTo>
                      <a:pt x="889" y="329"/>
                    </a:lnTo>
                    <a:lnTo>
                      <a:pt x="296" y="110"/>
                    </a:lnTo>
                    <a:lnTo>
                      <a:pt x="0" y="183"/>
                    </a:lnTo>
                    <a:lnTo>
                      <a:pt x="148" y="0"/>
                    </a:lnTo>
                    <a:lnTo>
                      <a:pt x="889" y="0"/>
                    </a:lnTo>
                    <a:lnTo>
                      <a:pt x="571" y="55"/>
                    </a:lnTo>
                    <a:lnTo>
                      <a:pt x="1143" y="25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grpSp>
        <p:sp>
          <p:nvSpPr>
            <p:cNvPr id="84" name="Freeform 19"/>
            <p:cNvSpPr>
              <a:spLocks noChangeAspect="1"/>
            </p:cNvSpPr>
            <p:nvPr/>
          </p:nvSpPr>
          <p:spPr bwMode="auto">
            <a:xfrm>
              <a:off x="2972" y="1646"/>
              <a:ext cx="297" cy="85"/>
            </a:xfrm>
            <a:custGeom>
              <a:avLst/>
              <a:gdLst>
                <a:gd name="T0" fmla="*/ 0 w 1144"/>
                <a:gd name="T1" fmla="*/ 255 h 328"/>
                <a:gd name="T2" fmla="*/ 254 w 1144"/>
                <a:gd name="T3" fmla="*/ 328 h 328"/>
                <a:gd name="T4" fmla="*/ 868 w 1144"/>
                <a:gd name="T5" fmla="*/ 110 h 328"/>
                <a:gd name="T6" fmla="*/ 1144 w 1144"/>
                <a:gd name="T7" fmla="*/ 183 h 328"/>
                <a:gd name="T8" fmla="*/ 995 w 1144"/>
                <a:gd name="T9" fmla="*/ 0 h 328"/>
                <a:gd name="T10" fmla="*/ 276 w 1144"/>
                <a:gd name="T11" fmla="*/ 0 h 328"/>
                <a:gd name="T12" fmla="*/ 572 w 1144"/>
                <a:gd name="T13" fmla="*/ 55 h 328"/>
                <a:gd name="T14" fmla="*/ 0 w 1144"/>
                <a:gd name="T15" fmla="*/ 255 h 3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4" h="328">
                  <a:moveTo>
                    <a:pt x="0" y="255"/>
                  </a:moveTo>
                  <a:lnTo>
                    <a:pt x="254" y="328"/>
                  </a:lnTo>
                  <a:lnTo>
                    <a:pt x="868" y="110"/>
                  </a:lnTo>
                  <a:lnTo>
                    <a:pt x="1144" y="183"/>
                  </a:lnTo>
                  <a:lnTo>
                    <a:pt x="995" y="0"/>
                  </a:lnTo>
                  <a:lnTo>
                    <a:pt x="276" y="0"/>
                  </a:lnTo>
                  <a:lnTo>
                    <a:pt x="572" y="55"/>
                  </a:lnTo>
                  <a:lnTo>
                    <a:pt x="0" y="25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85" name="Freeform 20"/>
            <p:cNvSpPr>
              <a:spLocks noChangeAspect="1"/>
            </p:cNvSpPr>
            <p:nvPr/>
          </p:nvSpPr>
          <p:spPr bwMode="auto">
            <a:xfrm>
              <a:off x="2647" y="1745"/>
              <a:ext cx="297" cy="90"/>
            </a:xfrm>
            <a:custGeom>
              <a:avLst/>
              <a:gdLst>
                <a:gd name="T0" fmla="*/ 1144 w 1144"/>
                <a:gd name="T1" fmla="*/ 73 h 347"/>
                <a:gd name="T2" fmla="*/ 890 w 1144"/>
                <a:gd name="T3" fmla="*/ 0 h 347"/>
                <a:gd name="T4" fmla="*/ 297 w 1144"/>
                <a:gd name="T5" fmla="*/ 219 h 347"/>
                <a:gd name="T6" fmla="*/ 0 w 1144"/>
                <a:gd name="T7" fmla="*/ 146 h 347"/>
                <a:gd name="T8" fmla="*/ 149 w 1144"/>
                <a:gd name="T9" fmla="*/ 347 h 347"/>
                <a:gd name="T10" fmla="*/ 890 w 1144"/>
                <a:gd name="T11" fmla="*/ 347 h 347"/>
                <a:gd name="T12" fmla="*/ 572 w 1144"/>
                <a:gd name="T13" fmla="*/ 274 h 347"/>
                <a:gd name="T14" fmla="*/ 1144 w 1144"/>
                <a:gd name="T15" fmla="*/ 73 h 34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4" h="347">
                  <a:moveTo>
                    <a:pt x="1144" y="73"/>
                  </a:moveTo>
                  <a:lnTo>
                    <a:pt x="890" y="0"/>
                  </a:lnTo>
                  <a:lnTo>
                    <a:pt x="297" y="219"/>
                  </a:lnTo>
                  <a:lnTo>
                    <a:pt x="0" y="146"/>
                  </a:lnTo>
                  <a:lnTo>
                    <a:pt x="149" y="347"/>
                  </a:lnTo>
                  <a:lnTo>
                    <a:pt x="890" y="347"/>
                  </a:lnTo>
                  <a:lnTo>
                    <a:pt x="572" y="274"/>
                  </a:lnTo>
                  <a:lnTo>
                    <a:pt x="1144" y="7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86" name="Freeform 21"/>
            <p:cNvSpPr>
              <a:spLocks noChangeAspect="1"/>
            </p:cNvSpPr>
            <p:nvPr/>
          </p:nvSpPr>
          <p:spPr bwMode="auto">
            <a:xfrm>
              <a:off x="2664" y="1641"/>
              <a:ext cx="297" cy="85"/>
            </a:xfrm>
            <a:custGeom>
              <a:avLst/>
              <a:gdLst>
                <a:gd name="T0" fmla="*/ 0 w 1143"/>
                <a:gd name="T1" fmla="*/ 73 h 328"/>
                <a:gd name="T2" fmla="*/ 254 w 1143"/>
                <a:gd name="T3" fmla="*/ 0 h 328"/>
                <a:gd name="T4" fmla="*/ 868 w 1143"/>
                <a:gd name="T5" fmla="*/ 201 h 328"/>
                <a:gd name="T6" fmla="*/ 1143 w 1143"/>
                <a:gd name="T7" fmla="*/ 146 h 328"/>
                <a:gd name="T8" fmla="*/ 995 w 1143"/>
                <a:gd name="T9" fmla="*/ 328 h 328"/>
                <a:gd name="T10" fmla="*/ 275 w 1143"/>
                <a:gd name="T11" fmla="*/ 328 h 328"/>
                <a:gd name="T12" fmla="*/ 572 w 1143"/>
                <a:gd name="T13" fmla="*/ 273 h 328"/>
                <a:gd name="T14" fmla="*/ 0 w 1143"/>
                <a:gd name="T15" fmla="*/ 73 h 3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28">
                  <a:moveTo>
                    <a:pt x="0" y="73"/>
                  </a:moveTo>
                  <a:lnTo>
                    <a:pt x="254" y="0"/>
                  </a:lnTo>
                  <a:lnTo>
                    <a:pt x="868" y="201"/>
                  </a:lnTo>
                  <a:lnTo>
                    <a:pt x="1143" y="146"/>
                  </a:lnTo>
                  <a:lnTo>
                    <a:pt x="995" y="328"/>
                  </a:lnTo>
                  <a:lnTo>
                    <a:pt x="275" y="328"/>
                  </a:lnTo>
                  <a:lnTo>
                    <a:pt x="572" y="273"/>
                  </a:lnTo>
                  <a:lnTo>
                    <a:pt x="0" y="7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87" name="Freeform 22"/>
            <p:cNvSpPr>
              <a:spLocks noChangeAspect="1"/>
            </p:cNvSpPr>
            <p:nvPr/>
          </p:nvSpPr>
          <p:spPr bwMode="auto">
            <a:xfrm>
              <a:off x="2961" y="1755"/>
              <a:ext cx="297" cy="85"/>
            </a:xfrm>
            <a:custGeom>
              <a:avLst/>
              <a:gdLst>
                <a:gd name="T0" fmla="*/ 1143 w 1143"/>
                <a:gd name="T1" fmla="*/ 255 h 328"/>
                <a:gd name="T2" fmla="*/ 889 w 1143"/>
                <a:gd name="T3" fmla="*/ 328 h 328"/>
                <a:gd name="T4" fmla="*/ 296 w 1143"/>
                <a:gd name="T5" fmla="*/ 109 h 328"/>
                <a:gd name="T6" fmla="*/ 0 w 1143"/>
                <a:gd name="T7" fmla="*/ 182 h 328"/>
                <a:gd name="T8" fmla="*/ 148 w 1143"/>
                <a:gd name="T9" fmla="*/ 0 h 328"/>
                <a:gd name="T10" fmla="*/ 889 w 1143"/>
                <a:gd name="T11" fmla="*/ 0 h 328"/>
                <a:gd name="T12" fmla="*/ 572 w 1143"/>
                <a:gd name="T13" fmla="*/ 54 h 328"/>
                <a:gd name="T14" fmla="*/ 1143 w 1143"/>
                <a:gd name="T15" fmla="*/ 255 h 3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28">
                  <a:moveTo>
                    <a:pt x="1143" y="255"/>
                  </a:moveTo>
                  <a:lnTo>
                    <a:pt x="889" y="328"/>
                  </a:lnTo>
                  <a:lnTo>
                    <a:pt x="296" y="109"/>
                  </a:lnTo>
                  <a:lnTo>
                    <a:pt x="0" y="182"/>
                  </a:lnTo>
                  <a:lnTo>
                    <a:pt x="148" y="0"/>
                  </a:lnTo>
                  <a:lnTo>
                    <a:pt x="889" y="0"/>
                  </a:lnTo>
                  <a:lnTo>
                    <a:pt x="572" y="54"/>
                  </a:lnTo>
                  <a:lnTo>
                    <a:pt x="1143" y="25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88" name="Line 23"/>
            <p:cNvSpPr>
              <a:spLocks noChangeAspect="1" noChangeShapeType="1"/>
            </p:cNvSpPr>
            <p:nvPr/>
          </p:nvSpPr>
          <p:spPr bwMode="auto">
            <a:xfrm>
              <a:off x="2519" y="1755"/>
              <a:ext cx="0" cy="189"/>
            </a:xfrm>
            <a:prstGeom prst="line">
              <a:avLst/>
            </a:prstGeom>
            <a:noFill/>
            <a:ln w="12700">
              <a:solidFill>
                <a:srgbClr val="00B0AC"/>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89" name="Line 24"/>
            <p:cNvSpPr>
              <a:spLocks noChangeAspect="1" noChangeShapeType="1"/>
            </p:cNvSpPr>
            <p:nvPr/>
          </p:nvSpPr>
          <p:spPr bwMode="auto">
            <a:xfrm>
              <a:off x="3422" y="1753"/>
              <a:ext cx="0" cy="189"/>
            </a:xfrm>
            <a:prstGeom prst="line">
              <a:avLst/>
            </a:prstGeom>
            <a:noFill/>
            <a:ln w="12700">
              <a:solidFill>
                <a:srgbClr val="009999"/>
              </a:solidFill>
              <a:round/>
              <a:headEnd/>
              <a:tailEnd/>
            </a:ln>
            <a:extLst>
              <a:ext uri="{909E8E84-426E-40DD-AFC4-6F175D3DCCD1}">
                <a14:hiddenFill xmlns:a14="http://schemas.microsoft.com/office/drawing/2010/main">
                  <a:noFill/>
                </a14:hiddenFill>
              </a:ext>
            </a:extLst>
          </p:spPr>
          <p:txBody>
            <a:bodyPr/>
            <a:lstStyle/>
            <a:p>
              <a:endParaRPr lang="fr-FR"/>
            </a:p>
          </p:txBody>
        </p:sp>
      </p:grpSp>
      <p:sp>
        <p:nvSpPr>
          <p:cNvPr id="98" name="Text Box 25"/>
          <p:cNvSpPr txBox="1">
            <a:spLocks noChangeArrowheads="1"/>
          </p:cNvSpPr>
          <p:nvPr/>
        </p:nvSpPr>
        <p:spPr bwMode="auto">
          <a:xfrm>
            <a:off x="2051430" y="3508555"/>
            <a:ext cx="476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fr-FR" b="1"/>
              <a:t>R1</a:t>
            </a:r>
          </a:p>
        </p:txBody>
      </p:sp>
      <p:sp>
        <p:nvSpPr>
          <p:cNvPr id="99" name="AutoShape 26"/>
          <p:cNvSpPr>
            <a:spLocks noChangeArrowheads="1"/>
          </p:cNvSpPr>
          <p:nvPr/>
        </p:nvSpPr>
        <p:spPr bwMode="auto">
          <a:xfrm rot="5400000">
            <a:off x="3996117" y="2789418"/>
            <a:ext cx="431800" cy="1295400"/>
          </a:xfrm>
          <a:prstGeom prst="can">
            <a:avLst>
              <a:gd name="adj" fmla="val 39694"/>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fr-FR"/>
          </a:p>
        </p:txBody>
      </p:sp>
      <p:sp>
        <p:nvSpPr>
          <p:cNvPr id="100" name="Text Box 27"/>
          <p:cNvSpPr txBox="1">
            <a:spLocks noChangeArrowheads="1"/>
          </p:cNvSpPr>
          <p:nvPr/>
        </p:nvSpPr>
        <p:spPr bwMode="auto">
          <a:xfrm>
            <a:off x="3726242" y="3240268"/>
            <a:ext cx="79216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fr-FR" b="1">
                <a:solidFill>
                  <a:srgbClr val="000000"/>
                </a:solidFill>
              </a:rPr>
              <a:t>Fa0/0</a:t>
            </a:r>
          </a:p>
        </p:txBody>
      </p:sp>
      <p:cxnSp>
        <p:nvCxnSpPr>
          <p:cNvPr id="101" name="AutoShape 28"/>
          <p:cNvCxnSpPr>
            <a:cxnSpLocks noChangeShapeType="1"/>
          </p:cNvCxnSpPr>
          <p:nvPr/>
        </p:nvCxnSpPr>
        <p:spPr bwMode="auto">
          <a:xfrm flipV="1">
            <a:off x="4707317" y="2841805"/>
            <a:ext cx="1549400" cy="481013"/>
          </a:xfrm>
          <a:prstGeom prst="bentConnector3">
            <a:avLst>
              <a:gd name="adj1" fmla="val 50000"/>
            </a:avLst>
          </a:prstGeom>
          <a:noFill/>
          <a:ln w="2857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2" name="AutoShape 29"/>
          <p:cNvCxnSpPr>
            <a:cxnSpLocks noChangeShapeType="1"/>
          </p:cNvCxnSpPr>
          <p:nvPr/>
        </p:nvCxnSpPr>
        <p:spPr bwMode="auto">
          <a:xfrm>
            <a:off x="4702555" y="3548243"/>
            <a:ext cx="1544637" cy="546100"/>
          </a:xfrm>
          <a:prstGeom prst="bentConnector3">
            <a:avLst>
              <a:gd name="adj1" fmla="val 49949"/>
            </a:avLst>
          </a:prstGeom>
          <a:noFill/>
          <a:ln w="2857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3" name="Line 30"/>
          <p:cNvSpPr>
            <a:spLocks noChangeShapeType="1"/>
          </p:cNvSpPr>
          <p:nvPr/>
        </p:nvSpPr>
        <p:spPr bwMode="auto">
          <a:xfrm>
            <a:off x="4696205" y="3437118"/>
            <a:ext cx="158432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104" name="Text Box 31"/>
          <p:cNvSpPr txBox="1">
            <a:spLocks noChangeArrowheads="1"/>
          </p:cNvSpPr>
          <p:nvPr/>
        </p:nvSpPr>
        <p:spPr bwMode="auto">
          <a:xfrm>
            <a:off x="6299580" y="2644955"/>
            <a:ext cx="309721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fr-FR" dirty="0"/>
              <a:t>Fa0/0.</a:t>
            </a:r>
            <a:r>
              <a:rPr lang="fr-FR" dirty="0">
                <a:solidFill>
                  <a:srgbClr val="FF0000"/>
                </a:solidFill>
              </a:rPr>
              <a:t>1 </a:t>
            </a:r>
            <a:r>
              <a:rPr lang="fr-FR" dirty="0" err="1">
                <a:solidFill>
                  <a:srgbClr val="C00000"/>
                </a:solidFill>
              </a:rPr>
              <a:t>taggé</a:t>
            </a:r>
            <a:r>
              <a:rPr lang="fr-FR" dirty="0">
                <a:solidFill>
                  <a:srgbClr val="C00000"/>
                </a:solidFill>
              </a:rPr>
              <a:t> en VLAN 100</a:t>
            </a:r>
          </a:p>
        </p:txBody>
      </p:sp>
      <p:sp>
        <p:nvSpPr>
          <p:cNvPr id="105" name="Text Box 32"/>
          <p:cNvSpPr txBox="1">
            <a:spLocks noChangeArrowheads="1"/>
          </p:cNvSpPr>
          <p:nvPr/>
        </p:nvSpPr>
        <p:spPr bwMode="auto">
          <a:xfrm>
            <a:off x="6299580" y="3221218"/>
            <a:ext cx="3354387"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fr-FR" dirty="0"/>
              <a:t>Fa0/0.</a:t>
            </a:r>
            <a:r>
              <a:rPr lang="fr-FR" dirty="0">
                <a:solidFill>
                  <a:srgbClr val="FF0000"/>
                </a:solidFill>
              </a:rPr>
              <a:t>2 </a:t>
            </a:r>
            <a:r>
              <a:rPr lang="fr-FR" dirty="0" err="1">
                <a:solidFill>
                  <a:srgbClr val="C00000"/>
                </a:solidFill>
              </a:rPr>
              <a:t>taggé</a:t>
            </a:r>
            <a:r>
              <a:rPr lang="fr-FR" dirty="0">
                <a:solidFill>
                  <a:srgbClr val="C00000"/>
                </a:solidFill>
              </a:rPr>
              <a:t> en VLAN 200</a:t>
            </a:r>
          </a:p>
        </p:txBody>
      </p:sp>
      <p:sp>
        <p:nvSpPr>
          <p:cNvPr id="106" name="Text Box 33"/>
          <p:cNvSpPr txBox="1">
            <a:spLocks noChangeArrowheads="1"/>
          </p:cNvSpPr>
          <p:nvPr/>
        </p:nvSpPr>
        <p:spPr bwMode="auto">
          <a:xfrm>
            <a:off x="6299580" y="3862568"/>
            <a:ext cx="321151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fr-FR" dirty="0"/>
              <a:t>Fa0/0.</a:t>
            </a:r>
            <a:r>
              <a:rPr lang="fr-FR" dirty="0">
                <a:solidFill>
                  <a:srgbClr val="FF0000"/>
                </a:solidFill>
              </a:rPr>
              <a:t>3 </a:t>
            </a:r>
            <a:r>
              <a:rPr lang="fr-FR" dirty="0" err="1">
                <a:solidFill>
                  <a:srgbClr val="C00000"/>
                </a:solidFill>
              </a:rPr>
              <a:t>taggé</a:t>
            </a:r>
            <a:r>
              <a:rPr lang="fr-FR" dirty="0">
                <a:solidFill>
                  <a:srgbClr val="C00000"/>
                </a:solidFill>
              </a:rPr>
              <a:t> en VLAN 300</a:t>
            </a:r>
          </a:p>
        </p:txBody>
      </p:sp>
      <p:sp>
        <p:nvSpPr>
          <p:cNvPr id="108" name="Text Box 34"/>
          <p:cNvSpPr txBox="1">
            <a:spLocks noChangeArrowheads="1"/>
          </p:cNvSpPr>
          <p:nvPr/>
        </p:nvSpPr>
        <p:spPr bwMode="auto">
          <a:xfrm>
            <a:off x="5405817" y="2583043"/>
            <a:ext cx="936625"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fr-FR" sz="1200" b="1">
                <a:solidFill>
                  <a:srgbClr val="FF9900"/>
                </a:solidFill>
              </a:rPr>
              <a:t>10.1.0.254</a:t>
            </a:r>
          </a:p>
        </p:txBody>
      </p:sp>
      <p:sp>
        <p:nvSpPr>
          <p:cNvPr id="109" name="Text Box 35"/>
          <p:cNvSpPr txBox="1">
            <a:spLocks noChangeArrowheads="1"/>
          </p:cNvSpPr>
          <p:nvPr/>
        </p:nvSpPr>
        <p:spPr bwMode="auto">
          <a:xfrm>
            <a:off x="5405817" y="3197405"/>
            <a:ext cx="936625"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fr-FR" sz="1200" b="1">
                <a:solidFill>
                  <a:srgbClr val="FF9900"/>
                </a:solidFill>
              </a:rPr>
              <a:t>10.2.0.254</a:t>
            </a:r>
          </a:p>
        </p:txBody>
      </p:sp>
      <p:sp>
        <p:nvSpPr>
          <p:cNvPr id="110" name="Text Box 36"/>
          <p:cNvSpPr txBox="1">
            <a:spLocks noChangeArrowheads="1"/>
          </p:cNvSpPr>
          <p:nvPr/>
        </p:nvSpPr>
        <p:spPr bwMode="auto">
          <a:xfrm>
            <a:off x="5405817" y="3845105"/>
            <a:ext cx="936625"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fr-FR" sz="1200" b="1">
                <a:solidFill>
                  <a:srgbClr val="FF9900"/>
                </a:solidFill>
              </a:rPr>
              <a:t>10.3.0.254</a:t>
            </a:r>
          </a:p>
        </p:txBody>
      </p:sp>
      <p:sp>
        <p:nvSpPr>
          <p:cNvPr id="111" name="Text Box 37"/>
          <p:cNvSpPr txBox="1">
            <a:spLocks noChangeArrowheads="1"/>
          </p:cNvSpPr>
          <p:nvPr/>
        </p:nvSpPr>
        <p:spPr bwMode="auto">
          <a:xfrm>
            <a:off x="3750055" y="2946580"/>
            <a:ext cx="936625"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fr-FR" sz="1600" b="1" dirty="0">
                <a:solidFill>
                  <a:srgbClr val="FF0000"/>
                </a:solidFill>
              </a:rPr>
              <a:t>?.?.?.?</a:t>
            </a:r>
          </a:p>
        </p:txBody>
      </p:sp>
      <p:sp>
        <p:nvSpPr>
          <p:cNvPr id="112" name="Text Box 38"/>
          <p:cNvSpPr txBox="1">
            <a:spLocks noChangeArrowheads="1"/>
          </p:cNvSpPr>
          <p:nvPr/>
        </p:nvSpPr>
        <p:spPr bwMode="auto">
          <a:xfrm>
            <a:off x="3750055" y="3667305"/>
            <a:ext cx="936625"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fr-FR" sz="1200" b="1" dirty="0">
                <a:solidFill>
                  <a:srgbClr val="C00000"/>
                </a:solidFill>
              </a:rPr>
              <a:t>quel tag ?</a:t>
            </a:r>
          </a:p>
        </p:txBody>
      </p:sp>
    </p:spTree>
    <p:extLst>
      <p:ext uri="{BB962C8B-B14F-4D97-AF65-F5344CB8AC3E}">
        <p14:creationId xmlns:p14="http://schemas.microsoft.com/office/powerpoint/2010/main" val="1062656764"/>
      </p:ext>
    </p:extLst>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3"/>
          <p:cNvSpPr txBox="1">
            <a:spLocks/>
          </p:cNvSpPr>
          <p:nvPr/>
        </p:nvSpPr>
        <p:spPr>
          <a:xfrm>
            <a:off x="11421233" y="6619875"/>
            <a:ext cx="746929" cy="2381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1pPr>
            <a:lvl2pPr marL="742950" indent="-28575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2pPr>
            <a:lvl3pPr marL="1143000" indent="-22860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3pPr>
            <a:lvl4pPr marL="1600200" indent="-22860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4pPr>
            <a:lvl5pPr marL="2057400" indent="-22860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5pPr>
            <a:lvl6pPr marL="25146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6pPr>
            <a:lvl7pPr marL="29718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7pPr>
            <a:lvl8pPr marL="34290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8pPr>
            <a:lvl9pPr marL="38862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9pPr>
          </a:lstStyle>
          <a:p>
            <a:pPr algn="r" eaLnBrk="1" hangingPunct="1"/>
            <a:fld id="{A6099D49-99EB-46B5-BBE2-692892430483}" type="slidenum">
              <a:rPr lang="en-US" altLang="fr-FR" sz="1200" smtClean="0">
                <a:solidFill>
                  <a:srgbClr val="000000"/>
                </a:solidFill>
              </a:rPr>
              <a:pPr algn="r" eaLnBrk="1" hangingPunct="1"/>
              <a:t>17</a:t>
            </a:fld>
            <a:endParaRPr lang="en-US" altLang="fr-FR" sz="1200" dirty="0">
              <a:solidFill>
                <a:srgbClr val="000000"/>
              </a:solidFill>
            </a:endParaRPr>
          </a:p>
        </p:txBody>
      </p:sp>
      <p:sp>
        <p:nvSpPr>
          <p:cNvPr id="4" name="Titre 3"/>
          <p:cNvSpPr>
            <a:spLocks noGrp="1"/>
          </p:cNvSpPr>
          <p:nvPr>
            <p:ph type="title"/>
          </p:nvPr>
        </p:nvSpPr>
        <p:spPr>
          <a:xfrm>
            <a:off x="394138" y="0"/>
            <a:ext cx="11027095" cy="685800"/>
          </a:xfrm>
        </p:spPr>
        <p:txBody>
          <a:bodyPr/>
          <a:lstStyle/>
          <a:p>
            <a:pPr>
              <a:lnSpc>
                <a:spcPct val="100000"/>
              </a:lnSpc>
            </a:pPr>
            <a:r>
              <a:rPr lang="fr-FR" sz="3200" spc="-100" dirty="0">
                <a:solidFill>
                  <a:srgbClr val="1F497D"/>
                </a:solidFill>
                <a:latin typeface="Cambria"/>
              </a:rPr>
              <a:t>Solutions pour la communication inter-VLANs</a:t>
            </a:r>
            <a:endParaRPr lang="fr-FR" sz="3200" spc="-100" dirty="0">
              <a:solidFill>
                <a:srgbClr val="1F497D"/>
              </a:solidFill>
              <a:latin typeface="Cambria"/>
              <a:ea typeface="+mj-ea"/>
              <a:cs typeface="+mj-cs"/>
            </a:endParaRPr>
          </a:p>
        </p:txBody>
      </p:sp>
      <p:sp>
        <p:nvSpPr>
          <p:cNvPr id="5" name="Rectangle 4"/>
          <p:cNvSpPr/>
          <p:nvPr/>
        </p:nvSpPr>
        <p:spPr>
          <a:xfrm>
            <a:off x="132202" y="1013548"/>
            <a:ext cx="11289031" cy="5725389"/>
          </a:xfrm>
          <a:prstGeom prst="rect">
            <a:avLst/>
          </a:prstGeom>
          <a:noFill/>
          <a:ln w="38100">
            <a:gradFill>
              <a:gsLst>
                <a:gs pos="0">
                  <a:srgbClr val="000082"/>
                </a:gs>
                <a:gs pos="30000">
                  <a:srgbClr val="66008F"/>
                </a:gs>
                <a:gs pos="64999">
                  <a:srgbClr val="BA0066"/>
                </a:gs>
                <a:gs pos="89999">
                  <a:srgbClr val="FF0000"/>
                </a:gs>
                <a:gs pos="100000">
                  <a:srgbClr val="FF8200"/>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4" name="Rectangle à coins arrondis 1">
            <a:extLst>
              <a:ext uri="{FF2B5EF4-FFF2-40B4-BE49-F238E27FC236}">
                <a16:creationId xmlns:a16="http://schemas.microsoft.com/office/drawing/2014/main" id="{308AD588-9C53-4A9C-BFCF-5A0F8664F0BB}"/>
              </a:ext>
            </a:extLst>
          </p:cNvPr>
          <p:cNvSpPr/>
          <p:nvPr/>
        </p:nvSpPr>
        <p:spPr>
          <a:xfrm>
            <a:off x="500032" y="794254"/>
            <a:ext cx="10391375" cy="526726"/>
          </a:xfrm>
          <a:prstGeom prst="round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path path="circle">
              <a:fillToRect t="100000" r="100000"/>
            </a:path>
            <a:tileRect l="-100000" b="-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2800" spc="-100" dirty="0">
                <a:solidFill>
                  <a:srgbClr val="1F497D"/>
                </a:solidFill>
                <a:latin typeface="Cambria"/>
              </a:rPr>
              <a:t>Exemples : </a:t>
            </a:r>
            <a:r>
              <a:rPr lang="fr-FR" altLang="fr-FR" sz="2800" spc="-100" dirty="0">
                <a:solidFill>
                  <a:srgbClr val="1F497D"/>
                </a:solidFill>
                <a:latin typeface="Cambria"/>
              </a:rPr>
              <a:t>Utilisation d’un routeur :   </a:t>
            </a:r>
            <a:r>
              <a:rPr lang="fr-FR" sz="2800" spc="-100" dirty="0">
                <a:solidFill>
                  <a:srgbClr val="1F497D"/>
                </a:solidFill>
                <a:latin typeface="Cambria"/>
              </a:rPr>
              <a:t>Et l’interface majeure ?</a:t>
            </a:r>
            <a:endParaRPr lang="fr-FR" altLang="fr-FR" sz="2800" spc="-100" dirty="0">
              <a:solidFill>
                <a:srgbClr val="1F497D"/>
              </a:solidFill>
              <a:latin typeface="Cambria"/>
            </a:endParaRPr>
          </a:p>
        </p:txBody>
      </p:sp>
      <p:cxnSp>
        <p:nvCxnSpPr>
          <p:cNvPr id="679" name="Connecteur droit 678">
            <a:extLst>
              <a:ext uri="{FF2B5EF4-FFF2-40B4-BE49-F238E27FC236}">
                <a16:creationId xmlns:a16="http://schemas.microsoft.com/office/drawing/2014/main" id="{AC6DD3EC-7BF1-4640-A4AD-0AB5D2D6334F}"/>
              </a:ext>
            </a:extLst>
          </p:cNvPr>
          <p:cNvCxnSpPr/>
          <p:nvPr/>
        </p:nvCxnSpPr>
        <p:spPr>
          <a:xfrm>
            <a:off x="641445" y="1132993"/>
            <a:ext cx="0" cy="5636994"/>
          </a:xfrm>
          <a:prstGeom prst="line">
            <a:avLst/>
          </a:prstGeom>
        </p:spPr>
        <p:style>
          <a:lnRef idx="1">
            <a:schemeClr val="accent1"/>
          </a:lnRef>
          <a:fillRef idx="0">
            <a:schemeClr val="accent1"/>
          </a:fillRef>
          <a:effectRef idx="0">
            <a:schemeClr val="accent1"/>
          </a:effectRef>
          <a:fontRef idx="minor">
            <a:schemeClr val="tx1"/>
          </a:fontRef>
        </p:style>
      </p:cxnSp>
      <p:sp>
        <p:nvSpPr>
          <p:cNvPr id="43" name="Rectangle 3"/>
          <p:cNvSpPr txBox="1">
            <a:spLocks noChangeArrowheads="1"/>
          </p:cNvSpPr>
          <p:nvPr/>
        </p:nvSpPr>
        <p:spPr>
          <a:xfrm>
            <a:off x="673100" y="1291822"/>
            <a:ext cx="8229600" cy="1181100"/>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fr-FR" dirty="0"/>
              <a:t>Le VLAN </a:t>
            </a:r>
            <a:r>
              <a:rPr lang="fr-FR" dirty="0">
                <a:solidFill>
                  <a:srgbClr val="C00000"/>
                </a:solidFill>
              </a:rPr>
              <a:t>Natif </a:t>
            </a:r>
            <a:r>
              <a:rPr lang="fr-FR" dirty="0"/>
              <a:t>: non taggué !</a:t>
            </a:r>
          </a:p>
        </p:txBody>
      </p:sp>
      <p:grpSp>
        <p:nvGrpSpPr>
          <p:cNvPr id="44" name="Group 4"/>
          <p:cNvGrpSpPr>
            <a:grpSpLocks noChangeAspect="1"/>
          </p:cNvGrpSpPr>
          <p:nvPr/>
        </p:nvGrpSpPr>
        <p:grpSpPr bwMode="auto">
          <a:xfrm>
            <a:off x="1116013" y="2674535"/>
            <a:ext cx="2592387" cy="1319212"/>
            <a:chOff x="2517" y="1616"/>
            <a:chExt cx="908" cy="462"/>
          </a:xfrm>
        </p:grpSpPr>
        <p:sp>
          <p:nvSpPr>
            <p:cNvPr id="45" name="AutoShape 5"/>
            <p:cNvSpPr>
              <a:spLocks noChangeAspect="1" noChangeArrowheads="1" noTextEdit="1"/>
            </p:cNvSpPr>
            <p:nvPr/>
          </p:nvSpPr>
          <p:spPr bwMode="auto">
            <a:xfrm>
              <a:off x="2517" y="1619"/>
              <a:ext cx="908" cy="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46" name="Oval 6"/>
            <p:cNvSpPr>
              <a:spLocks noChangeAspect="1" noChangeArrowheads="1"/>
            </p:cNvSpPr>
            <p:nvPr/>
          </p:nvSpPr>
          <p:spPr bwMode="auto">
            <a:xfrm>
              <a:off x="2519" y="1811"/>
              <a:ext cx="904" cy="265"/>
            </a:xfrm>
            <a:prstGeom prst="ellipse">
              <a:avLst/>
            </a:prstGeom>
            <a:gradFill rotWithShape="1">
              <a:gsLst>
                <a:gs pos="0">
                  <a:srgbClr val="66FFCC"/>
                </a:gs>
                <a:gs pos="100000">
                  <a:srgbClr val="66FFCC">
                    <a:gamma/>
                    <a:shade val="46275"/>
                    <a:invGamma/>
                  </a:srgbClr>
                </a:gs>
              </a:gsLst>
              <a:lin ang="0" scaled="1"/>
            </a:gradFill>
            <a:ln w="12700">
              <a:solidFill>
                <a:srgbClr val="009999"/>
              </a:solidFill>
              <a:round/>
              <a:headEnd/>
              <a:tailEnd/>
            </a:ln>
          </p:spPr>
          <p:txBody>
            <a:bodyPr/>
            <a:lstStyle/>
            <a:p>
              <a:endParaRPr lang="fr-FR"/>
            </a:p>
          </p:txBody>
        </p:sp>
        <p:sp>
          <p:nvSpPr>
            <p:cNvPr id="47" name="Rectangle 7"/>
            <p:cNvSpPr>
              <a:spLocks noChangeAspect="1" noChangeArrowheads="1"/>
            </p:cNvSpPr>
            <p:nvPr/>
          </p:nvSpPr>
          <p:spPr bwMode="auto">
            <a:xfrm>
              <a:off x="2517" y="1756"/>
              <a:ext cx="903" cy="18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48" name="Rectangle 8"/>
            <p:cNvSpPr>
              <a:spLocks noChangeAspect="1" noChangeArrowheads="1"/>
            </p:cNvSpPr>
            <p:nvPr/>
          </p:nvSpPr>
          <p:spPr bwMode="auto">
            <a:xfrm>
              <a:off x="2518" y="1756"/>
              <a:ext cx="903" cy="189"/>
            </a:xfrm>
            <a:prstGeom prst="rect">
              <a:avLst/>
            </a:prstGeom>
            <a:gradFill rotWithShape="1">
              <a:gsLst>
                <a:gs pos="0">
                  <a:srgbClr val="66FFCC"/>
                </a:gs>
                <a:gs pos="100000">
                  <a:srgbClr val="66FFCC">
                    <a:gamma/>
                    <a:shade val="46275"/>
                    <a:invGamma/>
                  </a:srgbClr>
                </a:gs>
              </a:gsLst>
              <a:lin ang="0" scaled="1"/>
            </a:gradFill>
            <a:ln>
              <a:noFill/>
            </a:ln>
            <a:extLst>
              <a:ext uri="{91240B29-F687-4F45-9708-019B960494DF}">
                <a14:hiddenLine xmlns:a14="http://schemas.microsoft.com/office/drawing/2010/main" w="9525">
                  <a:solidFill>
                    <a:srgbClr val="33CCCC"/>
                  </a:solidFill>
                  <a:miter lim="800000"/>
                  <a:headEnd/>
                  <a:tailEnd/>
                </a14:hiddenLine>
              </a:ext>
            </a:extLst>
          </p:spPr>
          <p:txBody>
            <a:bodyPr/>
            <a:lstStyle/>
            <a:p>
              <a:endParaRPr lang="fr-FR"/>
            </a:p>
          </p:txBody>
        </p:sp>
        <p:sp>
          <p:nvSpPr>
            <p:cNvPr id="49" name="Oval 9"/>
            <p:cNvSpPr>
              <a:spLocks noChangeAspect="1" noChangeArrowheads="1"/>
            </p:cNvSpPr>
            <p:nvPr/>
          </p:nvSpPr>
          <p:spPr bwMode="auto">
            <a:xfrm>
              <a:off x="2519" y="1616"/>
              <a:ext cx="904" cy="265"/>
            </a:xfrm>
            <a:prstGeom prst="ellipse">
              <a:avLst/>
            </a:prstGeom>
            <a:solidFill>
              <a:srgbClr val="66FFCC"/>
            </a:solidFill>
            <a:ln w="12700">
              <a:solidFill>
                <a:srgbClr val="009999"/>
              </a:solidFill>
              <a:round/>
              <a:headEnd/>
              <a:tailEnd/>
            </a:ln>
          </p:spPr>
          <p:txBody>
            <a:bodyPr/>
            <a:lstStyle/>
            <a:p>
              <a:endParaRPr lang="fr-FR"/>
            </a:p>
          </p:txBody>
        </p:sp>
        <p:grpSp>
          <p:nvGrpSpPr>
            <p:cNvPr id="50" name="Group 10"/>
            <p:cNvGrpSpPr>
              <a:grpSpLocks noChangeAspect="1"/>
            </p:cNvGrpSpPr>
            <p:nvPr/>
          </p:nvGrpSpPr>
          <p:grpSpPr bwMode="auto">
            <a:xfrm>
              <a:off x="2655" y="1652"/>
              <a:ext cx="621" cy="199"/>
              <a:chOff x="914" y="2243"/>
              <a:chExt cx="2392" cy="766"/>
            </a:xfrm>
          </p:grpSpPr>
          <p:sp>
            <p:nvSpPr>
              <p:cNvPr id="57" name="Freeform 11"/>
              <p:cNvSpPr>
                <a:spLocks noChangeAspect="1"/>
              </p:cNvSpPr>
              <p:nvPr/>
            </p:nvSpPr>
            <p:spPr bwMode="auto">
              <a:xfrm>
                <a:off x="2163" y="2261"/>
                <a:ext cx="1143" cy="328"/>
              </a:xfrm>
              <a:custGeom>
                <a:avLst/>
                <a:gdLst>
                  <a:gd name="T0" fmla="*/ 0 w 1143"/>
                  <a:gd name="T1" fmla="*/ 255 h 328"/>
                  <a:gd name="T2" fmla="*/ 254 w 1143"/>
                  <a:gd name="T3" fmla="*/ 328 h 328"/>
                  <a:gd name="T4" fmla="*/ 868 w 1143"/>
                  <a:gd name="T5" fmla="*/ 109 h 328"/>
                  <a:gd name="T6" fmla="*/ 1143 w 1143"/>
                  <a:gd name="T7" fmla="*/ 182 h 328"/>
                  <a:gd name="T8" fmla="*/ 995 w 1143"/>
                  <a:gd name="T9" fmla="*/ 0 h 328"/>
                  <a:gd name="T10" fmla="*/ 275 w 1143"/>
                  <a:gd name="T11" fmla="*/ 0 h 328"/>
                  <a:gd name="T12" fmla="*/ 572 w 1143"/>
                  <a:gd name="T13" fmla="*/ 55 h 328"/>
                  <a:gd name="T14" fmla="*/ 0 w 1143"/>
                  <a:gd name="T15" fmla="*/ 255 h 3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28">
                    <a:moveTo>
                      <a:pt x="0" y="255"/>
                    </a:moveTo>
                    <a:lnTo>
                      <a:pt x="254" y="328"/>
                    </a:lnTo>
                    <a:lnTo>
                      <a:pt x="868" y="109"/>
                    </a:lnTo>
                    <a:lnTo>
                      <a:pt x="1143" y="182"/>
                    </a:lnTo>
                    <a:lnTo>
                      <a:pt x="995" y="0"/>
                    </a:lnTo>
                    <a:lnTo>
                      <a:pt x="275" y="0"/>
                    </a:lnTo>
                    <a:lnTo>
                      <a:pt x="572" y="55"/>
                    </a:lnTo>
                    <a:lnTo>
                      <a:pt x="0" y="255"/>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8" name="Freeform 12"/>
              <p:cNvSpPr>
                <a:spLocks noChangeAspect="1"/>
              </p:cNvSpPr>
              <p:nvPr/>
            </p:nvSpPr>
            <p:spPr bwMode="auto">
              <a:xfrm>
                <a:off x="2163" y="2261"/>
                <a:ext cx="1143" cy="328"/>
              </a:xfrm>
              <a:custGeom>
                <a:avLst/>
                <a:gdLst>
                  <a:gd name="T0" fmla="*/ 0 w 1143"/>
                  <a:gd name="T1" fmla="*/ 255 h 328"/>
                  <a:gd name="T2" fmla="*/ 254 w 1143"/>
                  <a:gd name="T3" fmla="*/ 328 h 328"/>
                  <a:gd name="T4" fmla="*/ 868 w 1143"/>
                  <a:gd name="T5" fmla="*/ 109 h 328"/>
                  <a:gd name="T6" fmla="*/ 1143 w 1143"/>
                  <a:gd name="T7" fmla="*/ 182 h 328"/>
                  <a:gd name="T8" fmla="*/ 995 w 1143"/>
                  <a:gd name="T9" fmla="*/ 0 h 328"/>
                  <a:gd name="T10" fmla="*/ 275 w 1143"/>
                  <a:gd name="T11" fmla="*/ 0 h 328"/>
                  <a:gd name="T12" fmla="*/ 572 w 1143"/>
                  <a:gd name="T13" fmla="*/ 55 h 328"/>
                  <a:gd name="T14" fmla="*/ 0 w 1143"/>
                  <a:gd name="T15" fmla="*/ 255 h 3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28">
                    <a:moveTo>
                      <a:pt x="0" y="255"/>
                    </a:moveTo>
                    <a:lnTo>
                      <a:pt x="254" y="328"/>
                    </a:lnTo>
                    <a:lnTo>
                      <a:pt x="868" y="109"/>
                    </a:lnTo>
                    <a:lnTo>
                      <a:pt x="1143" y="182"/>
                    </a:lnTo>
                    <a:lnTo>
                      <a:pt x="995" y="0"/>
                    </a:lnTo>
                    <a:lnTo>
                      <a:pt x="275" y="0"/>
                    </a:lnTo>
                    <a:lnTo>
                      <a:pt x="572" y="55"/>
                    </a:lnTo>
                    <a:lnTo>
                      <a:pt x="0" y="255"/>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9" name="Freeform 13"/>
              <p:cNvSpPr>
                <a:spLocks noChangeAspect="1"/>
              </p:cNvSpPr>
              <p:nvPr/>
            </p:nvSpPr>
            <p:spPr bwMode="auto">
              <a:xfrm>
                <a:off x="914" y="2644"/>
                <a:ext cx="1143" cy="346"/>
              </a:xfrm>
              <a:custGeom>
                <a:avLst/>
                <a:gdLst>
                  <a:gd name="T0" fmla="*/ 1143 w 1143"/>
                  <a:gd name="T1" fmla="*/ 73 h 346"/>
                  <a:gd name="T2" fmla="*/ 889 w 1143"/>
                  <a:gd name="T3" fmla="*/ 0 h 346"/>
                  <a:gd name="T4" fmla="*/ 297 w 1143"/>
                  <a:gd name="T5" fmla="*/ 219 h 346"/>
                  <a:gd name="T6" fmla="*/ 0 w 1143"/>
                  <a:gd name="T7" fmla="*/ 146 h 346"/>
                  <a:gd name="T8" fmla="*/ 148 w 1143"/>
                  <a:gd name="T9" fmla="*/ 346 h 346"/>
                  <a:gd name="T10" fmla="*/ 889 w 1143"/>
                  <a:gd name="T11" fmla="*/ 346 h 346"/>
                  <a:gd name="T12" fmla="*/ 572 w 1143"/>
                  <a:gd name="T13" fmla="*/ 273 h 346"/>
                  <a:gd name="T14" fmla="*/ 1143 w 1143"/>
                  <a:gd name="T15" fmla="*/ 73 h 34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46">
                    <a:moveTo>
                      <a:pt x="1143" y="73"/>
                    </a:moveTo>
                    <a:lnTo>
                      <a:pt x="889" y="0"/>
                    </a:lnTo>
                    <a:lnTo>
                      <a:pt x="297" y="219"/>
                    </a:lnTo>
                    <a:lnTo>
                      <a:pt x="0" y="146"/>
                    </a:lnTo>
                    <a:lnTo>
                      <a:pt x="148" y="346"/>
                    </a:lnTo>
                    <a:lnTo>
                      <a:pt x="889" y="346"/>
                    </a:lnTo>
                    <a:lnTo>
                      <a:pt x="572" y="273"/>
                    </a:lnTo>
                    <a:lnTo>
                      <a:pt x="1143" y="73"/>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0" name="Freeform 14"/>
              <p:cNvSpPr>
                <a:spLocks noChangeAspect="1"/>
              </p:cNvSpPr>
              <p:nvPr/>
            </p:nvSpPr>
            <p:spPr bwMode="auto">
              <a:xfrm>
                <a:off x="914" y="2644"/>
                <a:ext cx="1143" cy="346"/>
              </a:xfrm>
              <a:custGeom>
                <a:avLst/>
                <a:gdLst>
                  <a:gd name="T0" fmla="*/ 1143 w 1143"/>
                  <a:gd name="T1" fmla="*/ 73 h 346"/>
                  <a:gd name="T2" fmla="*/ 889 w 1143"/>
                  <a:gd name="T3" fmla="*/ 0 h 346"/>
                  <a:gd name="T4" fmla="*/ 297 w 1143"/>
                  <a:gd name="T5" fmla="*/ 219 h 346"/>
                  <a:gd name="T6" fmla="*/ 0 w 1143"/>
                  <a:gd name="T7" fmla="*/ 146 h 346"/>
                  <a:gd name="T8" fmla="*/ 148 w 1143"/>
                  <a:gd name="T9" fmla="*/ 346 h 346"/>
                  <a:gd name="T10" fmla="*/ 889 w 1143"/>
                  <a:gd name="T11" fmla="*/ 346 h 346"/>
                  <a:gd name="T12" fmla="*/ 572 w 1143"/>
                  <a:gd name="T13" fmla="*/ 273 h 346"/>
                  <a:gd name="T14" fmla="*/ 1143 w 1143"/>
                  <a:gd name="T15" fmla="*/ 73 h 34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46">
                    <a:moveTo>
                      <a:pt x="1143" y="73"/>
                    </a:moveTo>
                    <a:lnTo>
                      <a:pt x="889" y="0"/>
                    </a:lnTo>
                    <a:lnTo>
                      <a:pt x="297" y="219"/>
                    </a:lnTo>
                    <a:lnTo>
                      <a:pt x="0" y="146"/>
                    </a:lnTo>
                    <a:lnTo>
                      <a:pt x="148" y="346"/>
                    </a:lnTo>
                    <a:lnTo>
                      <a:pt x="889" y="346"/>
                    </a:lnTo>
                    <a:lnTo>
                      <a:pt x="572" y="273"/>
                    </a:lnTo>
                    <a:lnTo>
                      <a:pt x="1143" y="73"/>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1" name="Freeform 15"/>
              <p:cNvSpPr>
                <a:spLocks noChangeAspect="1"/>
              </p:cNvSpPr>
              <p:nvPr/>
            </p:nvSpPr>
            <p:spPr bwMode="auto">
              <a:xfrm>
                <a:off x="978" y="2243"/>
                <a:ext cx="1143" cy="328"/>
              </a:xfrm>
              <a:custGeom>
                <a:avLst/>
                <a:gdLst>
                  <a:gd name="T0" fmla="*/ 0 w 1143"/>
                  <a:gd name="T1" fmla="*/ 73 h 328"/>
                  <a:gd name="T2" fmla="*/ 254 w 1143"/>
                  <a:gd name="T3" fmla="*/ 0 h 328"/>
                  <a:gd name="T4" fmla="*/ 868 w 1143"/>
                  <a:gd name="T5" fmla="*/ 200 h 328"/>
                  <a:gd name="T6" fmla="*/ 1143 w 1143"/>
                  <a:gd name="T7" fmla="*/ 146 h 328"/>
                  <a:gd name="T8" fmla="*/ 995 w 1143"/>
                  <a:gd name="T9" fmla="*/ 328 h 328"/>
                  <a:gd name="T10" fmla="*/ 275 w 1143"/>
                  <a:gd name="T11" fmla="*/ 328 h 328"/>
                  <a:gd name="T12" fmla="*/ 571 w 1143"/>
                  <a:gd name="T13" fmla="*/ 273 h 328"/>
                  <a:gd name="T14" fmla="*/ 0 w 1143"/>
                  <a:gd name="T15" fmla="*/ 73 h 3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28">
                    <a:moveTo>
                      <a:pt x="0" y="73"/>
                    </a:moveTo>
                    <a:lnTo>
                      <a:pt x="254" y="0"/>
                    </a:lnTo>
                    <a:lnTo>
                      <a:pt x="868" y="200"/>
                    </a:lnTo>
                    <a:lnTo>
                      <a:pt x="1143" y="146"/>
                    </a:lnTo>
                    <a:lnTo>
                      <a:pt x="995" y="328"/>
                    </a:lnTo>
                    <a:lnTo>
                      <a:pt x="275" y="328"/>
                    </a:lnTo>
                    <a:lnTo>
                      <a:pt x="571" y="273"/>
                    </a:lnTo>
                    <a:lnTo>
                      <a:pt x="0" y="73"/>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2" name="Freeform 16"/>
              <p:cNvSpPr>
                <a:spLocks noChangeAspect="1"/>
              </p:cNvSpPr>
              <p:nvPr/>
            </p:nvSpPr>
            <p:spPr bwMode="auto">
              <a:xfrm>
                <a:off x="978" y="2243"/>
                <a:ext cx="1143" cy="328"/>
              </a:xfrm>
              <a:custGeom>
                <a:avLst/>
                <a:gdLst>
                  <a:gd name="T0" fmla="*/ 0 w 1143"/>
                  <a:gd name="T1" fmla="*/ 73 h 328"/>
                  <a:gd name="T2" fmla="*/ 254 w 1143"/>
                  <a:gd name="T3" fmla="*/ 0 h 328"/>
                  <a:gd name="T4" fmla="*/ 868 w 1143"/>
                  <a:gd name="T5" fmla="*/ 200 h 328"/>
                  <a:gd name="T6" fmla="*/ 1143 w 1143"/>
                  <a:gd name="T7" fmla="*/ 146 h 328"/>
                  <a:gd name="T8" fmla="*/ 995 w 1143"/>
                  <a:gd name="T9" fmla="*/ 328 h 328"/>
                  <a:gd name="T10" fmla="*/ 275 w 1143"/>
                  <a:gd name="T11" fmla="*/ 328 h 328"/>
                  <a:gd name="T12" fmla="*/ 571 w 1143"/>
                  <a:gd name="T13" fmla="*/ 273 h 328"/>
                  <a:gd name="T14" fmla="*/ 0 w 1143"/>
                  <a:gd name="T15" fmla="*/ 73 h 3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28">
                    <a:moveTo>
                      <a:pt x="0" y="73"/>
                    </a:moveTo>
                    <a:lnTo>
                      <a:pt x="254" y="0"/>
                    </a:lnTo>
                    <a:lnTo>
                      <a:pt x="868" y="200"/>
                    </a:lnTo>
                    <a:lnTo>
                      <a:pt x="1143" y="146"/>
                    </a:lnTo>
                    <a:lnTo>
                      <a:pt x="995" y="328"/>
                    </a:lnTo>
                    <a:lnTo>
                      <a:pt x="275" y="328"/>
                    </a:lnTo>
                    <a:lnTo>
                      <a:pt x="571" y="273"/>
                    </a:lnTo>
                    <a:lnTo>
                      <a:pt x="0" y="73"/>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3" name="Freeform 17"/>
              <p:cNvSpPr>
                <a:spLocks noChangeAspect="1"/>
              </p:cNvSpPr>
              <p:nvPr/>
            </p:nvSpPr>
            <p:spPr bwMode="auto">
              <a:xfrm>
                <a:off x="2121" y="2680"/>
                <a:ext cx="1143" cy="329"/>
              </a:xfrm>
              <a:custGeom>
                <a:avLst/>
                <a:gdLst>
                  <a:gd name="T0" fmla="*/ 1143 w 1143"/>
                  <a:gd name="T1" fmla="*/ 256 h 329"/>
                  <a:gd name="T2" fmla="*/ 889 w 1143"/>
                  <a:gd name="T3" fmla="*/ 329 h 329"/>
                  <a:gd name="T4" fmla="*/ 296 w 1143"/>
                  <a:gd name="T5" fmla="*/ 110 h 329"/>
                  <a:gd name="T6" fmla="*/ 0 w 1143"/>
                  <a:gd name="T7" fmla="*/ 183 h 329"/>
                  <a:gd name="T8" fmla="*/ 148 w 1143"/>
                  <a:gd name="T9" fmla="*/ 0 h 329"/>
                  <a:gd name="T10" fmla="*/ 889 w 1143"/>
                  <a:gd name="T11" fmla="*/ 0 h 329"/>
                  <a:gd name="T12" fmla="*/ 571 w 1143"/>
                  <a:gd name="T13" fmla="*/ 55 h 329"/>
                  <a:gd name="T14" fmla="*/ 1143 w 1143"/>
                  <a:gd name="T15" fmla="*/ 256 h 32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29">
                    <a:moveTo>
                      <a:pt x="1143" y="256"/>
                    </a:moveTo>
                    <a:lnTo>
                      <a:pt x="889" y="329"/>
                    </a:lnTo>
                    <a:lnTo>
                      <a:pt x="296" y="110"/>
                    </a:lnTo>
                    <a:lnTo>
                      <a:pt x="0" y="183"/>
                    </a:lnTo>
                    <a:lnTo>
                      <a:pt x="148" y="0"/>
                    </a:lnTo>
                    <a:lnTo>
                      <a:pt x="889" y="0"/>
                    </a:lnTo>
                    <a:lnTo>
                      <a:pt x="571" y="55"/>
                    </a:lnTo>
                    <a:lnTo>
                      <a:pt x="1143" y="25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4" name="Freeform 18"/>
              <p:cNvSpPr>
                <a:spLocks noChangeAspect="1"/>
              </p:cNvSpPr>
              <p:nvPr/>
            </p:nvSpPr>
            <p:spPr bwMode="auto">
              <a:xfrm>
                <a:off x="2121" y="2680"/>
                <a:ext cx="1143" cy="329"/>
              </a:xfrm>
              <a:custGeom>
                <a:avLst/>
                <a:gdLst>
                  <a:gd name="T0" fmla="*/ 1143 w 1143"/>
                  <a:gd name="T1" fmla="*/ 256 h 329"/>
                  <a:gd name="T2" fmla="*/ 889 w 1143"/>
                  <a:gd name="T3" fmla="*/ 329 h 329"/>
                  <a:gd name="T4" fmla="*/ 296 w 1143"/>
                  <a:gd name="T5" fmla="*/ 110 h 329"/>
                  <a:gd name="T6" fmla="*/ 0 w 1143"/>
                  <a:gd name="T7" fmla="*/ 183 h 329"/>
                  <a:gd name="T8" fmla="*/ 148 w 1143"/>
                  <a:gd name="T9" fmla="*/ 0 h 329"/>
                  <a:gd name="T10" fmla="*/ 889 w 1143"/>
                  <a:gd name="T11" fmla="*/ 0 h 329"/>
                  <a:gd name="T12" fmla="*/ 571 w 1143"/>
                  <a:gd name="T13" fmla="*/ 55 h 329"/>
                  <a:gd name="T14" fmla="*/ 1143 w 1143"/>
                  <a:gd name="T15" fmla="*/ 256 h 32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29">
                    <a:moveTo>
                      <a:pt x="1143" y="256"/>
                    </a:moveTo>
                    <a:lnTo>
                      <a:pt x="889" y="329"/>
                    </a:lnTo>
                    <a:lnTo>
                      <a:pt x="296" y="110"/>
                    </a:lnTo>
                    <a:lnTo>
                      <a:pt x="0" y="183"/>
                    </a:lnTo>
                    <a:lnTo>
                      <a:pt x="148" y="0"/>
                    </a:lnTo>
                    <a:lnTo>
                      <a:pt x="889" y="0"/>
                    </a:lnTo>
                    <a:lnTo>
                      <a:pt x="571" y="55"/>
                    </a:lnTo>
                    <a:lnTo>
                      <a:pt x="1143" y="25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grpSp>
        <p:sp>
          <p:nvSpPr>
            <p:cNvPr id="51" name="Freeform 19"/>
            <p:cNvSpPr>
              <a:spLocks noChangeAspect="1"/>
            </p:cNvSpPr>
            <p:nvPr/>
          </p:nvSpPr>
          <p:spPr bwMode="auto">
            <a:xfrm>
              <a:off x="2972" y="1646"/>
              <a:ext cx="297" cy="85"/>
            </a:xfrm>
            <a:custGeom>
              <a:avLst/>
              <a:gdLst>
                <a:gd name="T0" fmla="*/ 0 w 1144"/>
                <a:gd name="T1" fmla="*/ 255 h 328"/>
                <a:gd name="T2" fmla="*/ 254 w 1144"/>
                <a:gd name="T3" fmla="*/ 328 h 328"/>
                <a:gd name="T4" fmla="*/ 868 w 1144"/>
                <a:gd name="T5" fmla="*/ 110 h 328"/>
                <a:gd name="T6" fmla="*/ 1144 w 1144"/>
                <a:gd name="T7" fmla="*/ 183 h 328"/>
                <a:gd name="T8" fmla="*/ 995 w 1144"/>
                <a:gd name="T9" fmla="*/ 0 h 328"/>
                <a:gd name="T10" fmla="*/ 276 w 1144"/>
                <a:gd name="T11" fmla="*/ 0 h 328"/>
                <a:gd name="T12" fmla="*/ 572 w 1144"/>
                <a:gd name="T13" fmla="*/ 55 h 328"/>
                <a:gd name="T14" fmla="*/ 0 w 1144"/>
                <a:gd name="T15" fmla="*/ 255 h 3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4" h="328">
                  <a:moveTo>
                    <a:pt x="0" y="255"/>
                  </a:moveTo>
                  <a:lnTo>
                    <a:pt x="254" y="328"/>
                  </a:lnTo>
                  <a:lnTo>
                    <a:pt x="868" y="110"/>
                  </a:lnTo>
                  <a:lnTo>
                    <a:pt x="1144" y="183"/>
                  </a:lnTo>
                  <a:lnTo>
                    <a:pt x="995" y="0"/>
                  </a:lnTo>
                  <a:lnTo>
                    <a:pt x="276" y="0"/>
                  </a:lnTo>
                  <a:lnTo>
                    <a:pt x="572" y="55"/>
                  </a:lnTo>
                  <a:lnTo>
                    <a:pt x="0" y="25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2" name="Freeform 20"/>
            <p:cNvSpPr>
              <a:spLocks noChangeAspect="1"/>
            </p:cNvSpPr>
            <p:nvPr/>
          </p:nvSpPr>
          <p:spPr bwMode="auto">
            <a:xfrm>
              <a:off x="2647" y="1745"/>
              <a:ext cx="297" cy="90"/>
            </a:xfrm>
            <a:custGeom>
              <a:avLst/>
              <a:gdLst>
                <a:gd name="T0" fmla="*/ 1144 w 1144"/>
                <a:gd name="T1" fmla="*/ 73 h 347"/>
                <a:gd name="T2" fmla="*/ 890 w 1144"/>
                <a:gd name="T3" fmla="*/ 0 h 347"/>
                <a:gd name="T4" fmla="*/ 297 w 1144"/>
                <a:gd name="T5" fmla="*/ 219 h 347"/>
                <a:gd name="T6" fmla="*/ 0 w 1144"/>
                <a:gd name="T7" fmla="*/ 146 h 347"/>
                <a:gd name="T8" fmla="*/ 149 w 1144"/>
                <a:gd name="T9" fmla="*/ 347 h 347"/>
                <a:gd name="T10" fmla="*/ 890 w 1144"/>
                <a:gd name="T11" fmla="*/ 347 h 347"/>
                <a:gd name="T12" fmla="*/ 572 w 1144"/>
                <a:gd name="T13" fmla="*/ 274 h 347"/>
                <a:gd name="T14" fmla="*/ 1144 w 1144"/>
                <a:gd name="T15" fmla="*/ 73 h 34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4" h="347">
                  <a:moveTo>
                    <a:pt x="1144" y="73"/>
                  </a:moveTo>
                  <a:lnTo>
                    <a:pt x="890" y="0"/>
                  </a:lnTo>
                  <a:lnTo>
                    <a:pt x="297" y="219"/>
                  </a:lnTo>
                  <a:lnTo>
                    <a:pt x="0" y="146"/>
                  </a:lnTo>
                  <a:lnTo>
                    <a:pt x="149" y="347"/>
                  </a:lnTo>
                  <a:lnTo>
                    <a:pt x="890" y="347"/>
                  </a:lnTo>
                  <a:lnTo>
                    <a:pt x="572" y="274"/>
                  </a:lnTo>
                  <a:lnTo>
                    <a:pt x="1144" y="7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3" name="Freeform 21"/>
            <p:cNvSpPr>
              <a:spLocks noChangeAspect="1"/>
            </p:cNvSpPr>
            <p:nvPr/>
          </p:nvSpPr>
          <p:spPr bwMode="auto">
            <a:xfrm>
              <a:off x="2664" y="1641"/>
              <a:ext cx="297" cy="85"/>
            </a:xfrm>
            <a:custGeom>
              <a:avLst/>
              <a:gdLst>
                <a:gd name="T0" fmla="*/ 0 w 1143"/>
                <a:gd name="T1" fmla="*/ 73 h 328"/>
                <a:gd name="T2" fmla="*/ 254 w 1143"/>
                <a:gd name="T3" fmla="*/ 0 h 328"/>
                <a:gd name="T4" fmla="*/ 868 w 1143"/>
                <a:gd name="T5" fmla="*/ 201 h 328"/>
                <a:gd name="T6" fmla="*/ 1143 w 1143"/>
                <a:gd name="T7" fmla="*/ 146 h 328"/>
                <a:gd name="T8" fmla="*/ 995 w 1143"/>
                <a:gd name="T9" fmla="*/ 328 h 328"/>
                <a:gd name="T10" fmla="*/ 275 w 1143"/>
                <a:gd name="T11" fmla="*/ 328 h 328"/>
                <a:gd name="T12" fmla="*/ 572 w 1143"/>
                <a:gd name="T13" fmla="*/ 273 h 328"/>
                <a:gd name="T14" fmla="*/ 0 w 1143"/>
                <a:gd name="T15" fmla="*/ 73 h 3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28">
                  <a:moveTo>
                    <a:pt x="0" y="73"/>
                  </a:moveTo>
                  <a:lnTo>
                    <a:pt x="254" y="0"/>
                  </a:lnTo>
                  <a:lnTo>
                    <a:pt x="868" y="201"/>
                  </a:lnTo>
                  <a:lnTo>
                    <a:pt x="1143" y="146"/>
                  </a:lnTo>
                  <a:lnTo>
                    <a:pt x="995" y="328"/>
                  </a:lnTo>
                  <a:lnTo>
                    <a:pt x="275" y="328"/>
                  </a:lnTo>
                  <a:lnTo>
                    <a:pt x="572" y="273"/>
                  </a:lnTo>
                  <a:lnTo>
                    <a:pt x="0" y="7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4" name="Freeform 22"/>
            <p:cNvSpPr>
              <a:spLocks noChangeAspect="1"/>
            </p:cNvSpPr>
            <p:nvPr/>
          </p:nvSpPr>
          <p:spPr bwMode="auto">
            <a:xfrm>
              <a:off x="2961" y="1755"/>
              <a:ext cx="297" cy="85"/>
            </a:xfrm>
            <a:custGeom>
              <a:avLst/>
              <a:gdLst>
                <a:gd name="T0" fmla="*/ 1143 w 1143"/>
                <a:gd name="T1" fmla="*/ 255 h 328"/>
                <a:gd name="T2" fmla="*/ 889 w 1143"/>
                <a:gd name="T3" fmla="*/ 328 h 328"/>
                <a:gd name="T4" fmla="*/ 296 w 1143"/>
                <a:gd name="T5" fmla="*/ 109 h 328"/>
                <a:gd name="T6" fmla="*/ 0 w 1143"/>
                <a:gd name="T7" fmla="*/ 182 h 328"/>
                <a:gd name="T8" fmla="*/ 148 w 1143"/>
                <a:gd name="T9" fmla="*/ 0 h 328"/>
                <a:gd name="T10" fmla="*/ 889 w 1143"/>
                <a:gd name="T11" fmla="*/ 0 h 328"/>
                <a:gd name="T12" fmla="*/ 572 w 1143"/>
                <a:gd name="T13" fmla="*/ 54 h 328"/>
                <a:gd name="T14" fmla="*/ 1143 w 1143"/>
                <a:gd name="T15" fmla="*/ 255 h 3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3" h="328">
                  <a:moveTo>
                    <a:pt x="1143" y="255"/>
                  </a:moveTo>
                  <a:lnTo>
                    <a:pt x="889" y="328"/>
                  </a:lnTo>
                  <a:lnTo>
                    <a:pt x="296" y="109"/>
                  </a:lnTo>
                  <a:lnTo>
                    <a:pt x="0" y="182"/>
                  </a:lnTo>
                  <a:lnTo>
                    <a:pt x="148" y="0"/>
                  </a:lnTo>
                  <a:lnTo>
                    <a:pt x="889" y="0"/>
                  </a:lnTo>
                  <a:lnTo>
                    <a:pt x="572" y="54"/>
                  </a:lnTo>
                  <a:lnTo>
                    <a:pt x="1143" y="25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5" name="Line 23"/>
            <p:cNvSpPr>
              <a:spLocks noChangeAspect="1" noChangeShapeType="1"/>
            </p:cNvSpPr>
            <p:nvPr/>
          </p:nvSpPr>
          <p:spPr bwMode="auto">
            <a:xfrm>
              <a:off x="2519" y="1755"/>
              <a:ext cx="0" cy="189"/>
            </a:xfrm>
            <a:prstGeom prst="line">
              <a:avLst/>
            </a:prstGeom>
            <a:noFill/>
            <a:ln w="12700">
              <a:solidFill>
                <a:srgbClr val="00B0AC"/>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56" name="Line 24"/>
            <p:cNvSpPr>
              <a:spLocks noChangeAspect="1" noChangeShapeType="1"/>
            </p:cNvSpPr>
            <p:nvPr/>
          </p:nvSpPr>
          <p:spPr bwMode="auto">
            <a:xfrm>
              <a:off x="3422" y="1753"/>
              <a:ext cx="0" cy="189"/>
            </a:xfrm>
            <a:prstGeom prst="line">
              <a:avLst/>
            </a:prstGeom>
            <a:noFill/>
            <a:ln w="12700">
              <a:solidFill>
                <a:srgbClr val="009999"/>
              </a:solidFill>
              <a:round/>
              <a:headEnd/>
              <a:tailEnd/>
            </a:ln>
            <a:extLst>
              <a:ext uri="{909E8E84-426E-40DD-AFC4-6F175D3DCCD1}">
                <a14:hiddenFill xmlns:a14="http://schemas.microsoft.com/office/drawing/2010/main">
                  <a:noFill/>
                </a14:hiddenFill>
              </a:ext>
            </a:extLst>
          </p:spPr>
          <p:txBody>
            <a:bodyPr/>
            <a:lstStyle/>
            <a:p>
              <a:endParaRPr lang="fr-FR"/>
            </a:p>
          </p:txBody>
        </p:sp>
      </p:grpSp>
      <p:sp>
        <p:nvSpPr>
          <p:cNvPr id="65" name="Text Box 25"/>
          <p:cNvSpPr txBox="1">
            <a:spLocks noChangeArrowheads="1"/>
          </p:cNvSpPr>
          <p:nvPr/>
        </p:nvSpPr>
        <p:spPr bwMode="auto">
          <a:xfrm>
            <a:off x="2081213" y="3479397"/>
            <a:ext cx="476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fr-FR" b="1"/>
              <a:t>R1</a:t>
            </a:r>
          </a:p>
        </p:txBody>
      </p:sp>
      <p:sp>
        <p:nvSpPr>
          <p:cNvPr id="66" name="AutoShape 26"/>
          <p:cNvSpPr>
            <a:spLocks noChangeArrowheads="1"/>
          </p:cNvSpPr>
          <p:nvPr/>
        </p:nvSpPr>
        <p:spPr bwMode="auto">
          <a:xfrm rot="5400000">
            <a:off x="4025900" y="2760260"/>
            <a:ext cx="431800" cy="1295400"/>
          </a:xfrm>
          <a:prstGeom prst="can">
            <a:avLst>
              <a:gd name="adj" fmla="val 39694"/>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fr-FR"/>
          </a:p>
        </p:txBody>
      </p:sp>
      <p:sp>
        <p:nvSpPr>
          <p:cNvPr id="67" name="Text Box 27"/>
          <p:cNvSpPr txBox="1">
            <a:spLocks noChangeArrowheads="1"/>
          </p:cNvSpPr>
          <p:nvPr/>
        </p:nvSpPr>
        <p:spPr bwMode="auto">
          <a:xfrm>
            <a:off x="3756025" y="3211110"/>
            <a:ext cx="79216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fr-FR" b="1">
                <a:solidFill>
                  <a:srgbClr val="000000"/>
                </a:solidFill>
              </a:rPr>
              <a:t>Fa0/0</a:t>
            </a:r>
          </a:p>
        </p:txBody>
      </p:sp>
      <p:cxnSp>
        <p:nvCxnSpPr>
          <p:cNvPr id="68" name="AutoShape 28"/>
          <p:cNvCxnSpPr>
            <a:cxnSpLocks noChangeShapeType="1"/>
          </p:cNvCxnSpPr>
          <p:nvPr/>
        </p:nvCxnSpPr>
        <p:spPr bwMode="auto">
          <a:xfrm flipV="1">
            <a:off x="4737100" y="2812647"/>
            <a:ext cx="1549400" cy="481013"/>
          </a:xfrm>
          <a:prstGeom prst="bentConnector3">
            <a:avLst>
              <a:gd name="adj1" fmla="val 50000"/>
            </a:avLst>
          </a:prstGeom>
          <a:noFill/>
          <a:ln w="2857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9" name="AutoShape 29"/>
          <p:cNvCxnSpPr>
            <a:cxnSpLocks noChangeShapeType="1"/>
          </p:cNvCxnSpPr>
          <p:nvPr/>
        </p:nvCxnSpPr>
        <p:spPr bwMode="auto">
          <a:xfrm>
            <a:off x="4732338" y="3519085"/>
            <a:ext cx="1544637" cy="546100"/>
          </a:xfrm>
          <a:prstGeom prst="bentConnector3">
            <a:avLst>
              <a:gd name="adj1" fmla="val 49949"/>
            </a:avLst>
          </a:prstGeom>
          <a:noFill/>
          <a:ln w="2857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0" name="Line 30"/>
          <p:cNvSpPr>
            <a:spLocks noChangeShapeType="1"/>
          </p:cNvSpPr>
          <p:nvPr/>
        </p:nvSpPr>
        <p:spPr bwMode="auto">
          <a:xfrm>
            <a:off x="4725988" y="3407960"/>
            <a:ext cx="158432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71" name="Text Box 31"/>
          <p:cNvSpPr txBox="1">
            <a:spLocks noChangeArrowheads="1"/>
          </p:cNvSpPr>
          <p:nvPr/>
        </p:nvSpPr>
        <p:spPr bwMode="auto">
          <a:xfrm>
            <a:off x="6329363" y="2615797"/>
            <a:ext cx="309721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fr-FR" dirty="0"/>
              <a:t>Fa0/0.</a:t>
            </a:r>
            <a:r>
              <a:rPr lang="fr-FR" dirty="0">
                <a:solidFill>
                  <a:srgbClr val="FF0000"/>
                </a:solidFill>
              </a:rPr>
              <a:t>1 </a:t>
            </a:r>
            <a:r>
              <a:rPr lang="fr-FR" dirty="0" err="1">
                <a:solidFill>
                  <a:srgbClr val="C00000"/>
                </a:solidFill>
              </a:rPr>
              <a:t>taggé</a:t>
            </a:r>
            <a:r>
              <a:rPr lang="fr-FR" dirty="0">
                <a:solidFill>
                  <a:srgbClr val="C00000"/>
                </a:solidFill>
              </a:rPr>
              <a:t> en VLAN 100</a:t>
            </a:r>
          </a:p>
        </p:txBody>
      </p:sp>
      <p:sp>
        <p:nvSpPr>
          <p:cNvPr id="72" name="Text Box 32"/>
          <p:cNvSpPr txBox="1">
            <a:spLocks noChangeArrowheads="1"/>
          </p:cNvSpPr>
          <p:nvPr/>
        </p:nvSpPr>
        <p:spPr bwMode="auto">
          <a:xfrm>
            <a:off x="6329363" y="3192060"/>
            <a:ext cx="3354387"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fr-FR" dirty="0"/>
              <a:t>Fa0/0.</a:t>
            </a:r>
            <a:r>
              <a:rPr lang="fr-FR" dirty="0">
                <a:solidFill>
                  <a:srgbClr val="FF0000"/>
                </a:solidFill>
              </a:rPr>
              <a:t>2 </a:t>
            </a:r>
            <a:r>
              <a:rPr lang="fr-FR" dirty="0" err="1">
                <a:solidFill>
                  <a:srgbClr val="C00000"/>
                </a:solidFill>
              </a:rPr>
              <a:t>taggé</a:t>
            </a:r>
            <a:r>
              <a:rPr lang="fr-FR" dirty="0">
                <a:solidFill>
                  <a:srgbClr val="C00000"/>
                </a:solidFill>
              </a:rPr>
              <a:t> en VLAN 200</a:t>
            </a:r>
          </a:p>
        </p:txBody>
      </p:sp>
      <p:sp>
        <p:nvSpPr>
          <p:cNvPr id="73" name="Text Box 33"/>
          <p:cNvSpPr txBox="1">
            <a:spLocks noChangeArrowheads="1"/>
          </p:cNvSpPr>
          <p:nvPr/>
        </p:nvSpPr>
        <p:spPr bwMode="auto">
          <a:xfrm>
            <a:off x="6329363" y="3833410"/>
            <a:ext cx="321151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fr-FR" dirty="0"/>
              <a:t>Fa0/0.</a:t>
            </a:r>
            <a:r>
              <a:rPr lang="fr-FR" dirty="0">
                <a:solidFill>
                  <a:srgbClr val="FF0000"/>
                </a:solidFill>
              </a:rPr>
              <a:t>3 </a:t>
            </a:r>
            <a:r>
              <a:rPr lang="fr-FR" dirty="0" err="1">
                <a:solidFill>
                  <a:srgbClr val="C00000"/>
                </a:solidFill>
              </a:rPr>
              <a:t>taggé</a:t>
            </a:r>
            <a:r>
              <a:rPr lang="fr-FR" dirty="0">
                <a:solidFill>
                  <a:srgbClr val="C00000"/>
                </a:solidFill>
              </a:rPr>
              <a:t> en VLAN 300</a:t>
            </a:r>
          </a:p>
        </p:txBody>
      </p:sp>
      <p:sp>
        <p:nvSpPr>
          <p:cNvPr id="74" name="Text Box 34"/>
          <p:cNvSpPr txBox="1">
            <a:spLocks noChangeArrowheads="1"/>
          </p:cNvSpPr>
          <p:nvPr/>
        </p:nvSpPr>
        <p:spPr bwMode="auto">
          <a:xfrm>
            <a:off x="4932363" y="4344585"/>
            <a:ext cx="4248150" cy="19851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tabLst>
                <a:tab pos="269875" algn="l"/>
                <a:tab pos="447675" algn="l"/>
              </a:tabLst>
              <a:defRPr>
                <a:solidFill>
                  <a:schemeClr val="tx1"/>
                </a:solidFill>
                <a:latin typeface="Arial" charset="0"/>
              </a:defRPr>
            </a:lvl1pPr>
            <a:lvl2pPr algn="l">
              <a:tabLst>
                <a:tab pos="269875" algn="l"/>
                <a:tab pos="447675" algn="l"/>
              </a:tabLst>
              <a:defRPr>
                <a:solidFill>
                  <a:schemeClr val="tx1"/>
                </a:solidFill>
                <a:latin typeface="Arial" charset="0"/>
              </a:defRPr>
            </a:lvl2pPr>
            <a:lvl3pPr algn="l">
              <a:tabLst>
                <a:tab pos="269875" algn="l"/>
                <a:tab pos="447675" algn="l"/>
              </a:tabLst>
              <a:defRPr>
                <a:solidFill>
                  <a:schemeClr val="tx1"/>
                </a:solidFill>
                <a:latin typeface="Arial" charset="0"/>
              </a:defRPr>
            </a:lvl3pPr>
            <a:lvl4pPr algn="l">
              <a:tabLst>
                <a:tab pos="269875" algn="l"/>
                <a:tab pos="447675" algn="l"/>
              </a:tabLst>
              <a:defRPr>
                <a:solidFill>
                  <a:schemeClr val="tx1"/>
                </a:solidFill>
                <a:latin typeface="Arial" charset="0"/>
              </a:defRPr>
            </a:lvl4pPr>
            <a:lvl5pPr algn="l">
              <a:tabLst>
                <a:tab pos="269875" algn="l"/>
                <a:tab pos="447675" algn="l"/>
              </a:tabLst>
              <a:defRPr>
                <a:solidFill>
                  <a:schemeClr val="tx1"/>
                </a:solidFill>
                <a:latin typeface="Arial" charset="0"/>
              </a:defRPr>
            </a:lvl5pPr>
            <a:lvl6pPr fontAlgn="base">
              <a:spcBef>
                <a:spcPct val="0"/>
              </a:spcBef>
              <a:spcAft>
                <a:spcPct val="0"/>
              </a:spcAft>
              <a:tabLst>
                <a:tab pos="269875" algn="l"/>
                <a:tab pos="447675" algn="l"/>
              </a:tabLst>
              <a:defRPr>
                <a:solidFill>
                  <a:schemeClr val="tx1"/>
                </a:solidFill>
                <a:latin typeface="Arial" charset="0"/>
              </a:defRPr>
            </a:lvl6pPr>
            <a:lvl7pPr fontAlgn="base">
              <a:spcBef>
                <a:spcPct val="0"/>
              </a:spcBef>
              <a:spcAft>
                <a:spcPct val="0"/>
              </a:spcAft>
              <a:tabLst>
                <a:tab pos="269875" algn="l"/>
                <a:tab pos="447675" algn="l"/>
              </a:tabLst>
              <a:defRPr>
                <a:solidFill>
                  <a:schemeClr val="tx1"/>
                </a:solidFill>
                <a:latin typeface="Arial" charset="0"/>
              </a:defRPr>
            </a:lvl7pPr>
            <a:lvl8pPr fontAlgn="base">
              <a:spcBef>
                <a:spcPct val="0"/>
              </a:spcBef>
              <a:spcAft>
                <a:spcPct val="0"/>
              </a:spcAft>
              <a:tabLst>
                <a:tab pos="269875" algn="l"/>
                <a:tab pos="447675" algn="l"/>
              </a:tabLst>
              <a:defRPr>
                <a:solidFill>
                  <a:schemeClr val="tx1"/>
                </a:solidFill>
                <a:latin typeface="Arial" charset="0"/>
              </a:defRPr>
            </a:lvl8pPr>
            <a:lvl9pPr fontAlgn="base">
              <a:spcBef>
                <a:spcPct val="0"/>
              </a:spcBef>
              <a:spcAft>
                <a:spcPct val="0"/>
              </a:spcAft>
              <a:tabLst>
                <a:tab pos="269875" algn="l"/>
                <a:tab pos="447675" algn="l"/>
              </a:tabLst>
              <a:defRPr>
                <a:solidFill>
                  <a:schemeClr val="tx1"/>
                </a:solidFill>
                <a:latin typeface="Arial" charset="0"/>
              </a:defRPr>
            </a:lvl9pPr>
          </a:lstStyle>
          <a:p>
            <a:pPr>
              <a:spcBef>
                <a:spcPct val="50000"/>
              </a:spcBef>
            </a:pPr>
            <a:r>
              <a:rPr lang="fr-FR" sz="1600" dirty="0">
                <a:latin typeface="Courier New" pitchFamily="49" charset="0"/>
                <a:cs typeface="Courier New" pitchFamily="49" charset="0"/>
              </a:rPr>
              <a:t>configure terminal</a:t>
            </a:r>
          </a:p>
          <a:p>
            <a:pPr>
              <a:spcBef>
                <a:spcPct val="50000"/>
              </a:spcBef>
            </a:pPr>
            <a:r>
              <a:rPr lang="fr-FR" sz="1600" dirty="0">
                <a:latin typeface="Courier New" pitchFamily="49" charset="0"/>
                <a:cs typeface="Courier New" pitchFamily="49" charset="0"/>
              </a:rPr>
              <a:t>interface </a:t>
            </a:r>
            <a:r>
              <a:rPr lang="fr-FR" sz="1600" b="1" dirty="0">
                <a:solidFill>
                  <a:srgbClr val="0000FF"/>
                </a:solidFill>
                <a:latin typeface="Courier New" pitchFamily="49" charset="0"/>
                <a:cs typeface="Courier New" pitchFamily="49" charset="0"/>
              </a:rPr>
              <a:t>Fa0/0</a:t>
            </a:r>
          </a:p>
          <a:p>
            <a:pPr>
              <a:spcBef>
                <a:spcPct val="50000"/>
              </a:spcBef>
            </a:pPr>
            <a:r>
              <a:rPr lang="fr-FR" sz="1600" dirty="0">
                <a:latin typeface="Courier New" pitchFamily="49" charset="0"/>
                <a:cs typeface="Courier New" pitchFamily="49" charset="0"/>
              </a:rPr>
              <a:t>	</a:t>
            </a:r>
            <a:r>
              <a:rPr lang="fr-FR" b="1" dirty="0" err="1">
                <a:solidFill>
                  <a:srgbClr val="FF9900"/>
                </a:solidFill>
                <a:latin typeface="Courier New" pitchFamily="49" charset="0"/>
                <a:cs typeface="Courier New" pitchFamily="49" charset="0"/>
              </a:rPr>
              <a:t>ip</a:t>
            </a:r>
            <a:r>
              <a:rPr lang="fr-FR" b="1" dirty="0">
                <a:solidFill>
                  <a:srgbClr val="FF9900"/>
                </a:solidFill>
                <a:latin typeface="Courier New" pitchFamily="49" charset="0"/>
                <a:cs typeface="Courier New" pitchFamily="49" charset="0"/>
              </a:rPr>
              <a:t> </a:t>
            </a:r>
            <a:r>
              <a:rPr lang="fr-FR" b="1" dirty="0" err="1">
                <a:solidFill>
                  <a:srgbClr val="FF9900"/>
                </a:solidFill>
                <a:latin typeface="Courier New" pitchFamily="49" charset="0"/>
                <a:cs typeface="Courier New" pitchFamily="49" charset="0"/>
              </a:rPr>
              <a:t>address</a:t>
            </a:r>
            <a:r>
              <a:rPr lang="fr-FR" b="1" dirty="0">
                <a:solidFill>
                  <a:srgbClr val="FF9900"/>
                </a:solidFill>
                <a:latin typeface="Courier New" pitchFamily="49" charset="0"/>
                <a:cs typeface="Courier New" pitchFamily="49" charset="0"/>
              </a:rPr>
              <a:t> X.X.X.X  M.M.M.M</a:t>
            </a:r>
            <a:endParaRPr lang="fr-FR" b="1" dirty="0">
              <a:solidFill>
                <a:srgbClr val="FFFF00"/>
              </a:solidFill>
              <a:latin typeface="Courier New" pitchFamily="49" charset="0"/>
              <a:cs typeface="Courier New" pitchFamily="49" charset="0"/>
            </a:endParaRPr>
          </a:p>
          <a:p>
            <a:pPr>
              <a:spcBef>
                <a:spcPct val="50000"/>
              </a:spcBef>
            </a:pPr>
            <a:r>
              <a:rPr lang="fr-FR" sz="1600" b="1" dirty="0">
                <a:cs typeface="Arial" charset="0"/>
              </a:rPr>
              <a:t>la commande ‘</a:t>
            </a:r>
            <a:r>
              <a:rPr lang="fr-FR" sz="1600" b="1" dirty="0">
                <a:solidFill>
                  <a:srgbClr val="0000FF"/>
                </a:solidFill>
                <a:latin typeface="Courier New" pitchFamily="49" charset="0"/>
                <a:cs typeface="Courier New" pitchFamily="49" charset="0"/>
              </a:rPr>
              <a:t>encapsulation dot1q</a:t>
            </a:r>
            <a:r>
              <a:rPr lang="fr-FR" sz="1600" b="1" dirty="0">
                <a:cs typeface="Arial" charset="0"/>
              </a:rPr>
              <a:t>’ n’est pas disponible </a:t>
            </a:r>
            <a:r>
              <a:rPr lang="fr-FR" sz="1600" b="1" u="sng" dirty="0">
                <a:cs typeface="Arial" charset="0"/>
              </a:rPr>
              <a:t>sur l’interface majeure.</a:t>
            </a:r>
            <a:endParaRPr lang="fr-FR" sz="1600" b="1" u="sng" dirty="0">
              <a:solidFill>
                <a:srgbClr val="FFFF00"/>
              </a:solidFill>
              <a:latin typeface="Courier New" pitchFamily="49" charset="0"/>
              <a:cs typeface="Courier New" pitchFamily="49" charset="0"/>
            </a:endParaRPr>
          </a:p>
        </p:txBody>
      </p:sp>
      <p:sp>
        <p:nvSpPr>
          <p:cNvPr id="75" name="Text Box 35"/>
          <p:cNvSpPr txBox="1">
            <a:spLocks noChangeArrowheads="1"/>
          </p:cNvSpPr>
          <p:nvPr/>
        </p:nvSpPr>
        <p:spPr bwMode="auto">
          <a:xfrm>
            <a:off x="1042988" y="4631922"/>
            <a:ext cx="360045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fr-FR" sz="2400"/>
              <a:t>POUR CONFIGURER une adresse IP sur l’interface majeure :</a:t>
            </a:r>
          </a:p>
        </p:txBody>
      </p:sp>
      <p:sp>
        <p:nvSpPr>
          <p:cNvPr id="107" name="AutoShape 36"/>
          <p:cNvSpPr>
            <a:spLocks/>
          </p:cNvSpPr>
          <p:nvPr/>
        </p:nvSpPr>
        <p:spPr bwMode="auto">
          <a:xfrm>
            <a:off x="4643438" y="4344585"/>
            <a:ext cx="287337" cy="1800225"/>
          </a:xfrm>
          <a:prstGeom prst="leftBrace">
            <a:avLst>
              <a:gd name="adj1" fmla="val 52210"/>
              <a:gd name="adj2" fmla="val 50000"/>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fr-FR"/>
          </a:p>
        </p:txBody>
      </p:sp>
      <p:sp>
        <p:nvSpPr>
          <p:cNvPr id="113" name="Text Box 37"/>
          <p:cNvSpPr txBox="1">
            <a:spLocks noChangeArrowheads="1"/>
          </p:cNvSpPr>
          <p:nvPr/>
        </p:nvSpPr>
        <p:spPr bwMode="auto">
          <a:xfrm>
            <a:off x="5435600" y="2553885"/>
            <a:ext cx="936625"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fr-FR" sz="1200">
                <a:solidFill>
                  <a:srgbClr val="FF9900"/>
                </a:solidFill>
              </a:rPr>
              <a:t>10.1.0.254</a:t>
            </a:r>
          </a:p>
        </p:txBody>
      </p:sp>
      <p:sp>
        <p:nvSpPr>
          <p:cNvPr id="114" name="Text Box 38"/>
          <p:cNvSpPr txBox="1">
            <a:spLocks noChangeArrowheads="1"/>
          </p:cNvSpPr>
          <p:nvPr/>
        </p:nvSpPr>
        <p:spPr bwMode="auto">
          <a:xfrm>
            <a:off x="5435600" y="3168247"/>
            <a:ext cx="936625"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fr-FR" sz="1200">
                <a:solidFill>
                  <a:srgbClr val="FF9900"/>
                </a:solidFill>
              </a:rPr>
              <a:t>10.2.0.254</a:t>
            </a:r>
          </a:p>
        </p:txBody>
      </p:sp>
      <p:sp>
        <p:nvSpPr>
          <p:cNvPr id="115" name="Text Box 39"/>
          <p:cNvSpPr txBox="1">
            <a:spLocks noChangeArrowheads="1"/>
          </p:cNvSpPr>
          <p:nvPr/>
        </p:nvSpPr>
        <p:spPr bwMode="auto">
          <a:xfrm>
            <a:off x="5435600" y="3815947"/>
            <a:ext cx="936625"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fr-FR" sz="1200">
                <a:solidFill>
                  <a:srgbClr val="FF9900"/>
                </a:solidFill>
              </a:rPr>
              <a:t>10.3.0.254</a:t>
            </a:r>
          </a:p>
        </p:txBody>
      </p:sp>
      <p:sp>
        <p:nvSpPr>
          <p:cNvPr id="116" name="Text Box 40"/>
          <p:cNvSpPr txBox="1">
            <a:spLocks noChangeArrowheads="1"/>
          </p:cNvSpPr>
          <p:nvPr/>
        </p:nvSpPr>
        <p:spPr bwMode="auto">
          <a:xfrm>
            <a:off x="3922713" y="2917422"/>
            <a:ext cx="936625"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fr-FR" sz="1200" b="1">
                <a:solidFill>
                  <a:srgbClr val="FF9900"/>
                </a:solidFill>
              </a:rPr>
              <a:t>X.X.X.X</a:t>
            </a:r>
          </a:p>
        </p:txBody>
      </p:sp>
      <p:sp>
        <p:nvSpPr>
          <p:cNvPr id="117" name="Text Box 41"/>
          <p:cNvSpPr txBox="1">
            <a:spLocks noChangeArrowheads="1"/>
          </p:cNvSpPr>
          <p:nvPr/>
        </p:nvSpPr>
        <p:spPr bwMode="auto">
          <a:xfrm>
            <a:off x="3779838" y="3638147"/>
            <a:ext cx="1223962"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fr-FR" sz="1200" b="1" dirty="0">
                <a:solidFill>
                  <a:srgbClr val="C00000"/>
                </a:solidFill>
              </a:rPr>
              <a:t>VLAN Natif</a:t>
            </a:r>
          </a:p>
        </p:txBody>
      </p:sp>
    </p:spTree>
    <p:extLst>
      <p:ext uri="{BB962C8B-B14F-4D97-AF65-F5344CB8AC3E}">
        <p14:creationId xmlns:p14="http://schemas.microsoft.com/office/powerpoint/2010/main" val="3298982475"/>
      </p:ext>
    </p:extLst>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3"/>
          <p:cNvSpPr txBox="1">
            <a:spLocks/>
          </p:cNvSpPr>
          <p:nvPr/>
        </p:nvSpPr>
        <p:spPr>
          <a:xfrm>
            <a:off x="11421233" y="6619875"/>
            <a:ext cx="746929" cy="2381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1pPr>
            <a:lvl2pPr marL="742950" indent="-28575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2pPr>
            <a:lvl3pPr marL="1143000" indent="-22860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3pPr>
            <a:lvl4pPr marL="1600200" indent="-22860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4pPr>
            <a:lvl5pPr marL="2057400" indent="-22860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5pPr>
            <a:lvl6pPr marL="25146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6pPr>
            <a:lvl7pPr marL="29718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7pPr>
            <a:lvl8pPr marL="34290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8pPr>
            <a:lvl9pPr marL="38862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9pPr>
          </a:lstStyle>
          <a:p>
            <a:pPr algn="r" eaLnBrk="1" hangingPunct="1"/>
            <a:fld id="{A6099D49-99EB-46B5-BBE2-692892430483}" type="slidenum">
              <a:rPr lang="en-US" altLang="fr-FR" sz="1200" smtClean="0">
                <a:solidFill>
                  <a:srgbClr val="000000"/>
                </a:solidFill>
              </a:rPr>
              <a:pPr algn="r" eaLnBrk="1" hangingPunct="1"/>
              <a:t>18</a:t>
            </a:fld>
            <a:endParaRPr lang="en-US" altLang="fr-FR" sz="1200" dirty="0">
              <a:solidFill>
                <a:srgbClr val="000000"/>
              </a:solidFill>
            </a:endParaRPr>
          </a:p>
        </p:txBody>
      </p:sp>
      <p:sp>
        <p:nvSpPr>
          <p:cNvPr id="4" name="Titre 3"/>
          <p:cNvSpPr>
            <a:spLocks noGrp="1"/>
          </p:cNvSpPr>
          <p:nvPr>
            <p:ph type="title"/>
          </p:nvPr>
        </p:nvSpPr>
        <p:spPr>
          <a:xfrm>
            <a:off x="394138" y="0"/>
            <a:ext cx="11027095" cy="685800"/>
          </a:xfrm>
        </p:spPr>
        <p:txBody>
          <a:bodyPr/>
          <a:lstStyle/>
          <a:p>
            <a:pPr>
              <a:lnSpc>
                <a:spcPct val="100000"/>
              </a:lnSpc>
            </a:pPr>
            <a:r>
              <a:rPr lang="fr-FR" sz="3200" spc="-100" dirty="0">
                <a:solidFill>
                  <a:srgbClr val="1F497D"/>
                </a:solidFill>
                <a:latin typeface="Cambria"/>
              </a:rPr>
              <a:t>Le management du switch</a:t>
            </a:r>
          </a:p>
        </p:txBody>
      </p:sp>
      <p:sp>
        <p:nvSpPr>
          <p:cNvPr id="5" name="Rectangle 4"/>
          <p:cNvSpPr/>
          <p:nvPr/>
        </p:nvSpPr>
        <p:spPr>
          <a:xfrm>
            <a:off x="132202" y="1013548"/>
            <a:ext cx="11289031" cy="5725389"/>
          </a:xfrm>
          <a:prstGeom prst="rect">
            <a:avLst/>
          </a:prstGeom>
          <a:noFill/>
          <a:ln w="38100">
            <a:gradFill>
              <a:gsLst>
                <a:gs pos="0">
                  <a:srgbClr val="000082"/>
                </a:gs>
                <a:gs pos="30000">
                  <a:srgbClr val="66008F"/>
                </a:gs>
                <a:gs pos="64999">
                  <a:srgbClr val="BA0066"/>
                </a:gs>
                <a:gs pos="89999">
                  <a:srgbClr val="FF0000"/>
                </a:gs>
                <a:gs pos="100000">
                  <a:srgbClr val="FF8200"/>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4" name="Rectangle à coins arrondis 1">
            <a:extLst>
              <a:ext uri="{FF2B5EF4-FFF2-40B4-BE49-F238E27FC236}">
                <a16:creationId xmlns:a16="http://schemas.microsoft.com/office/drawing/2014/main" id="{308AD588-9C53-4A9C-BFCF-5A0F8664F0BB}"/>
              </a:ext>
            </a:extLst>
          </p:cNvPr>
          <p:cNvSpPr/>
          <p:nvPr/>
        </p:nvSpPr>
        <p:spPr>
          <a:xfrm>
            <a:off x="500032" y="794254"/>
            <a:ext cx="10391375" cy="526726"/>
          </a:xfrm>
          <a:prstGeom prst="round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path path="circle">
              <a:fillToRect t="100000" r="100000"/>
            </a:path>
            <a:tileRect l="-100000" b="-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2800" spc="-100" dirty="0">
                <a:solidFill>
                  <a:srgbClr val="1F497D"/>
                </a:solidFill>
                <a:latin typeface="Cambria"/>
              </a:rPr>
              <a:t>L’adresse IP d’un switch</a:t>
            </a:r>
            <a:endParaRPr lang="fr-FR" altLang="fr-FR" sz="2800" spc="-100" dirty="0">
              <a:solidFill>
                <a:srgbClr val="1F497D"/>
              </a:solidFill>
              <a:latin typeface="Cambria"/>
            </a:endParaRPr>
          </a:p>
        </p:txBody>
      </p:sp>
      <p:cxnSp>
        <p:nvCxnSpPr>
          <p:cNvPr id="679" name="Connecteur droit 678">
            <a:extLst>
              <a:ext uri="{FF2B5EF4-FFF2-40B4-BE49-F238E27FC236}">
                <a16:creationId xmlns:a16="http://schemas.microsoft.com/office/drawing/2014/main" id="{AC6DD3EC-7BF1-4640-A4AD-0AB5D2D6334F}"/>
              </a:ext>
            </a:extLst>
          </p:cNvPr>
          <p:cNvCxnSpPr/>
          <p:nvPr/>
        </p:nvCxnSpPr>
        <p:spPr>
          <a:xfrm>
            <a:off x="641445" y="1132993"/>
            <a:ext cx="0" cy="5636994"/>
          </a:xfrm>
          <a:prstGeom prst="line">
            <a:avLst/>
          </a:prstGeom>
        </p:spPr>
        <p:style>
          <a:lnRef idx="1">
            <a:schemeClr val="accent1"/>
          </a:lnRef>
          <a:fillRef idx="0">
            <a:schemeClr val="accent1"/>
          </a:fillRef>
          <a:effectRef idx="0">
            <a:schemeClr val="accent1"/>
          </a:effectRef>
          <a:fontRef idx="minor">
            <a:schemeClr val="tx1"/>
          </a:fontRef>
        </p:style>
      </p:cxnSp>
      <p:sp>
        <p:nvSpPr>
          <p:cNvPr id="76" name="Line 2"/>
          <p:cNvSpPr>
            <a:spLocks noChangeShapeType="1"/>
          </p:cNvSpPr>
          <p:nvPr/>
        </p:nvSpPr>
        <p:spPr bwMode="auto">
          <a:xfrm>
            <a:off x="3466511" y="5310368"/>
            <a:ext cx="309562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77" name="Rectangle 4"/>
          <p:cNvSpPr txBox="1">
            <a:spLocks noChangeArrowheads="1"/>
          </p:cNvSpPr>
          <p:nvPr/>
        </p:nvSpPr>
        <p:spPr>
          <a:xfrm>
            <a:off x="641445" y="1320980"/>
            <a:ext cx="10249962" cy="4533900"/>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fr-FR" dirty="0"/>
              <a:t>Est-il </a:t>
            </a:r>
            <a:r>
              <a:rPr lang="fr-FR" dirty="0">
                <a:solidFill>
                  <a:srgbClr val="FF0000"/>
                </a:solidFill>
              </a:rPr>
              <a:t>obligatoire</a:t>
            </a:r>
            <a:r>
              <a:rPr lang="fr-FR" dirty="0"/>
              <a:t> de mettre une adresse IP sur un switch ?</a:t>
            </a:r>
          </a:p>
          <a:p>
            <a:r>
              <a:rPr lang="fr-FR" dirty="0">
                <a:solidFill>
                  <a:srgbClr val="FF0000"/>
                </a:solidFill>
              </a:rPr>
              <a:t>Sur quelle interface</a:t>
            </a:r>
            <a:r>
              <a:rPr lang="fr-FR" dirty="0"/>
              <a:t> configurer l’adresse IP ?</a:t>
            </a:r>
          </a:p>
          <a:p>
            <a:r>
              <a:rPr lang="fr-FR" dirty="0"/>
              <a:t>A quoi cette adresse peut-elle servir ?</a:t>
            </a:r>
          </a:p>
          <a:p>
            <a:pPr>
              <a:buFont typeface="Wingdings" pitchFamily="2" charset="2"/>
              <a:buNone/>
            </a:pPr>
            <a:endParaRPr lang="fr-FR" dirty="0"/>
          </a:p>
        </p:txBody>
      </p:sp>
      <p:sp>
        <p:nvSpPr>
          <p:cNvPr id="78" name="Line 5"/>
          <p:cNvSpPr>
            <a:spLocks noChangeShapeType="1"/>
          </p:cNvSpPr>
          <p:nvPr/>
        </p:nvSpPr>
        <p:spPr bwMode="auto">
          <a:xfrm>
            <a:off x="6293848" y="4373743"/>
            <a:ext cx="0" cy="6492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79" name="Line 6"/>
          <p:cNvSpPr>
            <a:spLocks noChangeShapeType="1"/>
          </p:cNvSpPr>
          <p:nvPr/>
        </p:nvSpPr>
        <p:spPr bwMode="auto">
          <a:xfrm>
            <a:off x="6346236" y="4373743"/>
            <a:ext cx="0" cy="6492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80" name="Line 7"/>
          <p:cNvSpPr>
            <a:spLocks noChangeShapeType="1"/>
          </p:cNvSpPr>
          <p:nvPr/>
        </p:nvSpPr>
        <p:spPr bwMode="auto">
          <a:xfrm>
            <a:off x="6398623" y="4373743"/>
            <a:ext cx="0" cy="6492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81" name="Line 8"/>
          <p:cNvSpPr>
            <a:spLocks noChangeShapeType="1"/>
          </p:cNvSpPr>
          <p:nvPr/>
        </p:nvSpPr>
        <p:spPr bwMode="auto">
          <a:xfrm>
            <a:off x="6451011" y="4373743"/>
            <a:ext cx="0" cy="6492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82" name="Line 9"/>
          <p:cNvSpPr>
            <a:spLocks noChangeShapeType="1"/>
          </p:cNvSpPr>
          <p:nvPr/>
        </p:nvSpPr>
        <p:spPr bwMode="auto">
          <a:xfrm>
            <a:off x="6503398" y="4373743"/>
            <a:ext cx="0" cy="6492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83" name="Line 10"/>
          <p:cNvSpPr>
            <a:spLocks noChangeShapeType="1"/>
          </p:cNvSpPr>
          <p:nvPr/>
        </p:nvSpPr>
        <p:spPr bwMode="auto">
          <a:xfrm>
            <a:off x="6555786" y="4373743"/>
            <a:ext cx="0" cy="6492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84" name="Line 11"/>
          <p:cNvSpPr>
            <a:spLocks noChangeShapeType="1"/>
          </p:cNvSpPr>
          <p:nvPr/>
        </p:nvSpPr>
        <p:spPr bwMode="auto">
          <a:xfrm>
            <a:off x="6608173" y="4373743"/>
            <a:ext cx="0" cy="6492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85" name="Line 12"/>
          <p:cNvSpPr>
            <a:spLocks noChangeShapeType="1"/>
          </p:cNvSpPr>
          <p:nvPr/>
        </p:nvSpPr>
        <p:spPr bwMode="auto">
          <a:xfrm>
            <a:off x="6660561" y="4373743"/>
            <a:ext cx="0" cy="6492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86" name="Line 13"/>
          <p:cNvSpPr>
            <a:spLocks noChangeShapeType="1"/>
          </p:cNvSpPr>
          <p:nvPr/>
        </p:nvSpPr>
        <p:spPr bwMode="auto">
          <a:xfrm>
            <a:off x="6712948" y="4373743"/>
            <a:ext cx="0" cy="6492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87" name="Line 14"/>
          <p:cNvSpPr>
            <a:spLocks noChangeShapeType="1"/>
          </p:cNvSpPr>
          <p:nvPr/>
        </p:nvSpPr>
        <p:spPr bwMode="auto">
          <a:xfrm>
            <a:off x="6765336" y="4373743"/>
            <a:ext cx="0" cy="6492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88" name="Line 15"/>
          <p:cNvSpPr>
            <a:spLocks noChangeShapeType="1"/>
          </p:cNvSpPr>
          <p:nvPr/>
        </p:nvSpPr>
        <p:spPr bwMode="auto">
          <a:xfrm>
            <a:off x="6817723" y="4373743"/>
            <a:ext cx="0" cy="6492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89" name="Line 16"/>
          <p:cNvSpPr>
            <a:spLocks noChangeShapeType="1"/>
          </p:cNvSpPr>
          <p:nvPr/>
        </p:nvSpPr>
        <p:spPr bwMode="auto">
          <a:xfrm>
            <a:off x="6870111" y="4373743"/>
            <a:ext cx="0" cy="6492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90" name="Line 17"/>
          <p:cNvSpPr>
            <a:spLocks noChangeShapeType="1"/>
          </p:cNvSpPr>
          <p:nvPr/>
        </p:nvSpPr>
        <p:spPr bwMode="auto">
          <a:xfrm>
            <a:off x="6922498" y="4373743"/>
            <a:ext cx="0" cy="6492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91" name="Line 18"/>
          <p:cNvSpPr>
            <a:spLocks noChangeShapeType="1"/>
          </p:cNvSpPr>
          <p:nvPr/>
        </p:nvSpPr>
        <p:spPr bwMode="auto">
          <a:xfrm>
            <a:off x="6974886" y="4373743"/>
            <a:ext cx="0" cy="6492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92" name="Line 19"/>
          <p:cNvSpPr>
            <a:spLocks noChangeShapeType="1"/>
          </p:cNvSpPr>
          <p:nvPr/>
        </p:nvSpPr>
        <p:spPr bwMode="auto">
          <a:xfrm>
            <a:off x="7027273" y="4373743"/>
            <a:ext cx="0" cy="6492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93" name="Line 20"/>
          <p:cNvSpPr>
            <a:spLocks noChangeShapeType="1"/>
          </p:cNvSpPr>
          <p:nvPr/>
        </p:nvSpPr>
        <p:spPr bwMode="auto">
          <a:xfrm>
            <a:off x="7079661" y="4373743"/>
            <a:ext cx="0" cy="6492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94" name="Line 21"/>
          <p:cNvSpPr>
            <a:spLocks noChangeShapeType="1"/>
          </p:cNvSpPr>
          <p:nvPr/>
        </p:nvSpPr>
        <p:spPr bwMode="auto">
          <a:xfrm>
            <a:off x="7132048" y="4373743"/>
            <a:ext cx="0" cy="6492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95" name="Line 22"/>
          <p:cNvSpPr>
            <a:spLocks noChangeShapeType="1"/>
          </p:cNvSpPr>
          <p:nvPr/>
        </p:nvSpPr>
        <p:spPr bwMode="auto">
          <a:xfrm>
            <a:off x="7184436" y="4373743"/>
            <a:ext cx="0" cy="6492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96" name="Line 23"/>
          <p:cNvSpPr>
            <a:spLocks noChangeShapeType="1"/>
          </p:cNvSpPr>
          <p:nvPr/>
        </p:nvSpPr>
        <p:spPr bwMode="auto">
          <a:xfrm>
            <a:off x="7236823" y="4373743"/>
            <a:ext cx="0" cy="6492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97" name="Line 24"/>
          <p:cNvSpPr>
            <a:spLocks noChangeShapeType="1"/>
          </p:cNvSpPr>
          <p:nvPr/>
        </p:nvSpPr>
        <p:spPr bwMode="auto">
          <a:xfrm>
            <a:off x="7289211" y="4373743"/>
            <a:ext cx="0" cy="6492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98" name="Line 25"/>
          <p:cNvSpPr>
            <a:spLocks noChangeShapeType="1"/>
          </p:cNvSpPr>
          <p:nvPr/>
        </p:nvSpPr>
        <p:spPr bwMode="auto">
          <a:xfrm>
            <a:off x="7341598" y="4373743"/>
            <a:ext cx="0" cy="6492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99" name="Line 26"/>
          <p:cNvSpPr>
            <a:spLocks noChangeShapeType="1"/>
          </p:cNvSpPr>
          <p:nvPr/>
        </p:nvSpPr>
        <p:spPr bwMode="auto">
          <a:xfrm>
            <a:off x="7393986" y="4373743"/>
            <a:ext cx="0" cy="6492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100" name="Line 27"/>
          <p:cNvSpPr>
            <a:spLocks noChangeShapeType="1"/>
          </p:cNvSpPr>
          <p:nvPr/>
        </p:nvSpPr>
        <p:spPr bwMode="auto">
          <a:xfrm>
            <a:off x="7446373" y="4373743"/>
            <a:ext cx="0" cy="6492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101" name="Line 28"/>
          <p:cNvSpPr>
            <a:spLocks noChangeShapeType="1"/>
          </p:cNvSpPr>
          <p:nvPr/>
        </p:nvSpPr>
        <p:spPr bwMode="auto">
          <a:xfrm>
            <a:off x="7498761" y="4373743"/>
            <a:ext cx="0" cy="6492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grpSp>
        <p:nvGrpSpPr>
          <p:cNvPr id="102" name="Group 29"/>
          <p:cNvGrpSpPr>
            <a:grpSpLocks noChangeAspect="1"/>
          </p:cNvGrpSpPr>
          <p:nvPr/>
        </p:nvGrpSpPr>
        <p:grpSpPr bwMode="auto">
          <a:xfrm>
            <a:off x="5698536" y="4878568"/>
            <a:ext cx="2017712" cy="863600"/>
            <a:chOff x="2835" y="1389"/>
            <a:chExt cx="1316" cy="563"/>
          </a:xfrm>
        </p:grpSpPr>
        <p:sp>
          <p:nvSpPr>
            <p:cNvPr id="103" name="AutoShape 30"/>
            <p:cNvSpPr>
              <a:spLocks noChangeAspect="1" noChangeArrowheads="1" noTextEdit="1"/>
            </p:cNvSpPr>
            <p:nvPr/>
          </p:nvSpPr>
          <p:spPr bwMode="auto">
            <a:xfrm>
              <a:off x="2835" y="1389"/>
              <a:ext cx="1316" cy="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04" name="Rectangle 31"/>
            <p:cNvSpPr>
              <a:spLocks noChangeAspect="1" noChangeArrowheads="1"/>
            </p:cNvSpPr>
            <p:nvPr/>
          </p:nvSpPr>
          <p:spPr bwMode="auto">
            <a:xfrm>
              <a:off x="2835" y="1689"/>
              <a:ext cx="998" cy="254"/>
            </a:xfrm>
            <a:prstGeom prst="rect">
              <a:avLst/>
            </a:prstGeom>
            <a:solidFill>
              <a:srgbClr val="0096D5"/>
            </a:solidFill>
            <a:ln w="12700">
              <a:solidFill>
                <a:schemeClr val="tx1"/>
              </a:solidFill>
              <a:miter lim="800000"/>
              <a:headEnd/>
              <a:tailEnd/>
            </a:ln>
          </p:spPr>
          <p:txBody>
            <a:bodyPr/>
            <a:lstStyle/>
            <a:p>
              <a:endParaRPr lang="fr-FR"/>
            </a:p>
          </p:txBody>
        </p:sp>
        <p:sp>
          <p:nvSpPr>
            <p:cNvPr id="105" name="Rectangle 32"/>
            <p:cNvSpPr>
              <a:spLocks noChangeAspect="1" noChangeArrowheads="1"/>
            </p:cNvSpPr>
            <p:nvPr/>
          </p:nvSpPr>
          <p:spPr bwMode="auto">
            <a:xfrm>
              <a:off x="2839" y="1693"/>
              <a:ext cx="990" cy="246"/>
            </a:xfrm>
            <a:prstGeom prst="rect">
              <a:avLst/>
            </a:prstGeom>
            <a:gradFill rotWithShape="1">
              <a:gsLst>
                <a:gs pos="0">
                  <a:srgbClr val="66FFCC"/>
                </a:gs>
                <a:gs pos="100000">
                  <a:srgbClr val="66FFCC">
                    <a:gamma/>
                    <a:shade val="76078"/>
                    <a:invGamma/>
                  </a:srgbClr>
                </a:gs>
              </a:gsLst>
              <a:lin ang="5400000" scaled="1"/>
            </a:gradFill>
            <a:ln w="12700">
              <a:solidFill>
                <a:srgbClr val="009999"/>
              </a:solidFill>
              <a:miter lim="800000"/>
              <a:headEnd/>
              <a:tailEnd/>
            </a:ln>
          </p:spPr>
          <p:txBody>
            <a:bodyPr/>
            <a:lstStyle/>
            <a:p>
              <a:endParaRPr lang="fr-FR"/>
            </a:p>
          </p:txBody>
        </p:sp>
        <p:sp>
          <p:nvSpPr>
            <p:cNvPr id="106" name="Freeform 33"/>
            <p:cNvSpPr>
              <a:spLocks noChangeAspect="1"/>
            </p:cNvSpPr>
            <p:nvPr/>
          </p:nvSpPr>
          <p:spPr bwMode="auto">
            <a:xfrm>
              <a:off x="3833" y="1389"/>
              <a:ext cx="309" cy="554"/>
            </a:xfrm>
            <a:custGeom>
              <a:avLst/>
              <a:gdLst>
                <a:gd name="T0" fmla="*/ 0 w 755"/>
                <a:gd name="T1" fmla="*/ 733 h 1355"/>
                <a:gd name="T2" fmla="*/ 755 w 755"/>
                <a:gd name="T3" fmla="*/ 0 h 1355"/>
                <a:gd name="T4" fmla="*/ 755 w 755"/>
                <a:gd name="T5" fmla="*/ 622 h 1355"/>
                <a:gd name="T6" fmla="*/ 0 w 755"/>
                <a:gd name="T7" fmla="*/ 1355 h 1355"/>
                <a:gd name="T8" fmla="*/ 0 w 755"/>
                <a:gd name="T9" fmla="*/ 733 h 1355"/>
              </a:gdLst>
              <a:ahLst/>
              <a:cxnLst>
                <a:cxn ang="0">
                  <a:pos x="T0" y="T1"/>
                </a:cxn>
                <a:cxn ang="0">
                  <a:pos x="T2" y="T3"/>
                </a:cxn>
                <a:cxn ang="0">
                  <a:pos x="T4" y="T5"/>
                </a:cxn>
                <a:cxn ang="0">
                  <a:pos x="T6" y="T7"/>
                </a:cxn>
                <a:cxn ang="0">
                  <a:pos x="T8" y="T9"/>
                </a:cxn>
              </a:cxnLst>
              <a:rect l="0" t="0" r="r" b="b"/>
              <a:pathLst>
                <a:path w="755" h="1355">
                  <a:moveTo>
                    <a:pt x="0" y="733"/>
                  </a:moveTo>
                  <a:lnTo>
                    <a:pt x="755" y="0"/>
                  </a:lnTo>
                  <a:lnTo>
                    <a:pt x="755" y="622"/>
                  </a:lnTo>
                  <a:lnTo>
                    <a:pt x="0" y="1355"/>
                  </a:lnTo>
                  <a:lnTo>
                    <a:pt x="0" y="733"/>
                  </a:lnTo>
                  <a:close/>
                </a:path>
              </a:pathLst>
            </a:custGeom>
            <a:solidFill>
              <a:srgbClr val="005A80"/>
            </a:solidFill>
            <a:ln w="12700" cmpd="sng">
              <a:solidFill>
                <a:schemeClr val="tx1"/>
              </a:solidFill>
              <a:round/>
              <a:headEnd/>
              <a:tailEnd/>
            </a:ln>
          </p:spPr>
          <p:txBody>
            <a:bodyPr/>
            <a:lstStyle/>
            <a:p>
              <a:endParaRPr lang="fr-FR"/>
            </a:p>
          </p:txBody>
        </p:sp>
        <p:sp>
          <p:nvSpPr>
            <p:cNvPr id="108" name="Freeform 34"/>
            <p:cNvSpPr>
              <a:spLocks noChangeAspect="1"/>
            </p:cNvSpPr>
            <p:nvPr/>
          </p:nvSpPr>
          <p:spPr bwMode="auto">
            <a:xfrm>
              <a:off x="3833" y="1389"/>
              <a:ext cx="309" cy="554"/>
            </a:xfrm>
            <a:custGeom>
              <a:avLst/>
              <a:gdLst>
                <a:gd name="T0" fmla="*/ 0 w 755"/>
                <a:gd name="T1" fmla="*/ 733 h 1355"/>
                <a:gd name="T2" fmla="*/ 755 w 755"/>
                <a:gd name="T3" fmla="*/ 0 h 1355"/>
                <a:gd name="T4" fmla="*/ 755 w 755"/>
                <a:gd name="T5" fmla="*/ 622 h 1355"/>
                <a:gd name="T6" fmla="*/ 0 w 755"/>
                <a:gd name="T7" fmla="*/ 1355 h 1355"/>
                <a:gd name="T8" fmla="*/ 0 w 755"/>
                <a:gd name="T9" fmla="*/ 733 h 1355"/>
              </a:gdLst>
              <a:ahLst/>
              <a:cxnLst>
                <a:cxn ang="0">
                  <a:pos x="T0" y="T1"/>
                </a:cxn>
                <a:cxn ang="0">
                  <a:pos x="T2" y="T3"/>
                </a:cxn>
                <a:cxn ang="0">
                  <a:pos x="T4" y="T5"/>
                </a:cxn>
                <a:cxn ang="0">
                  <a:pos x="T6" y="T7"/>
                </a:cxn>
                <a:cxn ang="0">
                  <a:pos x="T8" y="T9"/>
                </a:cxn>
              </a:cxnLst>
              <a:rect l="0" t="0" r="r" b="b"/>
              <a:pathLst>
                <a:path w="755" h="1355">
                  <a:moveTo>
                    <a:pt x="0" y="733"/>
                  </a:moveTo>
                  <a:lnTo>
                    <a:pt x="755" y="0"/>
                  </a:lnTo>
                  <a:lnTo>
                    <a:pt x="755" y="622"/>
                  </a:lnTo>
                  <a:lnTo>
                    <a:pt x="0" y="1355"/>
                  </a:lnTo>
                  <a:lnTo>
                    <a:pt x="0" y="733"/>
                  </a:lnTo>
                  <a:close/>
                </a:path>
              </a:pathLst>
            </a:custGeom>
            <a:gradFill rotWithShape="1">
              <a:gsLst>
                <a:gs pos="0">
                  <a:srgbClr val="66FFCC"/>
                </a:gs>
                <a:gs pos="100000">
                  <a:srgbClr val="66FFCC">
                    <a:gamma/>
                    <a:shade val="66275"/>
                    <a:invGamma/>
                  </a:srgbClr>
                </a:gs>
              </a:gsLst>
              <a:lin ang="2700000" scaled="1"/>
            </a:gradFill>
            <a:ln w="12700" cmpd="sng">
              <a:solidFill>
                <a:srgbClr val="009999"/>
              </a:solidFill>
              <a:prstDash val="solid"/>
              <a:round/>
              <a:headEnd/>
              <a:tailEnd/>
            </a:ln>
          </p:spPr>
          <p:txBody>
            <a:bodyPr/>
            <a:lstStyle/>
            <a:p>
              <a:endParaRPr lang="fr-FR"/>
            </a:p>
          </p:txBody>
        </p:sp>
        <p:sp>
          <p:nvSpPr>
            <p:cNvPr id="109" name="Freeform 35"/>
            <p:cNvSpPr>
              <a:spLocks noChangeAspect="1"/>
            </p:cNvSpPr>
            <p:nvPr/>
          </p:nvSpPr>
          <p:spPr bwMode="auto">
            <a:xfrm>
              <a:off x="2835" y="1389"/>
              <a:ext cx="1307" cy="300"/>
            </a:xfrm>
            <a:custGeom>
              <a:avLst/>
              <a:gdLst>
                <a:gd name="T0" fmla="*/ 2443 w 3198"/>
                <a:gd name="T1" fmla="*/ 733 h 733"/>
                <a:gd name="T2" fmla="*/ 3198 w 3198"/>
                <a:gd name="T3" fmla="*/ 0 h 733"/>
                <a:gd name="T4" fmla="*/ 755 w 3198"/>
                <a:gd name="T5" fmla="*/ 0 h 733"/>
                <a:gd name="T6" fmla="*/ 0 w 3198"/>
                <a:gd name="T7" fmla="*/ 733 h 733"/>
                <a:gd name="T8" fmla="*/ 2443 w 3198"/>
                <a:gd name="T9" fmla="*/ 733 h 733"/>
              </a:gdLst>
              <a:ahLst/>
              <a:cxnLst>
                <a:cxn ang="0">
                  <a:pos x="T0" y="T1"/>
                </a:cxn>
                <a:cxn ang="0">
                  <a:pos x="T2" y="T3"/>
                </a:cxn>
                <a:cxn ang="0">
                  <a:pos x="T4" y="T5"/>
                </a:cxn>
                <a:cxn ang="0">
                  <a:pos x="T6" y="T7"/>
                </a:cxn>
                <a:cxn ang="0">
                  <a:pos x="T8" y="T9"/>
                </a:cxn>
              </a:cxnLst>
              <a:rect l="0" t="0" r="r" b="b"/>
              <a:pathLst>
                <a:path w="3198" h="733">
                  <a:moveTo>
                    <a:pt x="2443" y="733"/>
                  </a:moveTo>
                  <a:lnTo>
                    <a:pt x="3198" y="0"/>
                  </a:lnTo>
                  <a:lnTo>
                    <a:pt x="755" y="0"/>
                  </a:lnTo>
                  <a:lnTo>
                    <a:pt x="0" y="733"/>
                  </a:lnTo>
                  <a:lnTo>
                    <a:pt x="2443" y="733"/>
                  </a:lnTo>
                  <a:close/>
                </a:path>
              </a:pathLst>
            </a:custGeom>
            <a:solidFill>
              <a:srgbClr val="00B4FF"/>
            </a:solidFill>
            <a:ln w="12700" cmpd="sng">
              <a:solidFill>
                <a:schemeClr val="tx1"/>
              </a:solidFill>
              <a:round/>
              <a:headEnd/>
              <a:tailEnd/>
            </a:ln>
          </p:spPr>
          <p:txBody>
            <a:bodyPr/>
            <a:lstStyle/>
            <a:p>
              <a:endParaRPr lang="fr-FR"/>
            </a:p>
          </p:txBody>
        </p:sp>
        <p:sp>
          <p:nvSpPr>
            <p:cNvPr id="110" name="Freeform 36"/>
            <p:cNvSpPr>
              <a:spLocks noChangeAspect="1"/>
            </p:cNvSpPr>
            <p:nvPr/>
          </p:nvSpPr>
          <p:spPr bwMode="auto">
            <a:xfrm>
              <a:off x="2835" y="1389"/>
              <a:ext cx="1307" cy="300"/>
            </a:xfrm>
            <a:custGeom>
              <a:avLst/>
              <a:gdLst>
                <a:gd name="T0" fmla="*/ 2443 w 3198"/>
                <a:gd name="T1" fmla="*/ 733 h 733"/>
                <a:gd name="T2" fmla="*/ 3198 w 3198"/>
                <a:gd name="T3" fmla="*/ 0 h 733"/>
                <a:gd name="T4" fmla="*/ 755 w 3198"/>
                <a:gd name="T5" fmla="*/ 0 h 733"/>
                <a:gd name="T6" fmla="*/ 0 w 3198"/>
                <a:gd name="T7" fmla="*/ 733 h 733"/>
                <a:gd name="T8" fmla="*/ 2443 w 3198"/>
                <a:gd name="T9" fmla="*/ 733 h 733"/>
              </a:gdLst>
              <a:ahLst/>
              <a:cxnLst>
                <a:cxn ang="0">
                  <a:pos x="T0" y="T1"/>
                </a:cxn>
                <a:cxn ang="0">
                  <a:pos x="T2" y="T3"/>
                </a:cxn>
                <a:cxn ang="0">
                  <a:pos x="T4" y="T5"/>
                </a:cxn>
                <a:cxn ang="0">
                  <a:pos x="T6" y="T7"/>
                </a:cxn>
                <a:cxn ang="0">
                  <a:pos x="T8" y="T9"/>
                </a:cxn>
              </a:cxnLst>
              <a:rect l="0" t="0" r="r" b="b"/>
              <a:pathLst>
                <a:path w="3198" h="733">
                  <a:moveTo>
                    <a:pt x="2443" y="733"/>
                  </a:moveTo>
                  <a:lnTo>
                    <a:pt x="3198" y="0"/>
                  </a:lnTo>
                  <a:lnTo>
                    <a:pt x="755" y="0"/>
                  </a:lnTo>
                  <a:lnTo>
                    <a:pt x="0" y="733"/>
                  </a:lnTo>
                  <a:lnTo>
                    <a:pt x="2443" y="733"/>
                  </a:lnTo>
                  <a:close/>
                </a:path>
              </a:pathLst>
            </a:custGeom>
            <a:solidFill>
              <a:srgbClr val="66FFCC"/>
            </a:solidFill>
            <a:ln w="12700" cmpd="sng">
              <a:solidFill>
                <a:srgbClr val="009999"/>
              </a:solidFill>
              <a:prstDash val="solid"/>
              <a:round/>
              <a:headEnd/>
              <a:tailEnd/>
            </a:ln>
          </p:spPr>
          <p:txBody>
            <a:bodyPr/>
            <a:lstStyle/>
            <a:p>
              <a:endParaRPr lang="fr-FR"/>
            </a:p>
          </p:txBody>
        </p:sp>
        <p:grpSp>
          <p:nvGrpSpPr>
            <p:cNvPr id="111" name="Group 37"/>
            <p:cNvGrpSpPr>
              <a:grpSpLocks noChangeAspect="1"/>
            </p:cNvGrpSpPr>
            <p:nvPr/>
          </p:nvGrpSpPr>
          <p:grpSpPr bwMode="auto">
            <a:xfrm>
              <a:off x="2980" y="1418"/>
              <a:ext cx="999" cy="264"/>
              <a:chOff x="513" y="95"/>
              <a:chExt cx="2443" cy="644"/>
            </a:xfrm>
          </p:grpSpPr>
          <p:sp>
            <p:nvSpPr>
              <p:cNvPr id="126" name="Freeform 38"/>
              <p:cNvSpPr>
                <a:spLocks noChangeAspect="1"/>
              </p:cNvSpPr>
              <p:nvPr/>
            </p:nvSpPr>
            <p:spPr bwMode="auto">
              <a:xfrm>
                <a:off x="1601" y="406"/>
                <a:ext cx="1044" cy="244"/>
              </a:xfrm>
              <a:custGeom>
                <a:avLst/>
                <a:gdLst>
                  <a:gd name="T0" fmla="*/ 89 w 1044"/>
                  <a:gd name="T1" fmla="*/ 45 h 244"/>
                  <a:gd name="T2" fmla="*/ 0 w 1044"/>
                  <a:gd name="T3" fmla="*/ 133 h 244"/>
                  <a:gd name="T4" fmla="*/ 622 w 1044"/>
                  <a:gd name="T5" fmla="*/ 133 h 244"/>
                  <a:gd name="T6" fmla="*/ 533 w 1044"/>
                  <a:gd name="T7" fmla="*/ 244 h 244"/>
                  <a:gd name="T8" fmla="*/ 1044 w 1044"/>
                  <a:gd name="T9" fmla="*/ 111 h 244"/>
                  <a:gd name="T10" fmla="*/ 778 w 1044"/>
                  <a:gd name="T11" fmla="*/ 0 h 244"/>
                  <a:gd name="T12" fmla="*/ 711 w 1044"/>
                  <a:gd name="T13" fmla="*/ 45 h 244"/>
                  <a:gd name="T14" fmla="*/ 89 w 1044"/>
                  <a:gd name="T15" fmla="*/ 45 h 2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4" h="244">
                    <a:moveTo>
                      <a:pt x="89" y="45"/>
                    </a:moveTo>
                    <a:lnTo>
                      <a:pt x="0" y="133"/>
                    </a:lnTo>
                    <a:lnTo>
                      <a:pt x="622" y="133"/>
                    </a:lnTo>
                    <a:lnTo>
                      <a:pt x="533" y="244"/>
                    </a:lnTo>
                    <a:lnTo>
                      <a:pt x="1044" y="111"/>
                    </a:lnTo>
                    <a:lnTo>
                      <a:pt x="778" y="0"/>
                    </a:lnTo>
                    <a:lnTo>
                      <a:pt x="711" y="45"/>
                    </a:lnTo>
                    <a:lnTo>
                      <a:pt x="89" y="45"/>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27" name="Freeform 39"/>
              <p:cNvSpPr>
                <a:spLocks noChangeAspect="1"/>
              </p:cNvSpPr>
              <p:nvPr/>
            </p:nvSpPr>
            <p:spPr bwMode="auto">
              <a:xfrm>
                <a:off x="1601" y="406"/>
                <a:ext cx="1044" cy="244"/>
              </a:xfrm>
              <a:custGeom>
                <a:avLst/>
                <a:gdLst>
                  <a:gd name="T0" fmla="*/ 89 w 1044"/>
                  <a:gd name="T1" fmla="*/ 45 h 244"/>
                  <a:gd name="T2" fmla="*/ 0 w 1044"/>
                  <a:gd name="T3" fmla="*/ 133 h 244"/>
                  <a:gd name="T4" fmla="*/ 622 w 1044"/>
                  <a:gd name="T5" fmla="*/ 133 h 244"/>
                  <a:gd name="T6" fmla="*/ 533 w 1044"/>
                  <a:gd name="T7" fmla="*/ 244 h 244"/>
                  <a:gd name="T8" fmla="*/ 1044 w 1044"/>
                  <a:gd name="T9" fmla="*/ 111 h 244"/>
                  <a:gd name="T10" fmla="*/ 778 w 1044"/>
                  <a:gd name="T11" fmla="*/ 0 h 244"/>
                  <a:gd name="T12" fmla="*/ 711 w 1044"/>
                  <a:gd name="T13" fmla="*/ 45 h 244"/>
                  <a:gd name="T14" fmla="*/ 89 w 1044"/>
                  <a:gd name="T15" fmla="*/ 45 h 2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4" h="244">
                    <a:moveTo>
                      <a:pt x="89" y="45"/>
                    </a:moveTo>
                    <a:lnTo>
                      <a:pt x="0" y="133"/>
                    </a:lnTo>
                    <a:lnTo>
                      <a:pt x="622" y="133"/>
                    </a:lnTo>
                    <a:lnTo>
                      <a:pt x="533" y="244"/>
                    </a:lnTo>
                    <a:lnTo>
                      <a:pt x="1044" y="111"/>
                    </a:lnTo>
                    <a:lnTo>
                      <a:pt x="778" y="0"/>
                    </a:lnTo>
                    <a:lnTo>
                      <a:pt x="711" y="45"/>
                    </a:lnTo>
                    <a:lnTo>
                      <a:pt x="89" y="45"/>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28" name="Freeform 40"/>
              <p:cNvSpPr>
                <a:spLocks noChangeAspect="1"/>
              </p:cNvSpPr>
              <p:nvPr/>
            </p:nvSpPr>
            <p:spPr bwMode="auto">
              <a:xfrm>
                <a:off x="1912" y="95"/>
                <a:ext cx="1044" cy="267"/>
              </a:xfrm>
              <a:custGeom>
                <a:avLst/>
                <a:gdLst>
                  <a:gd name="T0" fmla="*/ 89 w 1044"/>
                  <a:gd name="T1" fmla="*/ 67 h 267"/>
                  <a:gd name="T2" fmla="*/ 0 w 1044"/>
                  <a:gd name="T3" fmla="*/ 156 h 267"/>
                  <a:gd name="T4" fmla="*/ 622 w 1044"/>
                  <a:gd name="T5" fmla="*/ 156 h 267"/>
                  <a:gd name="T6" fmla="*/ 511 w 1044"/>
                  <a:gd name="T7" fmla="*/ 267 h 267"/>
                  <a:gd name="T8" fmla="*/ 1044 w 1044"/>
                  <a:gd name="T9" fmla="*/ 111 h 267"/>
                  <a:gd name="T10" fmla="*/ 755 w 1044"/>
                  <a:gd name="T11" fmla="*/ 0 h 267"/>
                  <a:gd name="T12" fmla="*/ 711 w 1044"/>
                  <a:gd name="T13" fmla="*/ 67 h 267"/>
                  <a:gd name="T14" fmla="*/ 89 w 1044"/>
                  <a:gd name="T15" fmla="*/ 67 h 2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4" h="267">
                    <a:moveTo>
                      <a:pt x="89" y="67"/>
                    </a:moveTo>
                    <a:lnTo>
                      <a:pt x="0" y="156"/>
                    </a:lnTo>
                    <a:lnTo>
                      <a:pt x="622" y="156"/>
                    </a:lnTo>
                    <a:lnTo>
                      <a:pt x="511" y="267"/>
                    </a:lnTo>
                    <a:lnTo>
                      <a:pt x="1044" y="111"/>
                    </a:lnTo>
                    <a:lnTo>
                      <a:pt x="755" y="0"/>
                    </a:lnTo>
                    <a:lnTo>
                      <a:pt x="711" y="67"/>
                    </a:lnTo>
                    <a:lnTo>
                      <a:pt x="89" y="6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29" name="Freeform 41"/>
              <p:cNvSpPr>
                <a:spLocks noChangeAspect="1"/>
              </p:cNvSpPr>
              <p:nvPr/>
            </p:nvSpPr>
            <p:spPr bwMode="auto">
              <a:xfrm>
                <a:off x="1912" y="95"/>
                <a:ext cx="1044" cy="267"/>
              </a:xfrm>
              <a:custGeom>
                <a:avLst/>
                <a:gdLst>
                  <a:gd name="T0" fmla="*/ 89 w 1044"/>
                  <a:gd name="T1" fmla="*/ 67 h 267"/>
                  <a:gd name="T2" fmla="*/ 0 w 1044"/>
                  <a:gd name="T3" fmla="*/ 156 h 267"/>
                  <a:gd name="T4" fmla="*/ 622 w 1044"/>
                  <a:gd name="T5" fmla="*/ 156 h 267"/>
                  <a:gd name="T6" fmla="*/ 511 w 1044"/>
                  <a:gd name="T7" fmla="*/ 267 h 267"/>
                  <a:gd name="T8" fmla="*/ 1044 w 1044"/>
                  <a:gd name="T9" fmla="*/ 111 h 267"/>
                  <a:gd name="T10" fmla="*/ 755 w 1044"/>
                  <a:gd name="T11" fmla="*/ 0 h 267"/>
                  <a:gd name="T12" fmla="*/ 711 w 1044"/>
                  <a:gd name="T13" fmla="*/ 67 h 267"/>
                  <a:gd name="T14" fmla="*/ 89 w 1044"/>
                  <a:gd name="T15" fmla="*/ 67 h 2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4" h="267">
                    <a:moveTo>
                      <a:pt x="89" y="67"/>
                    </a:moveTo>
                    <a:lnTo>
                      <a:pt x="0" y="156"/>
                    </a:lnTo>
                    <a:lnTo>
                      <a:pt x="622" y="156"/>
                    </a:lnTo>
                    <a:lnTo>
                      <a:pt x="511" y="267"/>
                    </a:lnTo>
                    <a:lnTo>
                      <a:pt x="1044" y="111"/>
                    </a:lnTo>
                    <a:lnTo>
                      <a:pt x="755" y="0"/>
                    </a:lnTo>
                    <a:lnTo>
                      <a:pt x="711" y="67"/>
                    </a:lnTo>
                    <a:lnTo>
                      <a:pt x="89" y="6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30" name="Freeform 42"/>
              <p:cNvSpPr>
                <a:spLocks noChangeAspect="1"/>
              </p:cNvSpPr>
              <p:nvPr/>
            </p:nvSpPr>
            <p:spPr bwMode="auto">
              <a:xfrm>
                <a:off x="513" y="495"/>
                <a:ext cx="1044" cy="244"/>
              </a:xfrm>
              <a:custGeom>
                <a:avLst/>
                <a:gdLst>
                  <a:gd name="T0" fmla="*/ 955 w 1044"/>
                  <a:gd name="T1" fmla="*/ 200 h 244"/>
                  <a:gd name="T2" fmla="*/ 1044 w 1044"/>
                  <a:gd name="T3" fmla="*/ 111 h 244"/>
                  <a:gd name="T4" fmla="*/ 400 w 1044"/>
                  <a:gd name="T5" fmla="*/ 111 h 244"/>
                  <a:gd name="T6" fmla="*/ 511 w 1044"/>
                  <a:gd name="T7" fmla="*/ 0 h 244"/>
                  <a:gd name="T8" fmla="*/ 0 w 1044"/>
                  <a:gd name="T9" fmla="*/ 133 h 244"/>
                  <a:gd name="T10" fmla="*/ 267 w 1044"/>
                  <a:gd name="T11" fmla="*/ 244 h 244"/>
                  <a:gd name="T12" fmla="*/ 311 w 1044"/>
                  <a:gd name="T13" fmla="*/ 200 h 244"/>
                  <a:gd name="T14" fmla="*/ 955 w 1044"/>
                  <a:gd name="T15" fmla="*/ 200 h 2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4" h="244">
                    <a:moveTo>
                      <a:pt x="955" y="200"/>
                    </a:moveTo>
                    <a:lnTo>
                      <a:pt x="1044" y="111"/>
                    </a:lnTo>
                    <a:lnTo>
                      <a:pt x="400" y="111"/>
                    </a:lnTo>
                    <a:lnTo>
                      <a:pt x="511" y="0"/>
                    </a:lnTo>
                    <a:lnTo>
                      <a:pt x="0" y="133"/>
                    </a:lnTo>
                    <a:lnTo>
                      <a:pt x="267" y="244"/>
                    </a:lnTo>
                    <a:lnTo>
                      <a:pt x="311" y="200"/>
                    </a:lnTo>
                    <a:lnTo>
                      <a:pt x="955" y="20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31" name="Freeform 43"/>
              <p:cNvSpPr>
                <a:spLocks noChangeAspect="1"/>
              </p:cNvSpPr>
              <p:nvPr/>
            </p:nvSpPr>
            <p:spPr bwMode="auto">
              <a:xfrm>
                <a:off x="513" y="495"/>
                <a:ext cx="1044" cy="244"/>
              </a:xfrm>
              <a:custGeom>
                <a:avLst/>
                <a:gdLst>
                  <a:gd name="T0" fmla="*/ 955 w 1044"/>
                  <a:gd name="T1" fmla="*/ 200 h 244"/>
                  <a:gd name="T2" fmla="*/ 1044 w 1044"/>
                  <a:gd name="T3" fmla="*/ 111 h 244"/>
                  <a:gd name="T4" fmla="*/ 400 w 1044"/>
                  <a:gd name="T5" fmla="*/ 111 h 244"/>
                  <a:gd name="T6" fmla="*/ 511 w 1044"/>
                  <a:gd name="T7" fmla="*/ 0 h 244"/>
                  <a:gd name="T8" fmla="*/ 0 w 1044"/>
                  <a:gd name="T9" fmla="*/ 133 h 244"/>
                  <a:gd name="T10" fmla="*/ 267 w 1044"/>
                  <a:gd name="T11" fmla="*/ 244 h 244"/>
                  <a:gd name="T12" fmla="*/ 311 w 1044"/>
                  <a:gd name="T13" fmla="*/ 200 h 244"/>
                  <a:gd name="T14" fmla="*/ 955 w 1044"/>
                  <a:gd name="T15" fmla="*/ 200 h 2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4" h="244">
                    <a:moveTo>
                      <a:pt x="955" y="200"/>
                    </a:moveTo>
                    <a:lnTo>
                      <a:pt x="1044" y="111"/>
                    </a:lnTo>
                    <a:lnTo>
                      <a:pt x="400" y="111"/>
                    </a:lnTo>
                    <a:lnTo>
                      <a:pt x="511" y="0"/>
                    </a:lnTo>
                    <a:lnTo>
                      <a:pt x="0" y="133"/>
                    </a:lnTo>
                    <a:lnTo>
                      <a:pt x="267" y="244"/>
                    </a:lnTo>
                    <a:lnTo>
                      <a:pt x="311" y="200"/>
                    </a:lnTo>
                    <a:lnTo>
                      <a:pt x="955" y="20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32" name="Freeform 44"/>
              <p:cNvSpPr>
                <a:spLocks noChangeAspect="1"/>
              </p:cNvSpPr>
              <p:nvPr/>
            </p:nvSpPr>
            <p:spPr bwMode="auto">
              <a:xfrm>
                <a:off x="802" y="184"/>
                <a:ext cx="1044" cy="267"/>
              </a:xfrm>
              <a:custGeom>
                <a:avLst/>
                <a:gdLst>
                  <a:gd name="T0" fmla="*/ 955 w 1044"/>
                  <a:gd name="T1" fmla="*/ 200 h 267"/>
                  <a:gd name="T2" fmla="*/ 1044 w 1044"/>
                  <a:gd name="T3" fmla="*/ 111 h 267"/>
                  <a:gd name="T4" fmla="*/ 422 w 1044"/>
                  <a:gd name="T5" fmla="*/ 111 h 267"/>
                  <a:gd name="T6" fmla="*/ 533 w 1044"/>
                  <a:gd name="T7" fmla="*/ 0 h 267"/>
                  <a:gd name="T8" fmla="*/ 0 w 1044"/>
                  <a:gd name="T9" fmla="*/ 156 h 267"/>
                  <a:gd name="T10" fmla="*/ 289 w 1044"/>
                  <a:gd name="T11" fmla="*/ 267 h 267"/>
                  <a:gd name="T12" fmla="*/ 333 w 1044"/>
                  <a:gd name="T13" fmla="*/ 200 h 267"/>
                  <a:gd name="T14" fmla="*/ 955 w 1044"/>
                  <a:gd name="T15" fmla="*/ 200 h 2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4" h="267">
                    <a:moveTo>
                      <a:pt x="955" y="200"/>
                    </a:moveTo>
                    <a:lnTo>
                      <a:pt x="1044" y="111"/>
                    </a:lnTo>
                    <a:lnTo>
                      <a:pt x="422" y="111"/>
                    </a:lnTo>
                    <a:lnTo>
                      <a:pt x="533" y="0"/>
                    </a:lnTo>
                    <a:lnTo>
                      <a:pt x="0" y="156"/>
                    </a:lnTo>
                    <a:lnTo>
                      <a:pt x="289" y="267"/>
                    </a:lnTo>
                    <a:lnTo>
                      <a:pt x="333" y="200"/>
                    </a:lnTo>
                    <a:lnTo>
                      <a:pt x="955" y="20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33" name="Freeform 45"/>
              <p:cNvSpPr>
                <a:spLocks noChangeAspect="1"/>
              </p:cNvSpPr>
              <p:nvPr/>
            </p:nvSpPr>
            <p:spPr bwMode="auto">
              <a:xfrm>
                <a:off x="802" y="184"/>
                <a:ext cx="1044" cy="267"/>
              </a:xfrm>
              <a:custGeom>
                <a:avLst/>
                <a:gdLst>
                  <a:gd name="T0" fmla="*/ 955 w 1044"/>
                  <a:gd name="T1" fmla="*/ 200 h 267"/>
                  <a:gd name="T2" fmla="*/ 1044 w 1044"/>
                  <a:gd name="T3" fmla="*/ 111 h 267"/>
                  <a:gd name="T4" fmla="*/ 422 w 1044"/>
                  <a:gd name="T5" fmla="*/ 111 h 267"/>
                  <a:gd name="T6" fmla="*/ 533 w 1044"/>
                  <a:gd name="T7" fmla="*/ 0 h 267"/>
                  <a:gd name="T8" fmla="*/ 0 w 1044"/>
                  <a:gd name="T9" fmla="*/ 156 h 267"/>
                  <a:gd name="T10" fmla="*/ 289 w 1044"/>
                  <a:gd name="T11" fmla="*/ 267 h 267"/>
                  <a:gd name="T12" fmla="*/ 333 w 1044"/>
                  <a:gd name="T13" fmla="*/ 200 h 267"/>
                  <a:gd name="T14" fmla="*/ 955 w 1044"/>
                  <a:gd name="T15" fmla="*/ 200 h 2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4" h="267">
                    <a:moveTo>
                      <a:pt x="955" y="200"/>
                    </a:moveTo>
                    <a:lnTo>
                      <a:pt x="1044" y="111"/>
                    </a:lnTo>
                    <a:lnTo>
                      <a:pt x="422" y="111"/>
                    </a:lnTo>
                    <a:lnTo>
                      <a:pt x="533" y="0"/>
                    </a:lnTo>
                    <a:lnTo>
                      <a:pt x="0" y="156"/>
                    </a:lnTo>
                    <a:lnTo>
                      <a:pt x="289" y="267"/>
                    </a:lnTo>
                    <a:lnTo>
                      <a:pt x="333" y="200"/>
                    </a:lnTo>
                    <a:lnTo>
                      <a:pt x="955" y="20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grpSp>
        <p:grpSp>
          <p:nvGrpSpPr>
            <p:cNvPr id="112" name="Group 46"/>
            <p:cNvGrpSpPr>
              <a:grpSpLocks noChangeAspect="1"/>
            </p:cNvGrpSpPr>
            <p:nvPr/>
          </p:nvGrpSpPr>
          <p:grpSpPr bwMode="auto">
            <a:xfrm>
              <a:off x="2989" y="1403"/>
              <a:ext cx="999" cy="264"/>
              <a:chOff x="536" y="117"/>
              <a:chExt cx="2442" cy="645"/>
            </a:xfrm>
          </p:grpSpPr>
          <p:sp>
            <p:nvSpPr>
              <p:cNvPr id="118" name="Freeform 47"/>
              <p:cNvSpPr>
                <a:spLocks noChangeAspect="1"/>
              </p:cNvSpPr>
              <p:nvPr/>
            </p:nvSpPr>
            <p:spPr bwMode="auto">
              <a:xfrm>
                <a:off x="1624" y="428"/>
                <a:ext cx="1043" cy="245"/>
              </a:xfrm>
              <a:custGeom>
                <a:avLst/>
                <a:gdLst>
                  <a:gd name="T0" fmla="*/ 88 w 1043"/>
                  <a:gd name="T1" fmla="*/ 45 h 245"/>
                  <a:gd name="T2" fmla="*/ 0 w 1043"/>
                  <a:gd name="T3" fmla="*/ 134 h 245"/>
                  <a:gd name="T4" fmla="*/ 621 w 1043"/>
                  <a:gd name="T5" fmla="*/ 134 h 245"/>
                  <a:gd name="T6" fmla="*/ 533 w 1043"/>
                  <a:gd name="T7" fmla="*/ 245 h 245"/>
                  <a:gd name="T8" fmla="*/ 1043 w 1043"/>
                  <a:gd name="T9" fmla="*/ 111 h 245"/>
                  <a:gd name="T10" fmla="*/ 777 w 1043"/>
                  <a:gd name="T11" fmla="*/ 0 h 245"/>
                  <a:gd name="T12" fmla="*/ 710 w 1043"/>
                  <a:gd name="T13" fmla="*/ 45 h 245"/>
                  <a:gd name="T14" fmla="*/ 88 w 1043"/>
                  <a:gd name="T15" fmla="*/ 45 h 24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3" h="245">
                    <a:moveTo>
                      <a:pt x="88" y="45"/>
                    </a:moveTo>
                    <a:lnTo>
                      <a:pt x="0" y="134"/>
                    </a:lnTo>
                    <a:lnTo>
                      <a:pt x="621" y="134"/>
                    </a:lnTo>
                    <a:lnTo>
                      <a:pt x="533" y="245"/>
                    </a:lnTo>
                    <a:lnTo>
                      <a:pt x="1043" y="111"/>
                    </a:lnTo>
                    <a:lnTo>
                      <a:pt x="777" y="0"/>
                    </a:lnTo>
                    <a:lnTo>
                      <a:pt x="710" y="45"/>
                    </a:lnTo>
                    <a:lnTo>
                      <a:pt x="88" y="4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19" name="Freeform 48"/>
              <p:cNvSpPr>
                <a:spLocks noChangeAspect="1"/>
              </p:cNvSpPr>
              <p:nvPr/>
            </p:nvSpPr>
            <p:spPr bwMode="auto">
              <a:xfrm>
                <a:off x="1624" y="428"/>
                <a:ext cx="1043" cy="245"/>
              </a:xfrm>
              <a:custGeom>
                <a:avLst/>
                <a:gdLst>
                  <a:gd name="T0" fmla="*/ 88 w 1043"/>
                  <a:gd name="T1" fmla="*/ 45 h 245"/>
                  <a:gd name="T2" fmla="*/ 0 w 1043"/>
                  <a:gd name="T3" fmla="*/ 134 h 245"/>
                  <a:gd name="T4" fmla="*/ 621 w 1043"/>
                  <a:gd name="T5" fmla="*/ 134 h 245"/>
                  <a:gd name="T6" fmla="*/ 533 w 1043"/>
                  <a:gd name="T7" fmla="*/ 245 h 245"/>
                  <a:gd name="T8" fmla="*/ 1043 w 1043"/>
                  <a:gd name="T9" fmla="*/ 111 h 245"/>
                  <a:gd name="T10" fmla="*/ 777 w 1043"/>
                  <a:gd name="T11" fmla="*/ 0 h 245"/>
                  <a:gd name="T12" fmla="*/ 710 w 1043"/>
                  <a:gd name="T13" fmla="*/ 45 h 245"/>
                  <a:gd name="T14" fmla="*/ 88 w 1043"/>
                  <a:gd name="T15" fmla="*/ 45 h 24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3" h="245">
                    <a:moveTo>
                      <a:pt x="88" y="45"/>
                    </a:moveTo>
                    <a:lnTo>
                      <a:pt x="0" y="134"/>
                    </a:lnTo>
                    <a:lnTo>
                      <a:pt x="621" y="134"/>
                    </a:lnTo>
                    <a:lnTo>
                      <a:pt x="533" y="245"/>
                    </a:lnTo>
                    <a:lnTo>
                      <a:pt x="1043" y="111"/>
                    </a:lnTo>
                    <a:lnTo>
                      <a:pt x="777" y="0"/>
                    </a:lnTo>
                    <a:lnTo>
                      <a:pt x="710" y="45"/>
                    </a:lnTo>
                    <a:lnTo>
                      <a:pt x="88" y="4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20" name="Freeform 49"/>
              <p:cNvSpPr>
                <a:spLocks noChangeAspect="1"/>
              </p:cNvSpPr>
              <p:nvPr/>
            </p:nvSpPr>
            <p:spPr bwMode="auto">
              <a:xfrm>
                <a:off x="1935" y="117"/>
                <a:ext cx="1043" cy="267"/>
              </a:xfrm>
              <a:custGeom>
                <a:avLst/>
                <a:gdLst>
                  <a:gd name="T0" fmla="*/ 88 w 1043"/>
                  <a:gd name="T1" fmla="*/ 67 h 267"/>
                  <a:gd name="T2" fmla="*/ 0 w 1043"/>
                  <a:gd name="T3" fmla="*/ 156 h 267"/>
                  <a:gd name="T4" fmla="*/ 621 w 1043"/>
                  <a:gd name="T5" fmla="*/ 156 h 267"/>
                  <a:gd name="T6" fmla="*/ 510 w 1043"/>
                  <a:gd name="T7" fmla="*/ 267 h 267"/>
                  <a:gd name="T8" fmla="*/ 1043 w 1043"/>
                  <a:gd name="T9" fmla="*/ 111 h 267"/>
                  <a:gd name="T10" fmla="*/ 755 w 1043"/>
                  <a:gd name="T11" fmla="*/ 0 h 267"/>
                  <a:gd name="T12" fmla="*/ 710 w 1043"/>
                  <a:gd name="T13" fmla="*/ 67 h 267"/>
                  <a:gd name="T14" fmla="*/ 88 w 1043"/>
                  <a:gd name="T15" fmla="*/ 67 h 2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3" h="267">
                    <a:moveTo>
                      <a:pt x="88" y="67"/>
                    </a:moveTo>
                    <a:lnTo>
                      <a:pt x="0" y="156"/>
                    </a:lnTo>
                    <a:lnTo>
                      <a:pt x="621" y="156"/>
                    </a:lnTo>
                    <a:lnTo>
                      <a:pt x="510" y="267"/>
                    </a:lnTo>
                    <a:lnTo>
                      <a:pt x="1043" y="111"/>
                    </a:lnTo>
                    <a:lnTo>
                      <a:pt x="755" y="0"/>
                    </a:lnTo>
                    <a:lnTo>
                      <a:pt x="710" y="67"/>
                    </a:lnTo>
                    <a:lnTo>
                      <a:pt x="88" y="6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21" name="Freeform 50"/>
              <p:cNvSpPr>
                <a:spLocks noChangeAspect="1"/>
              </p:cNvSpPr>
              <p:nvPr/>
            </p:nvSpPr>
            <p:spPr bwMode="auto">
              <a:xfrm>
                <a:off x="1935" y="117"/>
                <a:ext cx="1043" cy="267"/>
              </a:xfrm>
              <a:custGeom>
                <a:avLst/>
                <a:gdLst>
                  <a:gd name="T0" fmla="*/ 88 w 1043"/>
                  <a:gd name="T1" fmla="*/ 67 h 267"/>
                  <a:gd name="T2" fmla="*/ 0 w 1043"/>
                  <a:gd name="T3" fmla="*/ 156 h 267"/>
                  <a:gd name="T4" fmla="*/ 621 w 1043"/>
                  <a:gd name="T5" fmla="*/ 156 h 267"/>
                  <a:gd name="T6" fmla="*/ 510 w 1043"/>
                  <a:gd name="T7" fmla="*/ 267 h 267"/>
                  <a:gd name="T8" fmla="*/ 1043 w 1043"/>
                  <a:gd name="T9" fmla="*/ 111 h 267"/>
                  <a:gd name="T10" fmla="*/ 755 w 1043"/>
                  <a:gd name="T11" fmla="*/ 0 h 267"/>
                  <a:gd name="T12" fmla="*/ 710 w 1043"/>
                  <a:gd name="T13" fmla="*/ 67 h 267"/>
                  <a:gd name="T14" fmla="*/ 88 w 1043"/>
                  <a:gd name="T15" fmla="*/ 67 h 2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3" h="267">
                    <a:moveTo>
                      <a:pt x="88" y="67"/>
                    </a:moveTo>
                    <a:lnTo>
                      <a:pt x="0" y="156"/>
                    </a:lnTo>
                    <a:lnTo>
                      <a:pt x="621" y="156"/>
                    </a:lnTo>
                    <a:lnTo>
                      <a:pt x="510" y="267"/>
                    </a:lnTo>
                    <a:lnTo>
                      <a:pt x="1043" y="111"/>
                    </a:lnTo>
                    <a:lnTo>
                      <a:pt x="755" y="0"/>
                    </a:lnTo>
                    <a:lnTo>
                      <a:pt x="710" y="67"/>
                    </a:lnTo>
                    <a:lnTo>
                      <a:pt x="88" y="6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22" name="Freeform 51"/>
              <p:cNvSpPr>
                <a:spLocks noChangeAspect="1"/>
              </p:cNvSpPr>
              <p:nvPr/>
            </p:nvSpPr>
            <p:spPr bwMode="auto">
              <a:xfrm>
                <a:off x="536" y="517"/>
                <a:ext cx="1043" cy="245"/>
              </a:xfrm>
              <a:custGeom>
                <a:avLst/>
                <a:gdLst>
                  <a:gd name="T0" fmla="*/ 954 w 1043"/>
                  <a:gd name="T1" fmla="*/ 200 h 245"/>
                  <a:gd name="T2" fmla="*/ 1043 w 1043"/>
                  <a:gd name="T3" fmla="*/ 111 h 245"/>
                  <a:gd name="T4" fmla="*/ 399 w 1043"/>
                  <a:gd name="T5" fmla="*/ 111 h 245"/>
                  <a:gd name="T6" fmla="*/ 510 w 1043"/>
                  <a:gd name="T7" fmla="*/ 0 h 245"/>
                  <a:gd name="T8" fmla="*/ 0 w 1043"/>
                  <a:gd name="T9" fmla="*/ 133 h 245"/>
                  <a:gd name="T10" fmla="*/ 266 w 1043"/>
                  <a:gd name="T11" fmla="*/ 245 h 245"/>
                  <a:gd name="T12" fmla="*/ 310 w 1043"/>
                  <a:gd name="T13" fmla="*/ 200 h 245"/>
                  <a:gd name="T14" fmla="*/ 954 w 1043"/>
                  <a:gd name="T15" fmla="*/ 200 h 24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3" h="245">
                    <a:moveTo>
                      <a:pt x="954" y="200"/>
                    </a:moveTo>
                    <a:lnTo>
                      <a:pt x="1043" y="111"/>
                    </a:lnTo>
                    <a:lnTo>
                      <a:pt x="399" y="111"/>
                    </a:lnTo>
                    <a:lnTo>
                      <a:pt x="510" y="0"/>
                    </a:lnTo>
                    <a:lnTo>
                      <a:pt x="0" y="133"/>
                    </a:lnTo>
                    <a:lnTo>
                      <a:pt x="266" y="245"/>
                    </a:lnTo>
                    <a:lnTo>
                      <a:pt x="310" y="200"/>
                    </a:lnTo>
                    <a:lnTo>
                      <a:pt x="954" y="20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23" name="Freeform 52"/>
              <p:cNvSpPr>
                <a:spLocks noChangeAspect="1"/>
              </p:cNvSpPr>
              <p:nvPr/>
            </p:nvSpPr>
            <p:spPr bwMode="auto">
              <a:xfrm>
                <a:off x="536" y="517"/>
                <a:ext cx="1043" cy="245"/>
              </a:xfrm>
              <a:custGeom>
                <a:avLst/>
                <a:gdLst>
                  <a:gd name="T0" fmla="*/ 954 w 1043"/>
                  <a:gd name="T1" fmla="*/ 200 h 245"/>
                  <a:gd name="T2" fmla="*/ 1043 w 1043"/>
                  <a:gd name="T3" fmla="*/ 111 h 245"/>
                  <a:gd name="T4" fmla="*/ 399 w 1043"/>
                  <a:gd name="T5" fmla="*/ 111 h 245"/>
                  <a:gd name="T6" fmla="*/ 510 w 1043"/>
                  <a:gd name="T7" fmla="*/ 0 h 245"/>
                  <a:gd name="T8" fmla="*/ 0 w 1043"/>
                  <a:gd name="T9" fmla="*/ 133 h 245"/>
                  <a:gd name="T10" fmla="*/ 266 w 1043"/>
                  <a:gd name="T11" fmla="*/ 245 h 245"/>
                  <a:gd name="T12" fmla="*/ 310 w 1043"/>
                  <a:gd name="T13" fmla="*/ 200 h 245"/>
                  <a:gd name="T14" fmla="*/ 954 w 1043"/>
                  <a:gd name="T15" fmla="*/ 200 h 24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3" h="245">
                    <a:moveTo>
                      <a:pt x="954" y="200"/>
                    </a:moveTo>
                    <a:lnTo>
                      <a:pt x="1043" y="111"/>
                    </a:lnTo>
                    <a:lnTo>
                      <a:pt x="399" y="111"/>
                    </a:lnTo>
                    <a:lnTo>
                      <a:pt x="510" y="0"/>
                    </a:lnTo>
                    <a:lnTo>
                      <a:pt x="0" y="133"/>
                    </a:lnTo>
                    <a:lnTo>
                      <a:pt x="266" y="245"/>
                    </a:lnTo>
                    <a:lnTo>
                      <a:pt x="310" y="200"/>
                    </a:lnTo>
                    <a:lnTo>
                      <a:pt x="954" y="20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24" name="Freeform 53"/>
              <p:cNvSpPr>
                <a:spLocks noChangeAspect="1"/>
              </p:cNvSpPr>
              <p:nvPr/>
            </p:nvSpPr>
            <p:spPr bwMode="auto">
              <a:xfrm>
                <a:off x="824" y="206"/>
                <a:ext cx="1044" cy="267"/>
              </a:xfrm>
              <a:custGeom>
                <a:avLst/>
                <a:gdLst>
                  <a:gd name="T0" fmla="*/ 955 w 1044"/>
                  <a:gd name="T1" fmla="*/ 200 h 267"/>
                  <a:gd name="T2" fmla="*/ 1044 w 1044"/>
                  <a:gd name="T3" fmla="*/ 111 h 267"/>
                  <a:gd name="T4" fmla="*/ 422 w 1044"/>
                  <a:gd name="T5" fmla="*/ 111 h 267"/>
                  <a:gd name="T6" fmla="*/ 533 w 1044"/>
                  <a:gd name="T7" fmla="*/ 0 h 267"/>
                  <a:gd name="T8" fmla="*/ 0 w 1044"/>
                  <a:gd name="T9" fmla="*/ 156 h 267"/>
                  <a:gd name="T10" fmla="*/ 289 w 1044"/>
                  <a:gd name="T11" fmla="*/ 267 h 267"/>
                  <a:gd name="T12" fmla="*/ 333 w 1044"/>
                  <a:gd name="T13" fmla="*/ 200 h 267"/>
                  <a:gd name="T14" fmla="*/ 955 w 1044"/>
                  <a:gd name="T15" fmla="*/ 200 h 2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4" h="267">
                    <a:moveTo>
                      <a:pt x="955" y="200"/>
                    </a:moveTo>
                    <a:lnTo>
                      <a:pt x="1044" y="111"/>
                    </a:lnTo>
                    <a:lnTo>
                      <a:pt x="422" y="111"/>
                    </a:lnTo>
                    <a:lnTo>
                      <a:pt x="533" y="0"/>
                    </a:lnTo>
                    <a:lnTo>
                      <a:pt x="0" y="156"/>
                    </a:lnTo>
                    <a:lnTo>
                      <a:pt x="289" y="267"/>
                    </a:lnTo>
                    <a:lnTo>
                      <a:pt x="333" y="200"/>
                    </a:lnTo>
                    <a:lnTo>
                      <a:pt x="955" y="20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25" name="Freeform 54"/>
              <p:cNvSpPr>
                <a:spLocks noChangeAspect="1"/>
              </p:cNvSpPr>
              <p:nvPr/>
            </p:nvSpPr>
            <p:spPr bwMode="auto">
              <a:xfrm>
                <a:off x="824" y="206"/>
                <a:ext cx="1044" cy="267"/>
              </a:xfrm>
              <a:custGeom>
                <a:avLst/>
                <a:gdLst>
                  <a:gd name="T0" fmla="*/ 955 w 1044"/>
                  <a:gd name="T1" fmla="*/ 200 h 267"/>
                  <a:gd name="T2" fmla="*/ 1044 w 1044"/>
                  <a:gd name="T3" fmla="*/ 111 h 267"/>
                  <a:gd name="T4" fmla="*/ 422 w 1044"/>
                  <a:gd name="T5" fmla="*/ 111 h 267"/>
                  <a:gd name="T6" fmla="*/ 533 w 1044"/>
                  <a:gd name="T7" fmla="*/ 0 h 267"/>
                  <a:gd name="T8" fmla="*/ 0 w 1044"/>
                  <a:gd name="T9" fmla="*/ 156 h 267"/>
                  <a:gd name="T10" fmla="*/ 289 w 1044"/>
                  <a:gd name="T11" fmla="*/ 267 h 267"/>
                  <a:gd name="T12" fmla="*/ 333 w 1044"/>
                  <a:gd name="T13" fmla="*/ 200 h 267"/>
                  <a:gd name="T14" fmla="*/ 955 w 1044"/>
                  <a:gd name="T15" fmla="*/ 200 h 2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4" h="267">
                    <a:moveTo>
                      <a:pt x="955" y="200"/>
                    </a:moveTo>
                    <a:lnTo>
                      <a:pt x="1044" y="111"/>
                    </a:lnTo>
                    <a:lnTo>
                      <a:pt x="422" y="111"/>
                    </a:lnTo>
                    <a:lnTo>
                      <a:pt x="533" y="0"/>
                    </a:lnTo>
                    <a:lnTo>
                      <a:pt x="0" y="156"/>
                    </a:lnTo>
                    <a:lnTo>
                      <a:pt x="289" y="267"/>
                    </a:lnTo>
                    <a:lnTo>
                      <a:pt x="333" y="200"/>
                    </a:lnTo>
                    <a:lnTo>
                      <a:pt x="955" y="20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grpSp>
      </p:grpSp>
      <p:grpSp>
        <p:nvGrpSpPr>
          <p:cNvPr id="134" name="Group 55"/>
          <p:cNvGrpSpPr>
            <a:grpSpLocks noChangeAspect="1"/>
          </p:cNvGrpSpPr>
          <p:nvPr/>
        </p:nvGrpSpPr>
        <p:grpSpPr bwMode="auto">
          <a:xfrm>
            <a:off x="6203361" y="4249918"/>
            <a:ext cx="215900" cy="195262"/>
            <a:chOff x="431" y="391"/>
            <a:chExt cx="573" cy="518"/>
          </a:xfrm>
        </p:grpSpPr>
        <p:sp>
          <p:nvSpPr>
            <p:cNvPr id="135" name="AutoShape 56"/>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36" name="Rectangle 57"/>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37" name="Rectangle 58"/>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138" name="Freeform 59"/>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39" name="Freeform 60"/>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140" name="Line 61"/>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41" name="Freeform 62"/>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42" name="Freeform 63"/>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143" name="Freeform 64"/>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45" name="Freeform 65"/>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146" name="Freeform 66"/>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47" name="Freeform 67"/>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148" name="Rectangle 68"/>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49" name="Rectangle 69"/>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150" name="Freeform 70"/>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51" name="Rectangle 71"/>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152" name="Rectangle 72"/>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153" name="Group 73"/>
          <p:cNvGrpSpPr>
            <a:grpSpLocks noChangeAspect="1"/>
          </p:cNvGrpSpPr>
          <p:nvPr/>
        </p:nvGrpSpPr>
        <p:grpSpPr bwMode="auto">
          <a:xfrm>
            <a:off x="6274798" y="4086405"/>
            <a:ext cx="215900" cy="195263"/>
            <a:chOff x="431" y="391"/>
            <a:chExt cx="573" cy="518"/>
          </a:xfrm>
        </p:grpSpPr>
        <p:sp>
          <p:nvSpPr>
            <p:cNvPr id="154" name="AutoShape 74"/>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55" name="Rectangle 75"/>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56" name="Rectangle 76"/>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157" name="Freeform 77"/>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58" name="Freeform 78"/>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159" name="Line 79"/>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60" name="Freeform 80"/>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61" name="Freeform 81"/>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162" name="Freeform 82"/>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63" name="Freeform 83"/>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164" name="Freeform 84"/>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65" name="Freeform 85"/>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166" name="Rectangle 86"/>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67" name="Rectangle 87"/>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168" name="Freeform 88"/>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69" name="Rectangle 89"/>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170" name="Rectangle 90"/>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171" name="Group 91"/>
          <p:cNvGrpSpPr>
            <a:grpSpLocks noChangeAspect="1"/>
          </p:cNvGrpSpPr>
          <p:nvPr/>
        </p:nvGrpSpPr>
        <p:grpSpPr bwMode="auto">
          <a:xfrm>
            <a:off x="6346236" y="3922893"/>
            <a:ext cx="215900" cy="195262"/>
            <a:chOff x="431" y="391"/>
            <a:chExt cx="573" cy="518"/>
          </a:xfrm>
        </p:grpSpPr>
        <p:sp>
          <p:nvSpPr>
            <p:cNvPr id="172" name="AutoShape 92"/>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73" name="Rectangle 93"/>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74" name="Rectangle 94"/>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175" name="Freeform 95"/>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76" name="Freeform 96"/>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177" name="Line 97"/>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78" name="Freeform 98"/>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79" name="Freeform 99"/>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180" name="Freeform 100"/>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81" name="Freeform 101"/>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182" name="Freeform 102"/>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83" name="Freeform 103"/>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184" name="Rectangle 104"/>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85" name="Rectangle 105"/>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186" name="Freeform 106"/>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87" name="Rectangle 107"/>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188" name="Rectangle 108"/>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189" name="Group 109"/>
          <p:cNvGrpSpPr>
            <a:grpSpLocks noChangeAspect="1"/>
          </p:cNvGrpSpPr>
          <p:nvPr/>
        </p:nvGrpSpPr>
        <p:grpSpPr bwMode="auto">
          <a:xfrm>
            <a:off x="6355761" y="4249918"/>
            <a:ext cx="215900" cy="195262"/>
            <a:chOff x="431" y="391"/>
            <a:chExt cx="573" cy="518"/>
          </a:xfrm>
        </p:grpSpPr>
        <p:sp>
          <p:nvSpPr>
            <p:cNvPr id="190" name="AutoShape 110"/>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91" name="Rectangle 111"/>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92" name="Rectangle 112"/>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193" name="Freeform 113"/>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94" name="Freeform 114"/>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195" name="Line 115"/>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96" name="Freeform 116"/>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97" name="Freeform 117"/>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198" name="Freeform 118"/>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99" name="Freeform 119"/>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200" name="Freeform 120"/>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01" name="Freeform 121"/>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202" name="Rectangle 122"/>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203" name="Rectangle 123"/>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204" name="Freeform 124"/>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05" name="Rectangle 125"/>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206" name="Rectangle 126"/>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207" name="Group 127"/>
          <p:cNvGrpSpPr>
            <a:grpSpLocks noChangeAspect="1"/>
          </p:cNvGrpSpPr>
          <p:nvPr/>
        </p:nvGrpSpPr>
        <p:grpSpPr bwMode="auto">
          <a:xfrm>
            <a:off x="6427198" y="4086405"/>
            <a:ext cx="215900" cy="195263"/>
            <a:chOff x="431" y="391"/>
            <a:chExt cx="573" cy="518"/>
          </a:xfrm>
        </p:grpSpPr>
        <p:sp>
          <p:nvSpPr>
            <p:cNvPr id="208" name="AutoShape 128"/>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209" name="Rectangle 129"/>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210" name="Rectangle 130"/>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211" name="Freeform 131"/>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12" name="Freeform 132"/>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213" name="Line 133"/>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14" name="Freeform 134"/>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15" name="Freeform 135"/>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216" name="Freeform 136"/>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17" name="Freeform 137"/>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218" name="Freeform 138"/>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19" name="Freeform 139"/>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220" name="Rectangle 140"/>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221" name="Rectangle 141"/>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222" name="Freeform 142"/>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23" name="Rectangle 143"/>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224" name="Rectangle 144"/>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225" name="Group 145"/>
          <p:cNvGrpSpPr>
            <a:grpSpLocks noChangeAspect="1"/>
          </p:cNvGrpSpPr>
          <p:nvPr/>
        </p:nvGrpSpPr>
        <p:grpSpPr bwMode="auto">
          <a:xfrm>
            <a:off x="6498636" y="3922893"/>
            <a:ext cx="215900" cy="195262"/>
            <a:chOff x="431" y="391"/>
            <a:chExt cx="573" cy="518"/>
          </a:xfrm>
        </p:grpSpPr>
        <p:sp>
          <p:nvSpPr>
            <p:cNvPr id="226" name="AutoShape 146"/>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227" name="Rectangle 147"/>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228" name="Rectangle 148"/>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229" name="Freeform 149"/>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30" name="Freeform 150"/>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231" name="Line 151"/>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32" name="Freeform 152"/>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33" name="Freeform 153"/>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234" name="Freeform 154"/>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35" name="Freeform 155"/>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236" name="Freeform 156"/>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37" name="Freeform 157"/>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238" name="Rectangle 158"/>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239" name="Rectangle 159"/>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240" name="Freeform 160"/>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41" name="Rectangle 161"/>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242" name="Rectangle 162"/>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243" name="Group 163"/>
          <p:cNvGrpSpPr>
            <a:grpSpLocks noChangeAspect="1"/>
          </p:cNvGrpSpPr>
          <p:nvPr/>
        </p:nvGrpSpPr>
        <p:grpSpPr bwMode="auto">
          <a:xfrm>
            <a:off x="6508161" y="4249918"/>
            <a:ext cx="215900" cy="195262"/>
            <a:chOff x="431" y="391"/>
            <a:chExt cx="573" cy="518"/>
          </a:xfrm>
        </p:grpSpPr>
        <p:sp>
          <p:nvSpPr>
            <p:cNvPr id="244" name="AutoShape 164"/>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245" name="Rectangle 165"/>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246" name="Rectangle 166"/>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247" name="Freeform 167"/>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48" name="Freeform 168"/>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249" name="Line 169"/>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50" name="Freeform 170"/>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51" name="Freeform 171"/>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252" name="Freeform 172"/>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53" name="Freeform 173"/>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254" name="Freeform 174"/>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55" name="Freeform 175"/>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256" name="Rectangle 176"/>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257" name="Rectangle 177"/>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258" name="Freeform 178"/>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59" name="Rectangle 179"/>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260" name="Rectangle 180"/>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261" name="Group 181"/>
          <p:cNvGrpSpPr>
            <a:grpSpLocks noChangeAspect="1"/>
          </p:cNvGrpSpPr>
          <p:nvPr/>
        </p:nvGrpSpPr>
        <p:grpSpPr bwMode="auto">
          <a:xfrm>
            <a:off x="6579598" y="4086405"/>
            <a:ext cx="215900" cy="195263"/>
            <a:chOff x="431" y="391"/>
            <a:chExt cx="573" cy="518"/>
          </a:xfrm>
        </p:grpSpPr>
        <p:sp>
          <p:nvSpPr>
            <p:cNvPr id="262" name="AutoShape 182"/>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263" name="Rectangle 183"/>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264" name="Rectangle 184"/>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265" name="Freeform 185"/>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66" name="Freeform 186"/>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267" name="Line 187"/>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68" name="Freeform 188"/>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69" name="Freeform 189"/>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270" name="Freeform 190"/>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71" name="Freeform 191"/>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272" name="Freeform 192"/>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73" name="Freeform 193"/>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274" name="Rectangle 194"/>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275" name="Rectangle 195"/>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276" name="Freeform 196"/>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77" name="Rectangle 197"/>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278" name="Rectangle 198"/>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279" name="Group 199"/>
          <p:cNvGrpSpPr>
            <a:grpSpLocks noChangeAspect="1"/>
          </p:cNvGrpSpPr>
          <p:nvPr/>
        </p:nvGrpSpPr>
        <p:grpSpPr bwMode="auto">
          <a:xfrm>
            <a:off x="6651036" y="3922893"/>
            <a:ext cx="215900" cy="195262"/>
            <a:chOff x="431" y="391"/>
            <a:chExt cx="573" cy="518"/>
          </a:xfrm>
        </p:grpSpPr>
        <p:sp>
          <p:nvSpPr>
            <p:cNvPr id="280" name="AutoShape 200"/>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281" name="Rectangle 201"/>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282" name="Rectangle 202"/>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283" name="Freeform 203"/>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84" name="Freeform 204"/>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285" name="Line 205"/>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86" name="Freeform 206"/>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87" name="Freeform 207"/>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288" name="Freeform 208"/>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89" name="Freeform 209"/>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290" name="Freeform 210"/>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91" name="Freeform 211"/>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292" name="Rectangle 212"/>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293" name="Rectangle 213"/>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294" name="Freeform 214"/>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95" name="Rectangle 215"/>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296" name="Rectangle 216"/>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297" name="Group 217"/>
          <p:cNvGrpSpPr>
            <a:grpSpLocks noChangeAspect="1"/>
          </p:cNvGrpSpPr>
          <p:nvPr/>
        </p:nvGrpSpPr>
        <p:grpSpPr bwMode="auto">
          <a:xfrm>
            <a:off x="6660561" y="4249918"/>
            <a:ext cx="215900" cy="195262"/>
            <a:chOff x="431" y="391"/>
            <a:chExt cx="573" cy="518"/>
          </a:xfrm>
        </p:grpSpPr>
        <p:sp>
          <p:nvSpPr>
            <p:cNvPr id="298" name="AutoShape 218"/>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299" name="Rectangle 219"/>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300" name="Rectangle 220"/>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301" name="Freeform 221"/>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02" name="Freeform 222"/>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303" name="Line 223"/>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304" name="Freeform 224"/>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05" name="Freeform 225"/>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306" name="Freeform 226"/>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07" name="Freeform 227"/>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308" name="Freeform 228"/>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09" name="Freeform 229"/>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310" name="Rectangle 230"/>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311" name="Rectangle 231"/>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312" name="Freeform 232"/>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13" name="Rectangle 233"/>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314" name="Rectangle 234"/>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315" name="Group 235"/>
          <p:cNvGrpSpPr>
            <a:grpSpLocks noChangeAspect="1"/>
          </p:cNvGrpSpPr>
          <p:nvPr/>
        </p:nvGrpSpPr>
        <p:grpSpPr bwMode="auto">
          <a:xfrm>
            <a:off x="6731998" y="4086405"/>
            <a:ext cx="215900" cy="195263"/>
            <a:chOff x="431" y="391"/>
            <a:chExt cx="573" cy="518"/>
          </a:xfrm>
        </p:grpSpPr>
        <p:sp>
          <p:nvSpPr>
            <p:cNvPr id="316" name="AutoShape 236"/>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317" name="Rectangle 237"/>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318" name="Rectangle 238"/>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319" name="Freeform 239"/>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20" name="Freeform 240"/>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321" name="Line 241"/>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322" name="Freeform 242"/>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23" name="Freeform 243"/>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324" name="Freeform 244"/>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25" name="Freeform 245"/>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326" name="Freeform 246"/>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27" name="Freeform 247"/>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328" name="Rectangle 248"/>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329" name="Rectangle 249"/>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330" name="Freeform 250"/>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31" name="Rectangle 251"/>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332" name="Rectangle 252"/>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333" name="Group 253"/>
          <p:cNvGrpSpPr>
            <a:grpSpLocks noChangeAspect="1"/>
          </p:cNvGrpSpPr>
          <p:nvPr/>
        </p:nvGrpSpPr>
        <p:grpSpPr bwMode="auto">
          <a:xfrm>
            <a:off x="6803436" y="3922893"/>
            <a:ext cx="215900" cy="195262"/>
            <a:chOff x="431" y="391"/>
            <a:chExt cx="573" cy="518"/>
          </a:xfrm>
        </p:grpSpPr>
        <p:sp>
          <p:nvSpPr>
            <p:cNvPr id="334" name="AutoShape 254"/>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335" name="Rectangle 255"/>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336" name="Rectangle 256"/>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337" name="Freeform 257"/>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38" name="Freeform 258"/>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339" name="Line 259"/>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340" name="Freeform 260"/>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41" name="Freeform 261"/>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342" name="Freeform 262"/>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43" name="Freeform 263"/>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344" name="Freeform 264"/>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45" name="Freeform 265"/>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346" name="Rectangle 266"/>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347" name="Rectangle 267"/>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348" name="Freeform 268"/>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49" name="Rectangle 269"/>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350" name="Rectangle 270"/>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351" name="Group 271"/>
          <p:cNvGrpSpPr>
            <a:grpSpLocks noChangeAspect="1"/>
          </p:cNvGrpSpPr>
          <p:nvPr/>
        </p:nvGrpSpPr>
        <p:grpSpPr bwMode="auto">
          <a:xfrm>
            <a:off x="6812961" y="4249918"/>
            <a:ext cx="215900" cy="195262"/>
            <a:chOff x="431" y="391"/>
            <a:chExt cx="573" cy="518"/>
          </a:xfrm>
        </p:grpSpPr>
        <p:sp>
          <p:nvSpPr>
            <p:cNvPr id="352" name="AutoShape 272"/>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353" name="Rectangle 273"/>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354" name="Rectangle 274"/>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355" name="Freeform 275"/>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56" name="Freeform 276"/>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357" name="Line 277"/>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358" name="Freeform 278"/>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59" name="Freeform 279"/>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360" name="Freeform 280"/>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61" name="Freeform 281"/>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362" name="Freeform 282"/>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63" name="Freeform 283"/>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364" name="Rectangle 284"/>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365" name="Rectangle 285"/>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366" name="Freeform 286"/>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67" name="Rectangle 287"/>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368" name="Rectangle 288"/>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369" name="Group 289"/>
          <p:cNvGrpSpPr>
            <a:grpSpLocks noChangeAspect="1"/>
          </p:cNvGrpSpPr>
          <p:nvPr/>
        </p:nvGrpSpPr>
        <p:grpSpPr bwMode="auto">
          <a:xfrm>
            <a:off x="6884398" y="4086405"/>
            <a:ext cx="215900" cy="195263"/>
            <a:chOff x="431" y="391"/>
            <a:chExt cx="573" cy="518"/>
          </a:xfrm>
        </p:grpSpPr>
        <p:sp>
          <p:nvSpPr>
            <p:cNvPr id="370" name="AutoShape 290"/>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371" name="Rectangle 291"/>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372" name="Rectangle 292"/>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373" name="Freeform 293"/>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74" name="Freeform 294"/>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375" name="Line 295"/>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376" name="Freeform 296"/>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77" name="Freeform 297"/>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378" name="Freeform 298"/>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79" name="Freeform 299"/>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380" name="Freeform 300"/>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81" name="Freeform 301"/>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382" name="Rectangle 302"/>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383" name="Rectangle 303"/>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384" name="Freeform 304"/>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85" name="Rectangle 305"/>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386" name="Rectangle 306"/>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387" name="Group 307"/>
          <p:cNvGrpSpPr>
            <a:grpSpLocks noChangeAspect="1"/>
          </p:cNvGrpSpPr>
          <p:nvPr/>
        </p:nvGrpSpPr>
        <p:grpSpPr bwMode="auto">
          <a:xfrm>
            <a:off x="6955836" y="3922893"/>
            <a:ext cx="215900" cy="195262"/>
            <a:chOff x="431" y="391"/>
            <a:chExt cx="573" cy="518"/>
          </a:xfrm>
        </p:grpSpPr>
        <p:sp>
          <p:nvSpPr>
            <p:cNvPr id="388" name="AutoShape 308"/>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389" name="Rectangle 309"/>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390" name="Rectangle 310"/>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391" name="Freeform 311"/>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92" name="Freeform 312"/>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393" name="Line 313"/>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394" name="Freeform 314"/>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95" name="Freeform 315"/>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396" name="Freeform 316"/>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97" name="Freeform 317"/>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398" name="Freeform 318"/>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399" name="Freeform 319"/>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400" name="Rectangle 320"/>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401" name="Rectangle 321"/>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402" name="Freeform 322"/>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03" name="Rectangle 323"/>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404" name="Rectangle 324"/>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405" name="Group 325"/>
          <p:cNvGrpSpPr>
            <a:grpSpLocks noChangeAspect="1"/>
          </p:cNvGrpSpPr>
          <p:nvPr/>
        </p:nvGrpSpPr>
        <p:grpSpPr bwMode="auto">
          <a:xfrm>
            <a:off x="6965361" y="4249918"/>
            <a:ext cx="215900" cy="195262"/>
            <a:chOff x="431" y="391"/>
            <a:chExt cx="573" cy="518"/>
          </a:xfrm>
        </p:grpSpPr>
        <p:sp>
          <p:nvSpPr>
            <p:cNvPr id="406" name="AutoShape 326"/>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407" name="Rectangle 327"/>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408" name="Rectangle 328"/>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409" name="Freeform 329"/>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10" name="Freeform 330"/>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411" name="Line 331"/>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412" name="Freeform 332"/>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13" name="Freeform 333"/>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414" name="Freeform 334"/>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15" name="Freeform 335"/>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416" name="Freeform 336"/>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17" name="Freeform 337"/>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418" name="Rectangle 338"/>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419" name="Rectangle 339"/>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420" name="Freeform 340"/>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21" name="Rectangle 341"/>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422" name="Rectangle 342"/>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423" name="Group 343"/>
          <p:cNvGrpSpPr>
            <a:grpSpLocks noChangeAspect="1"/>
          </p:cNvGrpSpPr>
          <p:nvPr/>
        </p:nvGrpSpPr>
        <p:grpSpPr bwMode="auto">
          <a:xfrm>
            <a:off x="7036798" y="4086405"/>
            <a:ext cx="215900" cy="195263"/>
            <a:chOff x="431" y="391"/>
            <a:chExt cx="573" cy="518"/>
          </a:xfrm>
        </p:grpSpPr>
        <p:sp>
          <p:nvSpPr>
            <p:cNvPr id="424" name="AutoShape 344"/>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425" name="Rectangle 345"/>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426" name="Rectangle 346"/>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427" name="Freeform 347"/>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28" name="Freeform 348"/>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429" name="Line 349"/>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430" name="Freeform 350"/>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31" name="Freeform 351"/>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432" name="Freeform 352"/>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33" name="Freeform 353"/>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434" name="Freeform 354"/>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35" name="Freeform 355"/>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436" name="Rectangle 356"/>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437" name="Rectangle 357"/>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438" name="Freeform 358"/>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39" name="Rectangle 359"/>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440" name="Rectangle 360"/>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441" name="Group 361"/>
          <p:cNvGrpSpPr>
            <a:grpSpLocks noChangeAspect="1"/>
          </p:cNvGrpSpPr>
          <p:nvPr/>
        </p:nvGrpSpPr>
        <p:grpSpPr bwMode="auto">
          <a:xfrm>
            <a:off x="7108236" y="3922893"/>
            <a:ext cx="215900" cy="195262"/>
            <a:chOff x="431" y="391"/>
            <a:chExt cx="573" cy="518"/>
          </a:xfrm>
        </p:grpSpPr>
        <p:sp>
          <p:nvSpPr>
            <p:cNvPr id="442" name="AutoShape 362"/>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443" name="Rectangle 363"/>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444" name="Rectangle 364"/>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445" name="Freeform 365"/>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46" name="Freeform 366"/>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447" name="Line 367"/>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448" name="Freeform 368"/>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49" name="Freeform 369"/>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450" name="Freeform 370"/>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51" name="Freeform 371"/>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452" name="Freeform 372"/>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53" name="Freeform 373"/>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454" name="Rectangle 374"/>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455" name="Rectangle 375"/>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456" name="Freeform 376"/>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57" name="Rectangle 377"/>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458" name="Rectangle 378"/>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459" name="Group 379"/>
          <p:cNvGrpSpPr>
            <a:grpSpLocks noChangeAspect="1"/>
          </p:cNvGrpSpPr>
          <p:nvPr/>
        </p:nvGrpSpPr>
        <p:grpSpPr bwMode="auto">
          <a:xfrm>
            <a:off x="7117761" y="4249918"/>
            <a:ext cx="215900" cy="195262"/>
            <a:chOff x="431" y="391"/>
            <a:chExt cx="573" cy="518"/>
          </a:xfrm>
        </p:grpSpPr>
        <p:sp>
          <p:nvSpPr>
            <p:cNvPr id="460" name="AutoShape 380"/>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461" name="Rectangle 381"/>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462" name="Rectangle 382"/>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463" name="Freeform 383"/>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64" name="Freeform 384"/>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465" name="Line 385"/>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466" name="Freeform 386"/>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67" name="Freeform 387"/>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468" name="Freeform 388"/>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69" name="Freeform 389"/>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470" name="Freeform 390"/>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71" name="Freeform 391"/>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472" name="Rectangle 392"/>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473" name="Rectangle 393"/>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474" name="Freeform 394"/>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75" name="Rectangle 395"/>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476" name="Rectangle 396"/>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477" name="Group 397"/>
          <p:cNvGrpSpPr>
            <a:grpSpLocks noChangeAspect="1"/>
          </p:cNvGrpSpPr>
          <p:nvPr/>
        </p:nvGrpSpPr>
        <p:grpSpPr bwMode="auto">
          <a:xfrm>
            <a:off x="7189198" y="4086405"/>
            <a:ext cx="215900" cy="195263"/>
            <a:chOff x="431" y="391"/>
            <a:chExt cx="573" cy="518"/>
          </a:xfrm>
        </p:grpSpPr>
        <p:sp>
          <p:nvSpPr>
            <p:cNvPr id="478" name="AutoShape 398"/>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479" name="Rectangle 399"/>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480" name="Rectangle 400"/>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481" name="Freeform 401"/>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82" name="Freeform 402"/>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483" name="Line 403"/>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484" name="Freeform 404"/>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85" name="Freeform 405"/>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486" name="Freeform 406"/>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87" name="Freeform 407"/>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488" name="Freeform 408"/>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89" name="Freeform 409"/>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490" name="Rectangle 410"/>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491" name="Rectangle 411"/>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492" name="Freeform 412"/>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493" name="Rectangle 413"/>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494" name="Rectangle 414"/>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495" name="Group 415"/>
          <p:cNvGrpSpPr>
            <a:grpSpLocks noChangeAspect="1"/>
          </p:cNvGrpSpPr>
          <p:nvPr/>
        </p:nvGrpSpPr>
        <p:grpSpPr bwMode="auto">
          <a:xfrm>
            <a:off x="7260636" y="3922893"/>
            <a:ext cx="215900" cy="195262"/>
            <a:chOff x="431" y="391"/>
            <a:chExt cx="573" cy="518"/>
          </a:xfrm>
        </p:grpSpPr>
        <p:sp>
          <p:nvSpPr>
            <p:cNvPr id="496" name="AutoShape 416"/>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497" name="Rectangle 417"/>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498" name="Rectangle 418"/>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499" name="Freeform 419"/>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00" name="Freeform 420"/>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501" name="Line 421"/>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502" name="Freeform 422"/>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03" name="Freeform 423"/>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504" name="Freeform 424"/>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05" name="Freeform 425"/>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506" name="Freeform 426"/>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07" name="Freeform 427"/>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508" name="Rectangle 428"/>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509" name="Rectangle 429"/>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510" name="Freeform 430"/>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11" name="Rectangle 431"/>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512" name="Rectangle 432"/>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513" name="Group 433"/>
          <p:cNvGrpSpPr>
            <a:grpSpLocks noChangeAspect="1"/>
          </p:cNvGrpSpPr>
          <p:nvPr/>
        </p:nvGrpSpPr>
        <p:grpSpPr bwMode="auto">
          <a:xfrm>
            <a:off x="7270161" y="4249918"/>
            <a:ext cx="215900" cy="195262"/>
            <a:chOff x="431" y="391"/>
            <a:chExt cx="573" cy="518"/>
          </a:xfrm>
        </p:grpSpPr>
        <p:sp>
          <p:nvSpPr>
            <p:cNvPr id="514" name="AutoShape 434"/>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515" name="Rectangle 435"/>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516" name="Rectangle 436"/>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517" name="Freeform 437"/>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18" name="Freeform 438"/>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519" name="Line 439"/>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520" name="Freeform 440"/>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21" name="Freeform 441"/>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522" name="Freeform 442"/>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23" name="Freeform 443"/>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524" name="Freeform 444"/>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25" name="Freeform 445"/>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526" name="Rectangle 446"/>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527" name="Rectangle 447"/>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528" name="Freeform 448"/>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29" name="Rectangle 449"/>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530" name="Rectangle 450"/>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531" name="Group 451"/>
          <p:cNvGrpSpPr>
            <a:grpSpLocks noChangeAspect="1"/>
          </p:cNvGrpSpPr>
          <p:nvPr/>
        </p:nvGrpSpPr>
        <p:grpSpPr bwMode="auto">
          <a:xfrm>
            <a:off x="7341598" y="4086405"/>
            <a:ext cx="215900" cy="195263"/>
            <a:chOff x="431" y="391"/>
            <a:chExt cx="573" cy="518"/>
          </a:xfrm>
        </p:grpSpPr>
        <p:sp>
          <p:nvSpPr>
            <p:cNvPr id="532" name="AutoShape 452"/>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533" name="Rectangle 453"/>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534" name="Rectangle 454"/>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535" name="Freeform 455"/>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36" name="Freeform 456"/>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537" name="Line 457"/>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538" name="Freeform 458"/>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39" name="Freeform 459"/>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540" name="Freeform 460"/>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41" name="Freeform 461"/>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542" name="Freeform 462"/>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43" name="Freeform 463"/>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544" name="Rectangle 464"/>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545" name="Rectangle 465"/>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546" name="Freeform 466"/>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47" name="Rectangle 467"/>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548" name="Rectangle 468"/>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549" name="Group 469"/>
          <p:cNvGrpSpPr>
            <a:grpSpLocks noChangeAspect="1"/>
          </p:cNvGrpSpPr>
          <p:nvPr/>
        </p:nvGrpSpPr>
        <p:grpSpPr bwMode="auto">
          <a:xfrm>
            <a:off x="7413036" y="3922893"/>
            <a:ext cx="215900" cy="195262"/>
            <a:chOff x="431" y="391"/>
            <a:chExt cx="573" cy="518"/>
          </a:xfrm>
        </p:grpSpPr>
        <p:sp>
          <p:nvSpPr>
            <p:cNvPr id="550" name="AutoShape 470"/>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551" name="Rectangle 471"/>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552" name="Rectangle 472"/>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553" name="Freeform 473"/>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54" name="Freeform 474"/>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555" name="Line 475"/>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556" name="Freeform 476"/>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57" name="Freeform 477"/>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558" name="Freeform 478"/>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59" name="Freeform 479"/>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560" name="Freeform 480"/>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61" name="Freeform 481"/>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562" name="Rectangle 482"/>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563" name="Rectangle 483"/>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564" name="Freeform 484"/>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65" name="Rectangle 485"/>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566" name="Rectangle 486"/>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567" name="Group 487"/>
          <p:cNvGrpSpPr>
            <a:grpSpLocks noChangeAspect="1"/>
          </p:cNvGrpSpPr>
          <p:nvPr/>
        </p:nvGrpSpPr>
        <p:grpSpPr bwMode="auto">
          <a:xfrm>
            <a:off x="7422561" y="4249918"/>
            <a:ext cx="215900" cy="195262"/>
            <a:chOff x="431" y="391"/>
            <a:chExt cx="573" cy="518"/>
          </a:xfrm>
        </p:grpSpPr>
        <p:sp>
          <p:nvSpPr>
            <p:cNvPr id="568" name="AutoShape 488"/>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569" name="Rectangle 489"/>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570" name="Rectangle 490"/>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571" name="Freeform 491"/>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72" name="Freeform 492"/>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573" name="Line 493"/>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574" name="Freeform 494"/>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75" name="Freeform 495"/>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576" name="Freeform 496"/>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77" name="Freeform 497"/>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578" name="Freeform 498"/>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79" name="Freeform 499"/>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580" name="Rectangle 500"/>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581" name="Rectangle 501"/>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582" name="Freeform 502"/>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83" name="Rectangle 503"/>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584" name="Rectangle 504"/>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585" name="Group 505"/>
          <p:cNvGrpSpPr>
            <a:grpSpLocks noChangeAspect="1"/>
          </p:cNvGrpSpPr>
          <p:nvPr/>
        </p:nvGrpSpPr>
        <p:grpSpPr bwMode="auto">
          <a:xfrm>
            <a:off x="7493998" y="4086405"/>
            <a:ext cx="215900" cy="195263"/>
            <a:chOff x="431" y="391"/>
            <a:chExt cx="573" cy="518"/>
          </a:xfrm>
        </p:grpSpPr>
        <p:sp>
          <p:nvSpPr>
            <p:cNvPr id="586" name="AutoShape 506"/>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587" name="Rectangle 507"/>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588" name="Rectangle 508"/>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589" name="Freeform 509"/>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90" name="Freeform 510"/>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591" name="Line 511"/>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592" name="Freeform 512"/>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93" name="Freeform 513"/>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594" name="Freeform 514"/>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95" name="Freeform 515"/>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596" name="Freeform 516"/>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597" name="Freeform 517"/>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598" name="Rectangle 518"/>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599" name="Rectangle 519"/>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600" name="Freeform 520"/>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01" name="Rectangle 521"/>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602" name="Rectangle 522"/>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603" name="Group 523"/>
          <p:cNvGrpSpPr>
            <a:grpSpLocks noChangeAspect="1"/>
          </p:cNvGrpSpPr>
          <p:nvPr/>
        </p:nvGrpSpPr>
        <p:grpSpPr bwMode="auto">
          <a:xfrm>
            <a:off x="7565436" y="3922893"/>
            <a:ext cx="215900" cy="195262"/>
            <a:chOff x="431" y="391"/>
            <a:chExt cx="573" cy="518"/>
          </a:xfrm>
        </p:grpSpPr>
        <p:sp>
          <p:nvSpPr>
            <p:cNvPr id="604" name="AutoShape 524"/>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605" name="Rectangle 525"/>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606" name="Rectangle 526"/>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607" name="Freeform 527"/>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08" name="Freeform 528"/>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609" name="Line 529"/>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610" name="Freeform 530"/>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11" name="Freeform 531"/>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612" name="Freeform 532"/>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13" name="Freeform 533"/>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614" name="Freeform 534"/>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15" name="Freeform 535"/>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616" name="Rectangle 536"/>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617" name="Rectangle 537"/>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618" name="Freeform 538"/>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19" name="Rectangle 539"/>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620" name="Rectangle 540"/>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sp>
        <p:nvSpPr>
          <p:cNvPr id="621" name="Line 541"/>
          <p:cNvSpPr>
            <a:spLocks noChangeShapeType="1"/>
          </p:cNvSpPr>
          <p:nvPr/>
        </p:nvSpPr>
        <p:spPr bwMode="auto">
          <a:xfrm>
            <a:off x="2261598" y="4321355"/>
            <a:ext cx="0" cy="649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622" name="Line 542"/>
          <p:cNvSpPr>
            <a:spLocks noChangeShapeType="1"/>
          </p:cNvSpPr>
          <p:nvPr/>
        </p:nvSpPr>
        <p:spPr bwMode="auto">
          <a:xfrm>
            <a:off x="2313986" y="4321355"/>
            <a:ext cx="0" cy="649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623" name="Line 543"/>
          <p:cNvSpPr>
            <a:spLocks noChangeShapeType="1"/>
          </p:cNvSpPr>
          <p:nvPr/>
        </p:nvSpPr>
        <p:spPr bwMode="auto">
          <a:xfrm>
            <a:off x="2366373" y="4321355"/>
            <a:ext cx="0" cy="649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624" name="Line 544"/>
          <p:cNvSpPr>
            <a:spLocks noChangeShapeType="1"/>
          </p:cNvSpPr>
          <p:nvPr/>
        </p:nvSpPr>
        <p:spPr bwMode="auto">
          <a:xfrm>
            <a:off x="2418761" y="4321355"/>
            <a:ext cx="0" cy="649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625" name="Line 545"/>
          <p:cNvSpPr>
            <a:spLocks noChangeShapeType="1"/>
          </p:cNvSpPr>
          <p:nvPr/>
        </p:nvSpPr>
        <p:spPr bwMode="auto">
          <a:xfrm>
            <a:off x="2471148" y="4321355"/>
            <a:ext cx="0" cy="649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626" name="Line 546"/>
          <p:cNvSpPr>
            <a:spLocks noChangeShapeType="1"/>
          </p:cNvSpPr>
          <p:nvPr/>
        </p:nvSpPr>
        <p:spPr bwMode="auto">
          <a:xfrm>
            <a:off x="2523536" y="4321355"/>
            <a:ext cx="0" cy="649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627" name="Line 547"/>
          <p:cNvSpPr>
            <a:spLocks noChangeShapeType="1"/>
          </p:cNvSpPr>
          <p:nvPr/>
        </p:nvSpPr>
        <p:spPr bwMode="auto">
          <a:xfrm>
            <a:off x="2575923" y="4321355"/>
            <a:ext cx="0" cy="649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628" name="Line 548"/>
          <p:cNvSpPr>
            <a:spLocks noChangeShapeType="1"/>
          </p:cNvSpPr>
          <p:nvPr/>
        </p:nvSpPr>
        <p:spPr bwMode="auto">
          <a:xfrm>
            <a:off x="2628311" y="4321355"/>
            <a:ext cx="0" cy="649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629" name="Line 549"/>
          <p:cNvSpPr>
            <a:spLocks noChangeShapeType="1"/>
          </p:cNvSpPr>
          <p:nvPr/>
        </p:nvSpPr>
        <p:spPr bwMode="auto">
          <a:xfrm>
            <a:off x="2680698" y="4321355"/>
            <a:ext cx="0" cy="649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630" name="Line 550"/>
          <p:cNvSpPr>
            <a:spLocks noChangeShapeType="1"/>
          </p:cNvSpPr>
          <p:nvPr/>
        </p:nvSpPr>
        <p:spPr bwMode="auto">
          <a:xfrm>
            <a:off x="2733086" y="4321355"/>
            <a:ext cx="0" cy="649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631" name="Line 551"/>
          <p:cNvSpPr>
            <a:spLocks noChangeShapeType="1"/>
          </p:cNvSpPr>
          <p:nvPr/>
        </p:nvSpPr>
        <p:spPr bwMode="auto">
          <a:xfrm>
            <a:off x="2785473" y="4321355"/>
            <a:ext cx="0" cy="649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632" name="Line 552"/>
          <p:cNvSpPr>
            <a:spLocks noChangeShapeType="1"/>
          </p:cNvSpPr>
          <p:nvPr/>
        </p:nvSpPr>
        <p:spPr bwMode="auto">
          <a:xfrm>
            <a:off x="2837861" y="4321355"/>
            <a:ext cx="0" cy="649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633" name="Line 553"/>
          <p:cNvSpPr>
            <a:spLocks noChangeShapeType="1"/>
          </p:cNvSpPr>
          <p:nvPr/>
        </p:nvSpPr>
        <p:spPr bwMode="auto">
          <a:xfrm>
            <a:off x="2890248" y="4321355"/>
            <a:ext cx="0" cy="649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634" name="Line 554"/>
          <p:cNvSpPr>
            <a:spLocks noChangeShapeType="1"/>
          </p:cNvSpPr>
          <p:nvPr/>
        </p:nvSpPr>
        <p:spPr bwMode="auto">
          <a:xfrm>
            <a:off x="2942636" y="4321355"/>
            <a:ext cx="0" cy="649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635" name="Line 555"/>
          <p:cNvSpPr>
            <a:spLocks noChangeShapeType="1"/>
          </p:cNvSpPr>
          <p:nvPr/>
        </p:nvSpPr>
        <p:spPr bwMode="auto">
          <a:xfrm>
            <a:off x="2995023" y="4321355"/>
            <a:ext cx="0" cy="649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636" name="Line 556"/>
          <p:cNvSpPr>
            <a:spLocks noChangeShapeType="1"/>
          </p:cNvSpPr>
          <p:nvPr/>
        </p:nvSpPr>
        <p:spPr bwMode="auto">
          <a:xfrm>
            <a:off x="3047411" y="4321355"/>
            <a:ext cx="0" cy="649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637" name="Line 557"/>
          <p:cNvSpPr>
            <a:spLocks noChangeShapeType="1"/>
          </p:cNvSpPr>
          <p:nvPr/>
        </p:nvSpPr>
        <p:spPr bwMode="auto">
          <a:xfrm>
            <a:off x="3099798" y="4321355"/>
            <a:ext cx="0" cy="649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638" name="Line 558"/>
          <p:cNvSpPr>
            <a:spLocks noChangeShapeType="1"/>
          </p:cNvSpPr>
          <p:nvPr/>
        </p:nvSpPr>
        <p:spPr bwMode="auto">
          <a:xfrm>
            <a:off x="3152186" y="4321355"/>
            <a:ext cx="0" cy="649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639" name="Line 559"/>
          <p:cNvSpPr>
            <a:spLocks noChangeShapeType="1"/>
          </p:cNvSpPr>
          <p:nvPr/>
        </p:nvSpPr>
        <p:spPr bwMode="auto">
          <a:xfrm>
            <a:off x="3204573" y="4321355"/>
            <a:ext cx="0" cy="649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640" name="Line 560"/>
          <p:cNvSpPr>
            <a:spLocks noChangeShapeType="1"/>
          </p:cNvSpPr>
          <p:nvPr/>
        </p:nvSpPr>
        <p:spPr bwMode="auto">
          <a:xfrm>
            <a:off x="3256961" y="4321355"/>
            <a:ext cx="0" cy="649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641" name="Line 561"/>
          <p:cNvSpPr>
            <a:spLocks noChangeShapeType="1"/>
          </p:cNvSpPr>
          <p:nvPr/>
        </p:nvSpPr>
        <p:spPr bwMode="auto">
          <a:xfrm>
            <a:off x="3309348" y="4321355"/>
            <a:ext cx="0" cy="649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642" name="Line 562"/>
          <p:cNvSpPr>
            <a:spLocks noChangeShapeType="1"/>
          </p:cNvSpPr>
          <p:nvPr/>
        </p:nvSpPr>
        <p:spPr bwMode="auto">
          <a:xfrm>
            <a:off x="3361736" y="4321355"/>
            <a:ext cx="0" cy="649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643" name="Line 563"/>
          <p:cNvSpPr>
            <a:spLocks noChangeShapeType="1"/>
          </p:cNvSpPr>
          <p:nvPr/>
        </p:nvSpPr>
        <p:spPr bwMode="auto">
          <a:xfrm>
            <a:off x="3414123" y="4321355"/>
            <a:ext cx="0" cy="649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644" name="Line 564"/>
          <p:cNvSpPr>
            <a:spLocks noChangeShapeType="1"/>
          </p:cNvSpPr>
          <p:nvPr/>
        </p:nvSpPr>
        <p:spPr bwMode="auto">
          <a:xfrm>
            <a:off x="3466511" y="4321355"/>
            <a:ext cx="0" cy="649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grpSp>
        <p:nvGrpSpPr>
          <p:cNvPr id="645" name="Group 565"/>
          <p:cNvGrpSpPr>
            <a:grpSpLocks noChangeAspect="1"/>
          </p:cNvGrpSpPr>
          <p:nvPr/>
        </p:nvGrpSpPr>
        <p:grpSpPr bwMode="auto">
          <a:xfrm>
            <a:off x="1666286" y="4826180"/>
            <a:ext cx="2017712" cy="863600"/>
            <a:chOff x="2835" y="1389"/>
            <a:chExt cx="1316" cy="563"/>
          </a:xfrm>
        </p:grpSpPr>
        <p:sp>
          <p:nvSpPr>
            <p:cNvPr id="646" name="AutoShape 566"/>
            <p:cNvSpPr>
              <a:spLocks noChangeAspect="1" noChangeArrowheads="1" noTextEdit="1"/>
            </p:cNvSpPr>
            <p:nvPr/>
          </p:nvSpPr>
          <p:spPr bwMode="auto">
            <a:xfrm>
              <a:off x="2835" y="1389"/>
              <a:ext cx="1316" cy="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647" name="Rectangle 567"/>
            <p:cNvSpPr>
              <a:spLocks noChangeAspect="1" noChangeArrowheads="1"/>
            </p:cNvSpPr>
            <p:nvPr/>
          </p:nvSpPr>
          <p:spPr bwMode="auto">
            <a:xfrm>
              <a:off x="2835" y="1689"/>
              <a:ext cx="998" cy="254"/>
            </a:xfrm>
            <a:prstGeom prst="rect">
              <a:avLst/>
            </a:prstGeom>
            <a:solidFill>
              <a:srgbClr val="0096D5"/>
            </a:solidFill>
            <a:ln w="12700">
              <a:solidFill>
                <a:schemeClr val="tx1"/>
              </a:solidFill>
              <a:miter lim="800000"/>
              <a:headEnd/>
              <a:tailEnd/>
            </a:ln>
          </p:spPr>
          <p:txBody>
            <a:bodyPr/>
            <a:lstStyle/>
            <a:p>
              <a:endParaRPr lang="fr-FR"/>
            </a:p>
          </p:txBody>
        </p:sp>
        <p:sp>
          <p:nvSpPr>
            <p:cNvPr id="648" name="Rectangle 568"/>
            <p:cNvSpPr>
              <a:spLocks noChangeAspect="1" noChangeArrowheads="1"/>
            </p:cNvSpPr>
            <p:nvPr/>
          </p:nvSpPr>
          <p:spPr bwMode="auto">
            <a:xfrm>
              <a:off x="2839" y="1693"/>
              <a:ext cx="990" cy="246"/>
            </a:xfrm>
            <a:prstGeom prst="rect">
              <a:avLst/>
            </a:prstGeom>
            <a:gradFill rotWithShape="1">
              <a:gsLst>
                <a:gs pos="0">
                  <a:srgbClr val="66FFCC"/>
                </a:gs>
                <a:gs pos="100000">
                  <a:srgbClr val="66FFCC">
                    <a:gamma/>
                    <a:shade val="76078"/>
                    <a:invGamma/>
                  </a:srgbClr>
                </a:gs>
              </a:gsLst>
              <a:lin ang="5400000" scaled="1"/>
            </a:gradFill>
            <a:ln w="12700">
              <a:solidFill>
                <a:srgbClr val="009999"/>
              </a:solidFill>
              <a:miter lim="800000"/>
              <a:headEnd/>
              <a:tailEnd/>
            </a:ln>
          </p:spPr>
          <p:txBody>
            <a:bodyPr/>
            <a:lstStyle/>
            <a:p>
              <a:endParaRPr lang="fr-FR"/>
            </a:p>
          </p:txBody>
        </p:sp>
        <p:sp>
          <p:nvSpPr>
            <p:cNvPr id="649" name="Freeform 569"/>
            <p:cNvSpPr>
              <a:spLocks noChangeAspect="1"/>
            </p:cNvSpPr>
            <p:nvPr/>
          </p:nvSpPr>
          <p:spPr bwMode="auto">
            <a:xfrm>
              <a:off x="3833" y="1389"/>
              <a:ext cx="309" cy="554"/>
            </a:xfrm>
            <a:custGeom>
              <a:avLst/>
              <a:gdLst>
                <a:gd name="T0" fmla="*/ 0 w 755"/>
                <a:gd name="T1" fmla="*/ 733 h 1355"/>
                <a:gd name="T2" fmla="*/ 755 w 755"/>
                <a:gd name="T3" fmla="*/ 0 h 1355"/>
                <a:gd name="T4" fmla="*/ 755 w 755"/>
                <a:gd name="T5" fmla="*/ 622 h 1355"/>
                <a:gd name="T6" fmla="*/ 0 w 755"/>
                <a:gd name="T7" fmla="*/ 1355 h 1355"/>
                <a:gd name="T8" fmla="*/ 0 w 755"/>
                <a:gd name="T9" fmla="*/ 733 h 1355"/>
              </a:gdLst>
              <a:ahLst/>
              <a:cxnLst>
                <a:cxn ang="0">
                  <a:pos x="T0" y="T1"/>
                </a:cxn>
                <a:cxn ang="0">
                  <a:pos x="T2" y="T3"/>
                </a:cxn>
                <a:cxn ang="0">
                  <a:pos x="T4" y="T5"/>
                </a:cxn>
                <a:cxn ang="0">
                  <a:pos x="T6" y="T7"/>
                </a:cxn>
                <a:cxn ang="0">
                  <a:pos x="T8" y="T9"/>
                </a:cxn>
              </a:cxnLst>
              <a:rect l="0" t="0" r="r" b="b"/>
              <a:pathLst>
                <a:path w="755" h="1355">
                  <a:moveTo>
                    <a:pt x="0" y="733"/>
                  </a:moveTo>
                  <a:lnTo>
                    <a:pt x="755" y="0"/>
                  </a:lnTo>
                  <a:lnTo>
                    <a:pt x="755" y="622"/>
                  </a:lnTo>
                  <a:lnTo>
                    <a:pt x="0" y="1355"/>
                  </a:lnTo>
                  <a:lnTo>
                    <a:pt x="0" y="733"/>
                  </a:lnTo>
                  <a:close/>
                </a:path>
              </a:pathLst>
            </a:custGeom>
            <a:solidFill>
              <a:srgbClr val="005A80"/>
            </a:solidFill>
            <a:ln w="12700" cmpd="sng">
              <a:solidFill>
                <a:schemeClr val="tx1"/>
              </a:solidFill>
              <a:round/>
              <a:headEnd/>
              <a:tailEnd/>
            </a:ln>
          </p:spPr>
          <p:txBody>
            <a:bodyPr/>
            <a:lstStyle/>
            <a:p>
              <a:endParaRPr lang="fr-FR"/>
            </a:p>
          </p:txBody>
        </p:sp>
        <p:sp>
          <p:nvSpPr>
            <p:cNvPr id="650" name="Freeform 570"/>
            <p:cNvSpPr>
              <a:spLocks noChangeAspect="1"/>
            </p:cNvSpPr>
            <p:nvPr/>
          </p:nvSpPr>
          <p:spPr bwMode="auto">
            <a:xfrm>
              <a:off x="3833" y="1389"/>
              <a:ext cx="309" cy="554"/>
            </a:xfrm>
            <a:custGeom>
              <a:avLst/>
              <a:gdLst>
                <a:gd name="T0" fmla="*/ 0 w 755"/>
                <a:gd name="T1" fmla="*/ 733 h 1355"/>
                <a:gd name="T2" fmla="*/ 755 w 755"/>
                <a:gd name="T3" fmla="*/ 0 h 1355"/>
                <a:gd name="T4" fmla="*/ 755 w 755"/>
                <a:gd name="T5" fmla="*/ 622 h 1355"/>
                <a:gd name="T6" fmla="*/ 0 w 755"/>
                <a:gd name="T7" fmla="*/ 1355 h 1355"/>
                <a:gd name="T8" fmla="*/ 0 w 755"/>
                <a:gd name="T9" fmla="*/ 733 h 1355"/>
              </a:gdLst>
              <a:ahLst/>
              <a:cxnLst>
                <a:cxn ang="0">
                  <a:pos x="T0" y="T1"/>
                </a:cxn>
                <a:cxn ang="0">
                  <a:pos x="T2" y="T3"/>
                </a:cxn>
                <a:cxn ang="0">
                  <a:pos x="T4" y="T5"/>
                </a:cxn>
                <a:cxn ang="0">
                  <a:pos x="T6" y="T7"/>
                </a:cxn>
                <a:cxn ang="0">
                  <a:pos x="T8" y="T9"/>
                </a:cxn>
              </a:cxnLst>
              <a:rect l="0" t="0" r="r" b="b"/>
              <a:pathLst>
                <a:path w="755" h="1355">
                  <a:moveTo>
                    <a:pt x="0" y="733"/>
                  </a:moveTo>
                  <a:lnTo>
                    <a:pt x="755" y="0"/>
                  </a:lnTo>
                  <a:lnTo>
                    <a:pt x="755" y="622"/>
                  </a:lnTo>
                  <a:lnTo>
                    <a:pt x="0" y="1355"/>
                  </a:lnTo>
                  <a:lnTo>
                    <a:pt x="0" y="733"/>
                  </a:lnTo>
                  <a:close/>
                </a:path>
              </a:pathLst>
            </a:custGeom>
            <a:gradFill rotWithShape="1">
              <a:gsLst>
                <a:gs pos="0">
                  <a:srgbClr val="66FFCC"/>
                </a:gs>
                <a:gs pos="100000">
                  <a:srgbClr val="66FFCC">
                    <a:gamma/>
                    <a:shade val="66275"/>
                    <a:invGamma/>
                  </a:srgbClr>
                </a:gs>
              </a:gsLst>
              <a:lin ang="2700000" scaled="1"/>
            </a:gradFill>
            <a:ln w="12700" cmpd="sng">
              <a:solidFill>
                <a:srgbClr val="009999"/>
              </a:solidFill>
              <a:prstDash val="solid"/>
              <a:round/>
              <a:headEnd/>
              <a:tailEnd/>
            </a:ln>
          </p:spPr>
          <p:txBody>
            <a:bodyPr/>
            <a:lstStyle/>
            <a:p>
              <a:endParaRPr lang="fr-FR"/>
            </a:p>
          </p:txBody>
        </p:sp>
        <p:sp>
          <p:nvSpPr>
            <p:cNvPr id="651" name="Freeform 571"/>
            <p:cNvSpPr>
              <a:spLocks noChangeAspect="1"/>
            </p:cNvSpPr>
            <p:nvPr/>
          </p:nvSpPr>
          <p:spPr bwMode="auto">
            <a:xfrm>
              <a:off x="2835" y="1389"/>
              <a:ext cx="1307" cy="300"/>
            </a:xfrm>
            <a:custGeom>
              <a:avLst/>
              <a:gdLst>
                <a:gd name="T0" fmla="*/ 2443 w 3198"/>
                <a:gd name="T1" fmla="*/ 733 h 733"/>
                <a:gd name="T2" fmla="*/ 3198 w 3198"/>
                <a:gd name="T3" fmla="*/ 0 h 733"/>
                <a:gd name="T4" fmla="*/ 755 w 3198"/>
                <a:gd name="T5" fmla="*/ 0 h 733"/>
                <a:gd name="T6" fmla="*/ 0 w 3198"/>
                <a:gd name="T7" fmla="*/ 733 h 733"/>
                <a:gd name="T8" fmla="*/ 2443 w 3198"/>
                <a:gd name="T9" fmla="*/ 733 h 733"/>
              </a:gdLst>
              <a:ahLst/>
              <a:cxnLst>
                <a:cxn ang="0">
                  <a:pos x="T0" y="T1"/>
                </a:cxn>
                <a:cxn ang="0">
                  <a:pos x="T2" y="T3"/>
                </a:cxn>
                <a:cxn ang="0">
                  <a:pos x="T4" y="T5"/>
                </a:cxn>
                <a:cxn ang="0">
                  <a:pos x="T6" y="T7"/>
                </a:cxn>
                <a:cxn ang="0">
                  <a:pos x="T8" y="T9"/>
                </a:cxn>
              </a:cxnLst>
              <a:rect l="0" t="0" r="r" b="b"/>
              <a:pathLst>
                <a:path w="3198" h="733">
                  <a:moveTo>
                    <a:pt x="2443" y="733"/>
                  </a:moveTo>
                  <a:lnTo>
                    <a:pt x="3198" y="0"/>
                  </a:lnTo>
                  <a:lnTo>
                    <a:pt x="755" y="0"/>
                  </a:lnTo>
                  <a:lnTo>
                    <a:pt x="0" y="733"/>
                  </a:lnTo>
                  <a:lnTo>
                    <a:pt x="2443" y="733"/>
                  </a:lnTo>
                  <a:close/>
                </a:path>
              </a:pathLst>
            </a:custGeom>
            <a:solidFill>
              <a:srgbClr val="00B4FF"/>
            </a:solidFill>
            <a:ln w="12700" cmpd="sng">
              <a:solidFill>
                <a:schemeClr val="tx1"/>
              </a:solidFill>
              <a:round/>
              <a:headEnd/>
              <a:tailEnd/>
            </a:ln>
          </p:spPr>
          <p:txBody>
            <a:bodyPr/>
            <a:lstStyle/>
            <a:p>
              <a:endParaRPr lang="fr-FR"/>
            </a:p>
          </p:txBody>
        </p:sp>
        <p:sp>
          <p:nvSpPr>
            <p:cNvPr id="652" name="Freeform 572"/>
            <p:cNvSpPr>
              <a:spLocks noChangeAspect="1"/>
            </p:cNvSpPr>
            <p:nvPr/>
          </p:nvSpPr>
          <p:spPr bwMode="auto">
            <a:xfrm>
              <a:off x="2835" y="1389"/>
              <a:ext cx="1307" cy="300"/>
            </a:xfrm>
            <a:custGeom>
              <a:avLst/>
              <a:gdLst>
                <a:gd name="T0" fmla="*/ 2443 w 3198"/>
                <a:gd name="T1" fmla="*/ 733 h 733"/>
                <a:gd name="T2" fmla="*/ 3198 w 3198"/>
                <a:gd name="T3" fmla="*/ 0 h 733"/>
                <a:gd name="T4" fmla="*/ 755 w 3198"/>
                <a:gd name="T5" fmla="*/ 0 h 733"/>
                <a:gd name="T6" fmla="*/ 0 w 3198"/>
                <a:gd name="T7" fmla="*/ 733 h 733"/>
                <a:gd name="T8" fmla="*/ 2443 w 3198"/>
                <a:gd name="T9" fmla="*/ 733 h 733"/>
              </a:gdLst>
              <a:ahLst/>
              <a:cxnLst>
                <a:cxn ang="0">
                  <a:pos x="T0" y="T1"/>
                </a:cxn>
                <a:cxn ang="0">
                  <a:pos x="T2" y="T3"/>
                </a:cxn>
                <a:cxn ang="0">
                  <a:pos x="T4" y="T5"/>
                </a:cxn>
                <a:cxn ang="0">
                  <a:pos x="T6" y="T7"/>
                </a:cxn>
                <a:cxn ang="0">
                  <a:pos x="T8" y="T9"/>
                </a:cxn>
              </a:cxnLst>
              <a:rect l="0" t="0" r="r" b="b"/>
              <a:pathLst>
                <a:path w="3198" h="733">
                  <a:moveTo>
                    <a:pt x="2443" y="733"/>
                  </a:moveTo>
                  <a:lnTo>
                    <a:pt x="3198" y="0"/>
                  </a:lnTo>
                  <a:lnTo>
                    <a:pt x="755" y="0"/>
                  </a:lnTo>
                  <a:lnTo>
                    <a:pt x="0" y="733"/>
                  </a:lnTo>
                  <a:lnTo>
                    <a:pt x="2443" y="733"/>
                  </a:lnTo>
                  <a:close/>
                </a:path>
              </a:pathLst>
            </a:custGeom>
            <a:solidFill>
              <a:srgbClr val="66FFCC"/>
            </a:solidFill>
            <a:ln w="12700" cmpd="sng">
              <a:solidFill>
                <a:srgbClr val="009999"/>
              </a:solidFill>
              <a:prstDash val="solid"/>
              <a:round/>
              <a:headEnd/>
              <a:tailEnd/>
            </a:ln>
          </p:spPr>
          <p:txBody>
            <a:bodyPr/>
            <a:lstStyle/>
            <a:p>
              <a:endParaRPr lang="fr-FR"/>
            </a:p>
          </p:txBody>
        </p:sp>
        <p:grpSp>
          <p:nvGrpSpPr>
            <p:cNvPr id="653" name="Group 573"/>
            <p:cNvGrpSpPr>
              <a:grpSpLocks noChangeAspect="1"/>
            </p:cNvGrpSpPr>
            <p:nvPr/>
          </p:nvGrpSpPr>
          <p:grpSpPr bwMode="auto">
            <a:xfrm>
              <a:off x="2980" y="1418"/>
              <a:ext cx="999" cy="264"/>
              <a:chOff x="513" y="95"/>
              <a:chExt cx="2443" cy="644"/>
            </a:xfrm>
          </p:grpSpPr>
          <p:sp>
            <p:nvSpPr>
              <p:cNvPr id="663" name="Freeform 574"/>
              <p:cNvSpPr>
                <a:spLocks noChangeAspect="1"/>
              </p:cNvSpPr>
              <p:nvPr/>
            </p:nvSpPr>
            <p:spPr bwMode="auto">
              <a:xfrm>
                <a:off x="1601" y="406"/>
                <a:ext cx="1044" cy="244"/>
              </a:xfrm>
              <a:custGeom>
                <a:avLst/>
                <a:gdLst>
                  <a:gd name="T0" fmla="*/ 89 w 1044"/>
                  <a:gd name="T1" fmla="*/ 45 h 244"/>
                  <a:gd name="T2" fmla="*/ 0 w 1044"/>
                  <a:gd name="T3" fmla="*/ 133 h 244"/>
                  <a:gd name="T4" fmla="*/ 622 w 1044"/>
                  <a:gd name="T5" fmla="*/ 133 h 244"/>
                  <a:gd name="T6" fmla="*/ 533 w 1044"/>
                  <a:gd name="T7" fmla="*/ 244 h 244"/>
                  <a:gd name="T8" fmla="*/ 1044 w 1044"/>
                  <a:gd name="T9" fmla="*/ 111 h 244"/>
                  <a:gd name="T10" fmla="*/ 778 w 1044"/>
                  <a:gd name="T11" fmla="*/ 0 h 244"/>
                  <a:gd name="T12" fmla="*/ 711 w 1044"/>
                  <a:gd name="T13" fmla="*/ 45 h 244"/>
                  <a:gd name="T14" fmla="*/ 89 w 1044"/>
                  <a:gd name="T15" fmla="*/ 45 h 2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4" h="244">
                    <a:moveTo>
                      <a:pt x="89" y="45"/>
                    </a:moveTo>
                    <a:lnTo>
                      <a:pt x="0" y="133"/>
                    </a:lnTo>
                    <a:lnTo>
                      <a:pt x="622" y="133"/>
                    </a:lnTo>
                    <a:lnTo>
                      <a:pt x="533" y="244"/>
                    </a:lnTo>
                    <a:lnTo>
                      <a:pt x="1044" y="111"/>
                    </a:lnTo>
                    <a:lnTo>
                      <a:pt x="778" y="0"/>
                    </a:lnTo>
                    <a:lnTo>
                      <a:pt x="711" y="45"/>
                    </a:lnTo>
                    <a:lnTo>
                      <a:pt x="89" y="45"/>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64" name="Freeform 575"/>
              <p:cNvSpPr>
                <a:spLocks noChangeAspect="1"/>
              </p:cNvSpPr>
              <p:nvPr/>
            </p:nvSpPr>
            <p:spPr bwMode="auto">
              <a:xfrm>
                <a:off x="1601" y="406"/>
                <a:ext cx="1044" cy="244"/>
              </a:xfrm>
              <a:custGeom>
                <a:avLst/>
                <a:gdLst>
                  <a:gd name="T0" fmla="*/ 89 w 1044"/>
                  <a:gd name="T1" fmla="*/ 45 h 244"/>
                  <a:gd name="T2" fmla="*/ 0 w 1044"/>
                  <a:gd name="T3" fmla="*/ 133 h 244"/>
                  <a:gd name="T4" fmla="*/ 622 w 1044"/>
                  <a:gd name="T5" fmla="*/ 133 h 244"/>
                  <a:gd name="T6" fmla="*/ 533 w 1044"/>
                  <a:gd name="T7" fmla="*/ 244 h 244"/>
                  <a:gd name="T8" fmla="*/ 1044 w 1044"/>
                  <a:gd name="T9" fmla="*/ 111 h 244"/>
                  <a:gd name="T10" fmla="*/ 778 w 1044"/>
                  <a:gd name="T11" fmla="*/ 0 h 244"/>
                  <a:gd name="T12" fmla="*/ 711 w 1044"/>
                  <a:gd name="T13" fmla="*/ 45 h 244"/>
                  <a:gd name="T14" fmla="*/ 89 w 1044"/>
                  <a:gd name="T15" fmla="*/ 45 h 2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4" h="244">
                    <a:moveTo>
                      <a:pt x="89" y="45"/>
                    </a:moveTo>
                    <a:lnTo>
                      <a:pt x="0" y="133"/>
                    </a:lnTo>
                    <a:lnTo>
                      <a:pt x="622" y="133"/>
                    </a:lnTo>
                    <a:lnTo>
                      <a:pt x="533" y="244"/>
                    </a:lnTo>
                    <a:lnTo>
                      <a:pt x="1044" y="111"/>
                    </a:lnTo>
                    <a:lnTo>
                      <a:pt x="778" y="0"/>
                    </a:lnTo>
                    <a:lnTo>
                      <a:pt x="711" y="45"/>
                    </a:lnTo>
                    <a:lnTo>
                      <a:pt x="89" y="45"/>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65" name="Freeform 576"/>
              <p:cNvSpPr>
                <a:spLocks noChangeAspect="1"/>
              </p:cNvSpPr>
              <p:nvPr/>
            </p:nvSpPr>
            <p:spPr bwMode="auto">
              <a:xfrm>
                <a:off x="1912" y="95"/>
                <a:ext cx="1044" cy="267"/>
              </a:xfrm>
              <a:custGeom>
                <a:avLst/>
                <a:gdLst>
                  <a:gd name="T0" fmla="*/ 89 w 1044"/>
                  <a:gd name="T1" fmla="*/ 67 h 267"/>
                  <a:gd name="T2" fmla="*/ 0 w 1044"/>
                  <a:gd name="T3" fmla="*/ 156 h 267"/>
                  <a:gd name="T4" fmla="*/ 622 w 1044"/>
                  <a:gd name="T5" fmla="*/ 156 h 267"/>
                  <a:gd name="T6" fmla="*/ 511 w 1044"/>
                  <a:gd name="T7" fmla="*/ 267 h 267"/>
                  <a:gd name="T8" fmla="*/ 1044 w 1044"/>
                  <a:gd name="T9" fmla="*/ 111 h 267"/>
                  <a:gd name="T10" fmla="*/ 755 w 1044"/>
                  <a:gd name="T11" fmla="*/ 0 h 267"/>
                  <a:gd name="T12" fmla="*/ 711 w 1044"/>
                  <a:gd name="T13" fmla="*/ 67 h 267"/>
                  <a:gd name="T14" fmla="*/ 89 w 1044"/>
                  <a:gd name="T15" fmla="*/ 67 h 2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4" h="267">
                    <a:moveTo>
                      <a:pt x="89" y="67"/>
                    </a:moveTo>
                    <a:lnTo>
                      <a:pt x="0" y="156"/>
                    </a:lnTo>
                    <a:lnTo>
                      <a:pt x="622" y="156"/>
                    </a:lnTo>
                    <a:lnTo>
                      <a:pt x="511" y="267"/>
                    </a:lnTo>
                    <a:lnTo>
                      <a:pt x="1044" y="111"/>
                    </a:lnTo>
                    <a:lnTo>
                      <a:pt x="755" y="0"/>
                    </a:lnTo>
                    <a:lnTo>
                      <a:pt x="711" y="67"/>
                    </a:lnTo>
                    <a:lnTo>
                      <a:pt x="89" y="6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66" name="Freeform 577"/>
              <p:cNvSpPr>
                <a:spLocks noChangeAspect="1"/>
              </p:cNvSpPr>
              <p:nvPr/>
            </p:nvSpPr>
            <p:spPr bwMode="auto">
              <a:xfrm>
                <a:off x="1912" y="95"/>
                <a:ext cx="1044" cy="267"/>
              </a:xfrm>
              <a:custGeom>
                <a:avLst/>
                <a:gdLst>
                  <a:gd name="T0" fmla="*/ 89 w 1044"/>
                  <a:gd name="T1" fmla="*/ 67 h 267"/>
                  <a:gd name="T2" fmla="*/ 0 w 1044"/>
                  <a:gd name="T3" fmla="*/ 156 h 267"/>
                  <a:gd name="T4" fmla="*/ 622 w 1044"/>
                  <a:gd name="T5" fmla="*/ 156 h 267"/>
                  <a:gd name="T6" fmla="*/ 511 w 1044"/>
                  <a:gd name="T7" fmla="*/ 267 h 267"/>
                  <a:gd name="T8" fmla="*/ 1044 w 1044"/>
                  <a:gd name="T9" fmla="*/ 111 h 267"/>
                  <a:gd name="T10" fmla="*/ 755 w 1044"/>
                  <a:gd name="T11" fmla="*/ 0 h 267"/>
                  <a:gd name="T12" fmla="*/ 711 w 1044"/>
                  <a:gd name="T13" fmla="*/ 67 h 267"/>
                  <a:gd name="T14" fmla="*/ 89 w 1044"/>
                  <a:gd name="T15" fmla="*/ 67 h 2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4" h="267">
                    <a:moveTo>
                      <a:pt x="89" y="67"/>
                    </a:moveTo>
                    <a:lnTo>
                      <a:pt x="0" y="156"/>
                    </a:lnTo>
                    <a:lnTo>
                      <a:pt x="622" y="156"/>
                    </a:lnTo>
                    <a:lnTo>
                      <a:pt x="511" y="267"/>
                    </a:lnTo>
                    <a:lnTo>
                      <a:pt x="1044" y="111"/>
                    </a:lnTo>
                    <a:lnTo>
                      <a:pt x="755" y="0"/>
                    </a:lnTo>
                    <a:lnTo>
                      <a:pt x="711" y="67"/>
                    </a:lnTo>
                    <a:lnTo>
                      <a:pt x="89" y="6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67" name="Freeform 578"/>
              <p:cNvSpPr>
                <a:spLocks noChangeAspect="1"/>
              </p:cNvSpPr>
              <p:nvPr/>
            </p:nvSpPr>
            <p:spPr bwMode="auto">
              <a:xfrm>
                <a:off x="513" y="495"/>
                <a:ext cx="1044" cy="244"/>
              </a:xfrm>
              <a:custGeom>
                <a:avLst/>
                <a:gdLst>
                  <a:gd name="T0" fmla="*/ 955 w 1044"/>
                  <a:gd name="T1" fmla="*/ 200 h 244"/>
                  <a:gd name="T2" fmla="*/ 1044 w 1044"/>
                  <a:gd name="T3" fmla="*/ 111 h 244"/>
                  <a:gd name="T4" fmla="*/ 400 w 1044"/>
                  <a:gd name="T5" fmla="*/ 111 h 244"/>
                  <a:gd name="T6" fmla="*/ 511 w 1044"/>
                  <a:gd name="T7" fmla="*/ 0 h 244"/>
                  <a:gd name="T8" fmla="*/ 0 w 1044"/>
                  <a:gd name="T9" fmla="*/ 133 h 244"/>
                  <a:gd name="T10" fmla="*/ 267 w 1044"/>
                  <a:gd name="T11" fmla="*/ 244 h 244"/>
                  <a:gd name="T12" fmla="*/ 311 w 1044"/>
                  <a:gd name="T13" fmla="*/ 200 h 244"/>
                  <a:gd name="T14" fmla="*/ 955 w 1044"/>
                  <a:gd name="T15" fmla="*/ 200 h 2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4" h="244">
                    <a:moveTo>
                      <a:pt x="955" y="200"/>
                    </a:moveTo>
                    <a:lnTo>
                      <a:pt x="1044" y="111"/>
                    </a:lnTo>
                    <a:lnTo>
                      <a:pt x="400" y="111"/>
                    </a:lnTo>
                    <a:lnTo>
                      <a:pt x="511" y="0"/>
                    </a:lnTo>
                    <a:lnTo>
                      <a:pt x="0" y="133"/>
                    </a:lnTo>
                    <a:lnTo>
                      <a:pt x="267" y="244"/>
                    </a:lnTo>
                    <a:lnTo>
                      <a:pt x="311" y="200"/>
                    </a:lnTo>
                    <a:lnTo>
                      <a:pt x="955" y="20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68" name="Freeform 579"/>
              <p:cNvSpPr>
                <a:spLocks noChangeAspect="1"/>
              </p:cNvSpPr>
              <p:nvPr/>
            </p:nvSpPr>
            <p:spPr bwMode="auto">
              <a:xfrm>
                <a:off x="513" y="495"/>
                <a:ext cx="1044" cy="244"/>
              </a:xfrm>
              <a:custGeom>
                <a:avLst/>
                <a:gdLst>
                  <a:gd name="T0" fmla="*/ 955 w 1044"/>
                  <a:gd name="T1" fmla="*/ 200 h 244"/>
                  <a:gd name="T2" fmla="*/ 1044 w 1044"/>
                  <a:gd name="T3" fmla="*/ 111 h 244"/>
                  <a:gd name="T4" fmla="*/ 400 w 1044"/>
                  <a:gd name="T5" fmla="*/ 111 h 244"/>
                  <a:gd name="T6" fmla="*/ 511 w 1044"/>
                  <a:gd name="T7" fmla="*/ 0 h 244"/>
                  <a:gd name="T8" fmla="*/ 0 w 1044"/>
                  <a:gd name="T9" fmla="*/ 133 h 244"/>
                  <a:gd name="T10" fmla="*/ 267 w 1044"/>
                  <a:gd name="T11" fmla="*/ 244 h 244"/>
                  <a:gd name="T12" fmla="*/ 311 w 1044"/>
                  <a:gd name="T13" fmla="*/ 200 h 244"/>
                  <a:gd name="T14" fmla="*/ 955 w 1044"/>
                  <a:gd name="T15" fmla="*/ 200 h 2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4" h="244">
                    <a:moveTo>
                      <a:pt x="955" y="200"/>
                    </a:moveTo>
                    <a:lnTo>
                      <a:pt x="1044" y="111"/>
                    </a:lnTo>
                    <a:lnTo>
                      <a:pt x="400" y="111"/>
                    </a:lnTo>
                    <a:lnTo>
                      <a:pt x="511" y="0"/>
                    </a:lnTo>
                    <a:lnTo>
                      <a:pt x="0" y="133"/>
                    </a:lnTo>
                    <a:lnTo>
                      <a:pt x="267" y="244"/>
                    </a:lnTo>
                    <a:lnTo>
                      <a:pt x="311" y="200"/>
                    </a:lnTo>
                    <a:lnTo>
                      <a:pt x="955" y="20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69" name="Freeform 580"/>
              <p:cNvSpPr>
                <a:spLocks noChangeAspect="1"/>
              </p:cNvSpPr>
              <p:nvPr/>
            </p:nvSpPr>
            <p:spPr bwMode="auto">
              <a:xfrm>
                <a:off x="802" y="184"/>
                <a:ext cx="1044" cy="267"/>
              </a:xfrm>
              <a:custGeom>
                <a:avLst/>
                <a:gdLst>
                  <a:gd name="T0" fmla="*/ 955 w 1044"/>
                  <a:gd name="T1" fmla="*/ 200 h 267"/>
                  <a:gd name="T2" fmla="*/ 1044 w 1044"/>
                  <a:gd name="T3" fmla="*/ 111 h 267"/>
                  <a:gd name="T4" fmla="*/ 422 w 1044"/>
                  <a:gd name="T5" fmla="*/ 111 h 267"/>
                  <a:gd name="T6" fmla="*/ 533 w 1044"/>
                  <a:gd name="T7" fmla="*/ 0 h 267"/>
                  <a:gd name="T8" fmla="*/ 0 w 1044"/>
                  <a:gd name="T9" fmla="*/ 156 h 267"/>
                  <a:gd name="T10" fmla="*/ 289 w 1044"/>
                  <a:gd name="T11" fmla="*/ 267 h 267"/>
                  <a:gd name="T12" fmla="*/ 333 w 1044"/>
                  <a:gd name="T13" fmla="*/ 200 h 267"/>
                  <a:gd name="T14" fmla="*/ 955 w 1044"/>
                  <a:gd name="T15" fmla="*/ 200 h 2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4" h="267">
                    <a:moveTo>
                      <a:pt x="955" y="200"/>
                    </a:moveTo>
                    <a:lnTo>
                      <a:pt x="1044" y="111"/>
                    </a:lnTo>
                    <a:lnTo>
                      <a:pt x="422" y="111"/>
                    </a:lnTo>
                    <a:lnTo>
                      <a:pt x="533" y="0"/>
                    </a:lnTo>
                    <a:lnTo>
                      <a:pt x="0" y="156"/>
                    </a:lnTo>
                    <a:lnTo>
                      <a:pt x="289" y="267"/>
                    </a:lnTo>
                    <a:lnTo>
                      <a:pt x="333" y="200"/>
                    </a:lnTo>
                    <a:lnTo>
                      <a:pt x="955" y="20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70" name="Freeform 581"/>
              <p:cNvSpPr>
                <a:spLocks noChangeAspect="1"/>
              </p:cNvSpPr>
              <p:nvPr/>
            </p:nvSpPr>
            <p:spPr bwMode="auto">
              <a:xfrm>
                <a:off x="802" y="184"/>
                <a:ext cx="1044" cy="267"/>
              </a:xfrm>
              <a:custGeom>
                <a:avLst/>
                <a:gdLst>
                  <a:gd name="T0" fmla="*/ 955 w 1044"/>
                  <a:gd name="T1" fmla="*/ 200 h 267"/>
                  <a:gd name="T2" fmla="*/ 1044 w 1044"/>
                  <a:gd name="T3" fmla="*/ 111 h 267"/>
                  <a:gd name="T4" fmla="*/ 422 w 1044"/>
                  <a:gd name="T5" fmla="*/ 111 h 267"/>
                  <a:gd name="T6" fmla="*/ 533 w 1044"/>
                  <a:gd name="T7" fmla="*/ 0 h 267"/>
                  <a:gd name="T8" fmla="*/ 0 w 1044"/>
                  <a:gd name="T9" fmla="*/ 156 h 267"/>
                  <a:gd name="T10" fmla="*/ 289 w 1044"/>
                  <a:gd name="T11" fmla="*/ 267 h 267"/>
                  <a:gd name="T12" fmla="*/ 333 w 1044"/>
                  <a:gd name="T13" fmla="*/ 200 h 267"/>
                  <a:gd name="T14" fmla="*/ 955 w 1044"/>
                  <a:gd name="T15" fmla="*/ 200 h 2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4" h="267">
                    <a:moveTo>
                      <a:pt x="955" y="200"/>
                    </a:moveTo>
                    <a:lnTo>
                      <a:pt x="1044" y="111"/>
                    </a:lnTo>
                    <a:lnTo>
                      <a:pt x="422" y="111"/>
                    </a:lnTo>
                    <a:lnTo>
                      <a:pt x="533" y="0"/>
                    </a:lnTo>
                    <a:lnTo>
                      <a:pt x="0" y="156"/>
                    </a:lnTo>
                    <a:lnTo>
                      <a:pt x="289" y="267"/>
                    </a:lnTo>
                    <a:lnTo>
                      <a:pt x="333" y="200"/>
                    </a:lnTo>
                    <a:lnTo>
                      <a:pt x="955" y="20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grpSp>
        <p:grpSp>
          <p:nvGrpSpPr>
            <p:cNvPr id="654" name="Group 582"/>
            <p:cNvGrpSpPr>
              <a:grpSpLocks noChangeAspect="1"/>
            </p:cNvGrpSpPr>
            <p:nvPr/>
          </p:nvGrpSpPr>
          <p:grpSpPr bwMode="auto">
            <a:xfrm>
              <a:off x="2989" y="1403"/>
              <a:ext cx="999" cy="264"/>
              <a:chOff x="536" y="117"/>
              <a:chExt cx="2442" cy="645"/>
            </a:xfrm>
          </p:grpSpPr>
          <p:sp>
            <p:nvSpPr>
              <p:cNvPr id="655" name="Freeform 583"/>
              <p:cNvSpPr>
                <a:spLocks noChangeAspect="1"/>
              </p:cNvSpPr>
              <p:nvPr/>
            </p:nvSpPr>
            <p:spPr bwMode="auto">
              <a:xfrm>
                <a:off x="1624" y="428"/>
                <a:ext cx="1043" cy="245"/>
              </a:xfrm>
              <a:custGeom>
                <a:avLst/>
                <a:gdLst>
                  <a:gd name="T0" fmla="*/ 88 w 1043"/>
                  <a:gd name="T1" fmla="*/ 45 h 245"/>
                  <a:gd name="T2" fmla="*/ 0 w 1043"/>
                  <a:gd name="T3" fmla="*/ 134 h 245"/>
                  <a:gd name="T4" fmla="*/ 621 w 1043"/>
                  <a:gd name="T5" fmla="*/ 134 h 245"/>
                  <a:gd name="T6" fmla="*/ 533 w 1043"/>
                  <a:gd name="T7" fmla="*/ 245 h 245"/>
                  <a:gd name="T8" fmla="*/ 1043 w 1043"/>
                  <a:gd name="T9" fmla="*/ 111 h 245"/>
                  <a:gd name="T10" fmla="*/ 777 w 1043"/>
                  <a:gd name="T11" fmla="*/ 0 h 245"/>
                  <a:gd name="T12" fmla="*/ 710 w 1043"/>
                  <a:gd name="T13" fmla="*/ 45 h 245"/>
                  <a:gd name="T14" fmla="*/ 88 w 1043"/>
                  <a:gd name="T15" fmla="*/ 45 h 24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3" h="245">
                    <a:moveTo>
                      <a:pt x="88" y="45"/>
                    </a:moveTo>
                    <a:lnTo>
                      <a:pt x="0" y="134"/>
                    </a:lnTo>
                    <a:lnTo>
                      <a:pt x="621" y="134"/>
                    </a:lnTo>
                    <a:lnTo>
                      <a:pt x="533" y="245"/>
                    </a:lnTo>
                    <a:lnTo>
                      <a:pt x="1043" y="111"/>
                    </a:lnTo>
                    <a:lnTo>
                      <a:pt x="777" y="0"/>
                    </a:lnTo>
                    <a:lnTo>
                      <a:pt x="710" y="45"/>
                    </a:lnTo>
                    <a:lnTo>
                      <a:pt x="88" y="4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56" name="Freeform 584"/>
              <p:cNvSpPr>
                <a:spLocks noChangeAspect="1"/>
              </p:cNvSpPr>
              <p:nvPr/>
            </p:nvSpPr>
            <p:spPr bwMode="auto">
              <a:xfrm>
                <a:off x="1624" y="428"/>
                <a:ext cx="1043" cy="245"/>
              </a:xfrm>
              <a:custGeom>
                <a:avLst/>
                <a:gdLst>
                  <a:gd name="T0" fmla="*/ 88 w 1043"/>
                  <a:gd name="T1" fmla="*/ 45 h 245"/>
                  <a:gd name="T2" fmla="*/ 0 w 1043"/>
                  <a:gd name="T3" fmla="*/ 134 h 245"/>
                  <a:gd name="T4" fmla="*/ 621 w 1043"/>
                  <a:gd name="T5" fmla="*/ 134 h 245"/>
                  <a:gd name="T6" fmla="*/ 533 w 1043"/>
                  <a:gd name="T7" fmla="*/ 245 h 245"/>
                  <a:gd name="T8" fmla="*/ 1043 w 1043"/>
                  <a:gd name="T9" fmla="*/ 111 h 245"/>
                  <a:gd name="T10" fmla="*/ 777 w 1043"/>
                  <a:gd name="T11" fmla="*/ 0 h 245"/>
                  <a:gd name="T12" fmla="*/ 710 w 1043"/>
                  <a:gd name="T13" fmla="*/ 45 h 245"/>
                  <a:gd name="T14" fmla="*/ 88 w 1043"/>
                  <a:gd name="T15" fmla="*/ 45 h 24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3" h="245">
                    <a:moveTo>
                      <a:pt x="88" y="45"/>
                    </a:moveTo>
                    <a:lnTo>
                      <a:pt x="0" y="134"/>
                    </a:lnTo>
                    <a:lnTo>
                      <a:pt x="621" y="134"/>
                    </a:lnTo>
                    <a:lnTo>
                      <a:pt x="533" y="245"/>
                    </a:lnTo>
                    <a:lnTo>
                      <a:pt x="1043" y="111"/>
                    </a:lnTo>
                    <a:lnTo>
                      <a:pt x="777" y="0"/>
                    </a:lnTo>
                    <a:lnTo>
                      <a:pt x="710" y="45"/>
                    </a:lnTo>
                    <a:lnTo>
                      <a:pt x="88" y="4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57" name="Freeform 585"/>
              <p:cNvSpPr>
                <a:spLocks noChangeAspect="1"/>
              </p:cNvSpPr>
              <p:nvPr/>
            </p:nvSpPr>
            <p:spPr bwMode="auto">
              <a:xfrm>
                <a:off x="1935" y="117"/>
                <a:ext cx="1043" cy="267"/>
              </a:xfrm>
              <a:custGeom>
                <a:avLst/>
                <a:gdLst>
                  <a:gd name="T0" fmla="*/ 88 w 1043"/>
                  <a:gd name="T1" fmla="*/ 67 h 267"/>
                  <a:gd name="T2" fmla="*/ 0 w 1043"/>
                  <a:gd name="T3" fmla="*/ 156 h 267"/>
                  <a:gd name="T4" fmla="*/ 621 w 1043"/>
                  <a:gd name="T5" fmla="*/ 156 h 267"/>
                  <a:gd name="T6" fmla="*/ 510 w 1043"/>
                  <a:gd name="T7" fmla="*/ 267 h 267"/>
                  <a:gd name="T8" fmla="*/ 1043 w 1043"/>
                  <a:gd name="T9" fmla="*/ 111 h 267"/>
                  <a:gd name="T10" fmla="*/ 755 w 1043"/>
                  <a:gd name="T11" fmla="*/ 0 h 267"/>
                  <a:gd name="T12" fmla="*/ 710 w 1043"/>
                  <a:gd name="T13" fmla="*/ 67 h 267"/>
                  <a:gd name="T14" fmla="*/ 88 w 1043"/>
                  <a:gd name="T15" fmla="*/ 67 h 2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3" h="267">
                    <a:moveTo>
                      <a:pt x="88" y="67"/>
                    </a:moveTo>
                    <a:lnTo>
                      <a:pt x="0" y="156"/>
                    </a:lnTo>
                    <a:lnTo>
                      <a:pt x="621" y="156"/>
                    </a:lnTo>
                    <a:lnTo>
                      <a:pt x="510" y="267"/>
                    </a:lnTo>
                    <a:lnTo>
                      <a:pt x="1043" y="111"/>
                    </a:lnTo>
                    <a:lnTo>
                      <a:pt x="755" y="0"/>
                    </a:lnTo>
                    <a:lnTo>
                      <a:pt x="710" y="67"/>
                    </a:lnTo>
                    <a:lnTo>
                      <a:pt x="88" y="6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58" name="Freeform 586"/>
              <p:cNvSpPr>
                <a:spLocks noChangeAspect="1"/>
              </p:cNvSpPr>
              <p:nvPr/>
            </p:nvSpPr>
            <p:spPr bwMode="auto">
              <a:xfrm>
                <a:off x="1935" y="117"/>
                <a:ext cx="1043" cy="267"/>
              </a:xfrm>
              <a:custGeom>
                <a:avLst/>
                <a:gdLst>
                  <a:gd name="T0" fmla="*/ 88 w 1043"/>
                  <a:gd name="T1" fmla="*/ 67 h 267"/>
                  <a:gd name="T2" fmla="*/ 0 w 1043"/>
                  <a:gd name="T3" fmla="*/ 156 h 267"/>
                  <a:gd name="T4" fmla="*/ 621 w 1043"/>
                  <a:gd name="T5" fmla="*/ 156 h 267"/>
                  <a:gd name="T6" fmla="*/ 510 w 1043"/>
                  <a:gd name="T7" fmla="*/ 267 h 267"/>
                  <a:gd name="T8" fmla="*/ 1043 w 1043"/>
                  <a:gd name="T9" fmla="*/ 111 h 267"/>
                  <a:gd name="T10" fmla="*/ 755 w 1043"/>
                  <a:gd name="T11" fmla="*/ 0 h 267"/>
                  <a:gd name="T12" fmla="*/ 710 w 1043"/>
                  <a:gd name="T13" fmla="*/ 67 h 267"/>
                  <a:gd name="T14" fmla="*/ 88 w 1043"/>
                  <a:gd name="T15" fmla="*/ 67 h 2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3" h="267">
                    <a:moveTo>
                      <a:pt x="88" y="67"/>
                    </a:moveTo>
                    <a:lnTo>
                      <a:pt x="0" y="156"/>
                    </a:lnTo>
                    <a:lnTo>
                      <a:pt x="621" y="156"/>
                    </a:lnTo>
                    <a:lnTo>
                      <a:pt x="510" y="267"/>
                    </a:lnTo>
                    <a:lnTo>
                      <a:pt x="1043" y="111"/>
                    </a:lnTo>
                    <a:lnTo>
                      <a:pt x="755" y="0"/>
                    </a:lnTo>
                    <a:lnTo>
                      <a:pt x="710" y="67"/>
                    </a:lnTo>
                    <a:lnTo>
                      <a:pt x="88" y="6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59" name="Freeform 587"/>
              <p:cNvSpPr>
                <a:spLocks noChangeAspect="1"/>
              </p:cNvSpPr>
              <p:nvPr/>
            </p:nvSpPr>
            <p:spPr bwMode="auto">
              <a:xfrm>
                <a:off x="536" y="517"/>
                <a:ext cx="1043" cy="245"/>
              </a:xfrm>
              <a:custGeom>
                <a:avLst/>
                <a:gdLst>
                  <a:gd name="T0" fmla="*/ 954 w 1043"/>
                  <a:gd name="T1" fmla="*/ 200 h 245"/>
                  <a:gd name="T2" fmla="*/ 1043 w 1043"/>
                  <a:gd name="T3" fmla="*/ 111 h 245"/>
                  <a:gd name="T4" fmla="*/ 399 w 1043"/>
                  <a:gd name="T5" fmla="*/ 111 h 245"/>
                  <a:gd name="T6" fmla="*/ 510 w 1043"/>
                  <a:gd name="T7" fmla="*/ 0 h 245"/>
                  <a:gd name="T8" fmla="*/ 0 w 1043"/>
                  <a:gd name="T9" fmla="*/ 133 h 245"/>
                  <a:gd name="T10" fmla="*/ 266 w 1043"/>
                  <a:gd name="T11" fmla="*/ 245 h 245"/>
                  <a:gd name="T12" fmla="*/ 310 w 1043"/>
                  <a:gd name="T13" fmla="*/ 200 h 245"/>
                  <a:gd name="T14" fmla="*/ 954 w 1043"/>
                  <a:gd name="T15" fmla="*/ 200 h 24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3" h="245">
                    <a:moveTo>
                      <a:pt x="954" y="200"/>
                    </a:moveTo>
                    <a:lnTo>
                      <a:pt x="1043" y="111"/>
                    </a:lnTo>
                    <a:lnTo>
                      <a:pt x="399" y="111"/>
                    </a:lnTo>
                    <a:lnTo>
                      <a:pt x="510" y="0"/>
                    </a:lnTo>
                    <a:lnTo>
                      <a:pt x="0" y="133"/>
                    </a:lnTo>
                    <a:lnTo>
                      <a:pt x="266" y="245"/>
                    </a:lnTo>
                    <a:lnTo>
                      <a:pt x="310" y="200"/>
                    </a:lnTo>
                    <a:lnTo>
                      <a:pt x="954" y="20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60" name="Freeform 588"/>
              <p:cNvSpPr>
                <a:spLocks noChangeAspect="1"/>
              </p:cNvSpPr>
              <p:nvPr/>
            </p:nvSpPr>
            <p:spPr bwMode="auto">
              <a:xfrm>
                <a:off x="536" y="517"/>
                <a:ext cx="1043" cy="245"/>
              </a:xfrm>
              <a:custGeom>
                <a:avLst/>
                <a:gdLst>
                  <a:gd name="T0" fmla="*/ 954 w 1043"/>
                  <a:gd name="T1" fmla="*/ 200 h 245"/>
                  <a:gd name="T2" fmla="*/ 1043 w 1043"/>
                  <a:gd name="T3" fmla="*/ 111 h 245"/>
                  <a:gd name="T4" fmla="*/ 399 w 1043"/>
                  <a:gd name="T5" fmla="*/ 111 h 245"/>
                  <a:gd name="T6" fmla="*/ 510 w 1043"/>
                  <a:gd name="T7" fmla="*/ 0 h 245"/>
                  <a:gd name="T8" fmla="*/ 0 w 1043"/>
                  <a:gd name="T9" fmla="*/ 133 h 245"/>
                  <a:gd name="T10" fmla="*/ 266 w 1043"/>
                  <a:gd name="T11" fmla="*/ 245 h 245"/>
                  <a:gd name="T12" fmla="*/ 310 w 1043"/>
                  <a:gd name="T13" fmla="*/ 200 h 245"/>
                  <a:gd name="T14" fmla="*/ 954 w 1043"/>
                  <a:gd name="T15" fmla="*/ 200 h 24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3" h="245">
                    <a:moveTo>
                      <a:pt x="954" y="200"/>
                    </a:moveTo>
                    <a:lnTo>
                      <a:pt x="1043" y="111"/>
                    </a:lnTo>
                    <a:lnTo>
                      <a:pt x="399" y="111"/>
                    </a:lnTo>
                    <a:lnTo>
                      <a:pt x="510" y="0"/>
                    </a:lnTo>
                    <a:lnTo>
                      <a:pt x="0" y="133"/>
                    </a:lnTo>
                    <a:lnTo>
                      <a:pt x="266" y="245"/>
                    </a:lnTo>
                    <a:lnTo>
                      <a:pt x="310" y="200"/>
                    </a:lnTo>
                    <a:lnTo>
                      <a:pt x="954" y="20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61" name="Freeform 589"/>
              <p:cNvSpPr>
                <a:spLocks noChangeAspect="1"/>
              </p:cNvSpPr>
              <p:nvPr/>
            </p:nvSpPr>
            <p:spPr bwMode="auto">
              <a:xfrm>
                <a:off x="824" y="206"/>
                <a:ext cx="1044" cy="267"/>
              </a:xfrm>
              <a:custGeom>
                <a:avLst/>
                <a:gdLst>
                  <a:gd name="T0" fmla="*/ 955 w 1044"/>
                  <a:gd name="T1" fmla="*/ 200 h 267"/>
                  <a:gd name="T2" fmla="*/ 1044 w 1044"/>
                  <a:gd name="T3" fmla="*/ 111 h 267"/>
                  <a:gd name="T4" fmla="*/ 422 w 1044"/>
                  <a:gd name="T5" fmla="*/ 111 h 267"/>
                  <a:gd name="T6" fmla="*/ 533 w 1044"/>
                  <a:gd name="T7" fmla="*/ 0 h 267"/>
                  <a:gd name="T8" fmla="*/ 0 w 1044"/>
                  <a:gd name="T9" fmla="*/ 156 h 267"/>
                  <a:gd name="T10" fmla="*/ 289 w 1044"/>
                  <a:gd name="T11" fmla="*/ 267 h 267"/>
                  <a:gd name="T12" fmla="*/ 333 w 1044"/>
                  <a:gd name="T13" fmla="*/ 200 h 267"/>
                  <a:gd name="T14" fmla="*/ 955 w 1044"/>
                  <a:gd name="T15" fmla="*/ 200 h 2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4" h="267">
                    <a:moveTo>
                      <a:pt x="955" y="200"/>
                    </a:moveTo>
                    <a:lnTo>
                      <a:pt x="1044" y="111"/>
                    </a:lnTo>
                    <a:lnTo>
                      <a:pt x="422" y="111"/>
                    </a:lnTo>
                    <a:lnTo>
                      <a:pt x="533" y="0"/>
                    </a:lnTo>
                    <a:lnTo>
                      <a:pt x="0" y="156"/>
                    </a:lnTo>
                    <a:lnTo>
                      <a:pt x="289" y="267"/>
                    </a:lnTo>
                    <a:lnTo>
                      <a:pt x="333" y="200"/>
                    </a:lnTo>
                    <a:lnTo>
                      <a:pt x="955" y="20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62" name="Freeform 590"/>
              <p:cNvSpPr>
                <a:spLocks noChangeAspect="1"/>
              </p:cNvSpPr>
              <p:nvPr/>
            </p:nvSpPr>
            <p:spPr bwMode="auto">
              <a:xfrm>
                <a:off x="824" y="206"/>
                <a:ext cx="1044" cy="267"/>
              </a:xfrm>
              <a:custGeom>
                <a:avLst/>
                <a:gdLst>
                  <a:gd name="T0" fmla="*/ 955 w 1044"/>
                  <a:gd name="T1" fmla="*/ 200 h 267"/>
                  <a:gd name="T2" fmla="*/ 1044 w 1044"/>
                  <a:gd name="T3" fmla="*/ 111 h 267"/>
                  <a:gd name="T4" fmla="*/ 422 w 1044"/>
                  <a:gd name="T5" fmla="*/ 111 h 267"/>
                  <a:gd name="T6" fmla="*/ 533 w 1044"/>
                  <a:gd name="T7" fmla="*/ 0 h 267"/>
                  <a:gd name="T8" fmla="*/ 0 w 1044"/>
                  <a:gd name="T9" fmla="*/ 156 h 267"/>
                  <a:gd name="T10" fmla="*/ 289 w 1044"/>
                  <a:gd name="T11" fmla="*/ 267 h 267"/>
                  <a:gd name="T12" fmla="*/ 333 w 1044"/>
                  <a:gd name="T13" fmla="*/ 200 h 267"/>
                  <a:gd name="T14" fmla="*/ 955 w 1044"/>
                  <a:gd name="T15" fmla="*/ 200 h 2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4" h="267">
                    <a:moveTo>
                      <a:pt x="955" y="200"/>
                    </a:moveTo>
                    <a:lnTo>
                      <a:pt x="1044" y="111"/>
                    </a:lnTo>
                    <a:lnTo>
                      <a:pt x="422" y="111"/>
                    </a:lnTo>
                    <a:lnTo>
                      <a:pt x="533" y="0"/>
                    </a:lnTo>
                    <a:lnTo>
                      <a:pt x="0" y="156"/>
                    </a:lnTo>
                    <a:lnTo>
                      <a:pt x="289" y="267"/>
                    </a:lnTo>
                    <a:lnTo>
                      <a:pt x="333" y="200"/>
                    </a:lnTo>
                    <a:lnTo>
                      <a:pt x="955" y="20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grpSp>
      </p:grpSp>
      <p:grpSp>
        <p:nvGrpSpPr>
          <p:cNvPr id="671" name="Group 591"/>
          <p:cNvGrpSpPr>
            <a:grpSpLocks noChangeAspect="1"/>
          </p:cNvGrpSpPr>
          <p:nvPr/>
        </p:nvGrpSpPr>
        <p:grpSpPr bwMode="auto">
          <a:xfrm>
            <a:off x="2171111" y="4197530"/>
            <a:ext cx="215900" cy="195263"/>
            <a:chOff x="431" y="391"/>
            <a:chExt cx="573" cy="518"/>
          </a:xfrm>
        </p:grpSpPr>
        <p:sp>
          <p:nvSpPr>
            <p:cNvPr id="672" name="AutoShape 592"/>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673" name="Rectangle 593"/>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674" name="Rectangle 594"/>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675" name="Freeform 595"/>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76" name="Freeform 596"/>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677" name="Line 597"/>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678" name="Freeform 598"/>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80" name="Freeform 599"/>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681" name="Freeform 600"/>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82" name="Freeform 601"/>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683" name="Freeform 602"/>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84" name="Freeform 603"/>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685" name="Rectangle 604"/>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686" name="Rectangle 605"/>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687" name="Freeform 606"/>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88" name="Rectangle 607"/>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689" name="Rectangle 608"/>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690" name="Group 609"/>
          <p:cNvGrpSpPr>
            <a:grpSpLocks noChangeAspect="1"/>
          </p:cNvGrpSpPr>
          <p:nvPr/>
        </p:nvGrpSpPr>
        <p:grpSpPr bwMode="auto">
          <a:xfrm>
            <a:off x="2242548" y="4034018"/>
            <a:ext cx="215900" cy="195262"/>
            <a:chOff x="431" y="391"/>
            <a:chExt cx="573" cy="518"/>
          </a:xfrm>
        </p:grpSpPr>
        <p:sp>
          <p:nvSpPr>
            <p:cNvPr id="691" name="AutoShape 610"/>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692" name="Rectangle 611"/>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693" name="Rectangle 612"/>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694" name="Freeform 613"/>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95" name="Freeform 614"/>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696" name="Line 615"/>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697" name="Freeform 616"/>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698" name="Freeform 617"/>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699" name="Freeform 618"/>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700" name="Freeform 619"/>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701" name="Freeform 620"/>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702" name="Freeform 621"/>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703" name="Rectangle 622"/>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704" name="Rectangle 623"/>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705" name="Freeform 624"/>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706" name="Rectangle 625"/>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707" name="Rectangle 626"/>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708" name="Group 627"/>
          <p:cNvGrpSpPr>
            <a:grpSpLocks noChangeAspect="1"/>
          </p:cNvGrpSpPr>
          <p:nvPr/>
        </p:nvGrpSpPr>
        <p:grpSpPr bwMode="auto">
          <a:xfrm>
            <a:off x="2313986" y="3870505"/>
            <a:ext cx="215900" cy="195263"/>
            <a:chOff x="431" y="391"/>
            <a:chExt cx="573" cy="518"/>
          </a:xfrm>
        </p:grpSpPr>
        <p:sp>
          <p:nvSpPr>
            <p:cNvPr id="709" name="AutoShape 628"/>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710" name="Rectangle 629"/>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711" name="Rectangle 630"/>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712" name="Freeform 631"/>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713" name="Freeform 632"/>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714" name="Line 633"/>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715" name="Freeform 634"/>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716" name="Freeform 635"/>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717" name="Freeform 636"/>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718" name="Freeform 637"/>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719" name="Freeform 638"/>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720" name="Freeform 639"/>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721" name="Rectangle 640"/>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722" name="Rectangle 641"/>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723" name="Freeform 642"/>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724" name="Rectangle 643"/>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725" name="Rectangle 644"/>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726" name="Group 645"/>
          <p:cNvGrpSpPr>
            <a:grpSpLocks noChangeAspect="1"/>
          </p:cNvGrpSpPr>
          <p:nvPr/>
        </p:nvGrpSpPr>
        <p:grpSpPr bwMode="auto">
          <a:xfrm>
            <a:off x="2323511" y="4197530"/>
            <a:ext cx="215900" cy="195263"/>
            <a:chOff x="431" y="391"/>
            <a:chExt cx="573" cy="518"/>
          </a:xfrm>
        </p:grpSpPr>
        <p:sp>
          <p:nvSpPr>
            <p:cNvPr id="727" name="AutoShape 646"/>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728" name="Rectangle 647"/>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729" name="Rectangle 648"/>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730" name="Freeform 649"/>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731" name="Freeform 650"/>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732" name="Line 651"/>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733" name="Freeform 652"/>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734" name="Freeform 653"/>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735" name="Freeform 654"/>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736" name="Freeform 655"/>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737" name="Freeform 656"/>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738" name="Freeform 657"/>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739" name="Rectangle 658"/>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740" name="Rectangle 659"/>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741" name="Freeform 660"/>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742" name="Rectangle 661"/>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743" name="Rectangle 662"/>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744" name="Group 663"/>
          <p:cNvGrpSpPr>
            <a:grpSpLocks noChangeAspect="1"/>
          </p:cNvGrpSpPr>
          <p:nvPr/>
        </p:nvGrpSpPr>
        <p:grpSpPr bwMode="auto">
          <a:xfrm>
            <a:off x="2394948" y="4034018"/>
            <a:ext cx="215900" cy="195262"/>
            <a:chOff x="431" y="391"/>
            <a:chExt cx="573" cy="518"/>
          </a:xfrm>
        </p:grpSpPr>
        <p:sp>
          <p:nvSpPr>
            <p:cNvPr id="745" name="AutoShape 664"/>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746" name="Rectangle 665"/>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747" name="Rectangle 666"/>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748" name="Freeform 667"/>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749" name="Freeform 668"/>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750" name="Line 669"/>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751" name="Freeform 670"/>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752" name="Freeform 671"/>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753" name="Freeform 672"/>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754" name="Freeform 673"/>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755" name="Freeform 674"/>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756" name="Freeform 675"/>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757" name="Rectangle 676"/>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758" name="Rectangle 677"/>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759" name="Freeform 678"/>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760" name="Rectangle 679"/>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761" name="Rectangle 680"/>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762" name="Group 681"/>
          <p:cNvGrpSpPr>
            <a:grpSpLocks noChangeAspect="1"/>
          </p:cNvGrpSpPr>
          <p:nvPr/>
        </p:nvGrpSpPr>
        <p:grpSpPr bwMode="auto">
          <a:xfrm>
            <a:off x="2466386" y="3870505"/>
            <a:ext cx="215900" cy="195263"/>
            <a:chOff x="431" y="391"/>
            <a:chExt cx="573" cy="518"/>
          </a:xfrm>
        </p:grpSpPr>
        <p:sp>
          <p:nvSpPr>
            <p:cNvPr id="763" name="AutoShape 682"/>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764" name="Rectangle 683"/>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765" name="Rectangle 684"/>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766" name="Freeform 685"/>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767" name="Freeform 686"/>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768" name="Line 687"/>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769" name="Freeform 688"/>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770" name="Freeform 689"/>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771" name="Freeform 690"/>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772" name="Freeform 691"/>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773" name="Freeform 692"/>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774" name="Freeform 693"/>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775" name="Rectangle 694"/>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776" name="Rectangle 695"/>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777" name="Freeform 696"/>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778" name="Rectangle 697"/>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779" name="Rectangle 698"/>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780" name="Group 699"/>
          <p:cNvGrpSpPr>
            <a:grpSpLocks noChangeAspect="1"/>
          </p:cNvGrpSpPr>
          <p:nvPr/>
        </p:nvGrpSpPr>
        <p:grpSpPr bwMode="auto">
          <a:xfrm>
            <a:off x="2475911" y="4197530"/>
            <a:ext cx="215900" cy="195263"/>
            <a:chOff x="431" y="391"/>
            <a:chExt cx="573" cy="518"/>
          </a:xfrm>
        </p:grpSpPr>
        <p:sp>
          <p:nvSpPr>
            <p:cNvPr id="781" name="AutoShape 700"/>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782" name="Rectangle 701"/>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783" name="Rectangle 702"/>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784" name="Freeform 703"/>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785" name="Freeform 704"/>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786" name="Line 705"/>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787" name="Freeform 706"/>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788" name="Freeform 707"/>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789" name="Freeform 708"/>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790" name="Freeform 709"/>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791" name="Freeform 710"/>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792" name="Freeform 711"/>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793" name="Rectangle 712"/>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794" name="Rectangle 713"/>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795" name="Freeform 714"/>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796" name="Rectangle 715"/>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797" name="Rectangle 716"/>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798" name="Group 717"/>
          <p:cNvGrpSpPr>
            <a:grpSpLocks noChangeAspect="1"/>
          </p:cNvGrpSpPr>
          <p:nvPr/>
        </p:nvGrpSpPr>
        <p:grpSpPr bwMode="auto">
          <a:xfrm>
            <a:off x="2547348" y="4034018"/>
            <a:ext cx="215900" cy="195262"/>
            <a:chOff x="431" y="391"/>
            <a:chExt cx="573" cy="518"/>
          </a:xfrm>
        </p:grpSpPr>
        <p:sp>
          <p:nvSpPr>
            <p:cNvPr id="799" name="AutoShape 718"/>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800" name="Rectangle 719"/>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801" name="Rectangle 720"/>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802" name="Freeform 721"/>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803" name="Freeform 722"/>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804" name="Line 723"/>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805" name="Freeform 724"/>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806" name="Freeform 725"/>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807" name="Freeform 726"/>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808" name="Freeform 727"/>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809" name="Freeform 728"/>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810" name="Freeform 729"/>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811" name="Rectangle 730"/>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812" name="Rectangle 731"/>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813" name="Freeform 732"/>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814" name="Rectangle 733"/>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815" name="Rectangle 734"/>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816" name="Group 735"/>
          <p:cNvGrpSpPr>
            <a:grpSpLocks noChangeAspect="1"/>
          </p:cNvGrpSpPr>
          <p:nvPr/>
        </p:nvGrpSpPr>
        <p:grpSpPr bwMode="auto">
          <a:xfrm>
            <a:off x="2618786" y="3870505"/>
            <a:ext cx="215900" cy="195263"/>
            <a:chOff x="431" y="391"/>
            <a:chExt cx="573" cy="518"/>
          </a:xfrm>
        </p:grpSpPr>
        <p:sp>
          <p:nvSpPr>
            <p:cNvPr id="817" name="AutoShape 736"/>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818" name="Rectangle 737"/>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819" name="Rectangle 738"/>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820" name="Freeform 739"/>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821" name="Freeform 740"/>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822" name="Line 741"/>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823" name="Freeform 742"/>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824" name="Freeform 743"/>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825" name="Freeform 744"/>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826" name="Freeform 745"/>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827" name="Freeform 746"/>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828" name="Freeform 747"/>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829" name="Rectangle 748"/>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830" name="Rectangle 749"/>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831" name="Freeform 750"/>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832" name="Rectangle 751"/>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833" name="Rectangle 752"/>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834" name="Group 753"/>
          <p:cNvGrpSpPr>
            <a:grpSpLocks noChangeAspect="1"/>
          </p:cNvGrpSpPr>
          <p:nvPr/>
        </p:nvGrpSpPr>
        <p:grpSpPr bwMode="auto">
          <a:xfrm>
            <a:off x="2628311" y="4197530"/>
            <a:ext cx="215900" cy="195263"/>
            <a:chOff x="431" y="391"/>
            <a:chExt cx="573" cy="518"/>
          </a:xfrm>
        </p:grpSpPr>
        <p:sp>
          <p:nvSpPr>
            <p:cNvPr id="835" name="AutoShape 754"/>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836" name="Rectangle 755"/>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837" name="Rectangle 756"/>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838" name="Freeform 757"/>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839" name="Freeform 758"/>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840" name="Line 759"/>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841" name="Freeform 760"/>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842" name="Freeform 761"/>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843" name="Freeform 762"/>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844" name="Freeform 763"/>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845" name="Freeform 764"/>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846" name="Freeform 765"/>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847" name="Rectangle 766"/>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848" name="Rectangle 767"/>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849" name="Freeform 768"/>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850" name="Rectangle 769"/>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851" name="Rectangle 770"/>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852" name="Group 771"/>
          <p:cNvGrpSpPr>
            <a:grpSpLocks noChangeAspect="1"/>
          </p:cNvGrpSpPr>
          <p:nvPr/>
        </p:nvGrpSpPr>
        <p:grpSpPr bwMode="auto">
          <a:xfrm>
            <a:off x="2699748" y="4034018"/>
            <a:ext cx="215900" cy="195262"/>
            <a:chOff x="431" y="391"/>
            <a:chExt cx="573" cy="518"/>
          </a:xfrm>
        </p:grpSpPr>
        <p:sp>
          <p:nvSpPr>
            <p:cNvPr id="853" name="AutoShape 772"/>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854" name="Rectangle 773"/>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855" name="Rectangle 774"/>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856" name="Freeform 775"/>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857" name="Freeform 776"/>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858" name="Line 777"/>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859" name="Freeform 778"/>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860" name="Freeform 779"/>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861" name="Freeform 780"/>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862" name="Freeform 781"/>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863" name="Freeform 782"/>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864" name="Freeform 783"/>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865" name="Rectangle 784"/>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866" name="Rectangle 785"/>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867" name="Freeform 786"/>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868" name="Rectangle 787"/>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869" name="Rectangle 788"/>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870" name="Group 789"/>
          <p:cNvGrpSpPr>
            <a:grpSpLocks noChangeAspect="1"/>
          </p:cNvGrpSpPr>
          <p:nvPr/>
        </p:nvGrpSpPr>
        <p:grpSpPr bwMode="auto">
          <a:xfrm>
            <a:off x="2771186" y="3870505"/>
            <a:ext cx="215900" cy="195263"/>
            <a:chOff x="431" y="391"/>
            <a:chExt cx="573" cy="518"/>
          </a:xfrm>
        </p:grpSpPr>
        <p:sp>
          <p:nvSpPr>
            <p:cNvPr id="871" name="AutoShape 790"/>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872" name="Rectangle 791"/>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873" name="Rectangle 792"/>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874" name="Freeform 793"/>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875" name="Freeform 794"/>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876" name="Line 795"/>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877" name="Freeform 796"/>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878" name="Freeform 797"/>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879" name="Freeform 798"/>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880" name="Freeform 799"/>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881" name="Freeform 800"/>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882" name="Freeform 801"/>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883" name="Rectangle 802"/>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884" name="Rectangle 803"/>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885" name="Freeform 804"/>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886" name="Rectangle 805"/>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887" name="Rectangle 806"/>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888" name="Group 807"/>
          <p:cNvGrpSpPr>
            <a:grpSpLocks noChangeAspect="1"/>
          </p:cNvGrpSpPr>
          <p:nvPr/>
        </p:nvGrpSpPr>
        <p:grpSpPr bwMode="auto">
          <a:xfrm>
            <a:off x="2780711" y="4197530"/>
            <a:ext cx="215900" cy="195263"/>
            <a:chOff x="431" y="391"/>
            <a:chExt cx="573" cy="518"/>
          </a:xfrm>
        </p:grpSpPr>
        <p:sp>
          <p:nvSpPr>
            <p:cNvPr id="889" name="AutoShape 808"/>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890" name="Rectangle 809"/>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891" name="Rectangle 810"/>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892" name="Freeform 811"/>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893" name="Freeform 812"/>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894" name="Line 813"/>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895" name="Freeform 814"/>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896" name="Freeform 815"/>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897" name="Freeform 816"/>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898" name="Freeform 817"/>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899" name="Freeform 818"/>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900" name="Freeform 819"/>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901" name="Rectangle 820"/>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902" name="Rectangle 821"/>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903" name="Freeform 822"/>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904" name="Rectangle 823"/>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905" name="Rectangle 824"/>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906" name="Group 825"/>
          <p:cNvGrpSpPr>
            <a:grpSpLocks noChangeAspect="1"/>
          </p:cNvGrpSpPr>
          <p:nvPr/>
        </p:nvGrpSpPr>
        <p:grpSpPr bwMode="auto">
          <a:xfrm>
            <a:off x="2852148" y="4034018"/>
            <a:ext cx="215900" cy="195262"/>
            <a:chOff x="431" y="391"/>
            <a:chExt cx="573" cy="518"/>
          </a:xfrm>
        </p:grpSpPr>
        <p:sp>
          <p:nvSpPr>
            <p:cNvPr id="907" name="AutoShape 826"/>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908" name="Rectangle 827"/>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909" name="Rectangle 828"/>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910" name="Freeform 829"/>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911" name="Freeform 830"/>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912" name="Line 831"/>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13" name="Freeform 832"/>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914" name="Freeform 833"/>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915" name="Freeform 834"/>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916" name="Freeform 835"/>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917" name="Freeform 836"/>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918" name="Freeform 837"/>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919" name="Rectangle 838"/>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920" name="Rectangle 839"/>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921" name="Freeform 840"/>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922" name="Rectangle 841"/>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923" name="Rectangle 842"/>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924" name="Group 843"/>
          <p:cNvGrpSpPr>
            <a:grpSpLocks noChangeAspect="1"/>
          </p:cNvGrpSpPr>
          <p:nvPr/>
        </p:nvGrpSpPr>
        <p:grpSpPr bwMode="auto">
          <a:xfrm>
            <a:off x="2923586" y="3870505"/>
            <a:ext cx="215900" cy="195263"/>
            <a:chOff x="431" y="391"/>
            <a:chExt cx="573" cy="518"/>
          </a:xfrm>
        </p:grpSpPr>
        <p:sp>
          <p:nvSpPr>
            <p:cNvPr id="925" name="AutoShape 844"/>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926" name="Rectangle 845"/>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927" name="Rectangle 846"/>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928" name="Freeform 847"/>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929" name="Freeform 848"/>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930" name="Line 849"/>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31" name="Freeform 850"/>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932" name="Freeform 851"/>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933" name="Freeform 852"/>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934" name="Freeform 853"/>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935" name="Freeform 854"/>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936" name="Freeform 855"/>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937" name="Rectangle 856"/>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938" name="Rectangle 857"/>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939" name="Freeform 858"/>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940" name="Rectangle 859"/>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941" name="Rectangle 860"/>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942" name="Group 861"/>
          <p:cNvGrpSpPr>
            <a:grpSpLocks noChangeAspect="1"/>
          </p:cNvGrpSpPr>
          <p:nvPr/>
        </p:nvGrpSpPr>
        <p:grpSpPr bwMode="auto">
          <a:xfrm>
            <a:off x="2933111" y="4197530"/>
            <a:ext cx="215900" cy="195263"/>
            <a:chOff x="431" y="391"/>
            <a:chExt cx="573" cy="518"/>
          </a:xfrm>
        </p:grpSpPr>
        <p:sp>
          <p:nvSpPr>
            <p:cNvPr id="943" name="AutoShape 862"/>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944" name="Rectangle 863"/>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945" name="Rectangle 864"/>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946" name="Freeform 865"/>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947" name="Freeform 866"/>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948" name="Line 867"/>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49" name="Freeform 868"/>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950" name="Freeform 869"/>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951" name="Freeform 870"/>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952" name="Freeform 871"/>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953" name="Freeform 872"/>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954" name="Freeform 873"/>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955" name="Rectangle 874"/>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956" name="Rectangle 875"/>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957" name="Freeform 876"/>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958" name="Rectangle 877"/>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959" name="Rectangle 878"/>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960" name="Group 879"/>
          <p:cNvGrpSpPr>
            <a:grpSpLocks noChangeAspect="1"/>
          </p:cNvGrpSpPr>
          <p:nvPr/>
        </p:nvGrpSpPr>
        <p:grpSpPr bwMode="auto">
          <a:xfrm>
            <a:off x="3004548" y="4034018"/>
            <a:ext cx="215900" cy="195262"/>
            <a:chOff x="431" y="391"/>
            <a:chExt cx="573" cy="518"/>
          </a:xfrm>
        </p:grpSpPr>
        <p:sp>
          <p:nvSpPr>
            <p:cNvPr id="961" name="AutoShape 880"/>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962" name="Rectangle 881"/>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963" name="Rectangle 882"/>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964" name="Freeform 883"/>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965" name="Freeform 884"/>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966" name="Line 885"/>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67" name="Freeform 886"/>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968" name="Freeform 887"/>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969" name="Freeform 888"/>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970" name="Freeform 889"/>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971" name="Freeform 890"/>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972" name="Freeform 891"/>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973" name="Rectangle 892"/>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974" name="Rectangle 893"/>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975" name="Freeform 894"/>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976" name="Rectangle 895"/>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977" name="Rectangle 896"/>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978" name="Group 897"/>
          <p:cNvGrpSpPr>
            <a:grpSpLocks noChangeAspect="1"/>
          </p:cNvGrpSpPr>
          <p:nvPr/>
        </p:nvGrpSpPr>
        <p:grpSpPr bwMode="auto">
          <a:xfrm>
            <a:off x="3075986" y="3870505"/>
            <a:ext cx="215900" cy="195263"/>
            <a:chOff x="431" y="391"/>
            <a:chExt cx="573" cy="518"/>
          </a:xfrm>
        </p:grpSpPr>
        <p:sp>
          <p:nvSpPr>
            <p:cNvPr id="979" name="AutoShape 898"/>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980" name="Rectangle 899"/>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981" name="Rectangle 900"/>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982" name="Freeform 901"/>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983" name="Freeform 902"/>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984" name="Line 903"/>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85" name="Freeform 904"/>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986" name="Freeform 905"/>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987" name="Freeform 906"/>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988" name="Freeform 907"/>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989" name="Freeform 908"/>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990" name="Freeform 909"/>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991" name="Rectangle 910"/>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992" name="Rectangle 911"/>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993" name="Freeform 912"/>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994" name="Rectangle 913"/>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995" name="Rectangle 914"/>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996" name="Group 915"/>
          <p:cNvGrpSpPr>
            <a:grpSpLocks noChangeAspect="1"/>
          </p:cNvGrpSpPr>
          <p:nvPr/>
        </p:nvGrpSpPr>
        <p:grpSpPr bwMode="auto">
          <a:xfrm>
            <a:off x="3085511" y="4197530"/>
            <a:ext cx="215900" cy="195263"/>
            <a:chOff x="431" y="391"/>
            <a:chExt cx="573" cy="518"/>
          </a:xfrm>
        </p:grpSpPr>
        <p:sp>
          <p:nvSpPr>
            <p:cNvPr id="997" name="AutoShape 916"/>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998" name="Rectangle 917"/>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999" name="Rectangle 918"/>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1000" name="Freeform 919"/>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001" name="Freeform 920"/>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1002" name="Line 921"/>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003" name="Freeform 922"/>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004" name="Freeform 923"/>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1005" name="Freeform 924"/>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006" name="Freeform 925"/>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1007" name="Freeform 926"/>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008" name="Freeform 927"/>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1009" name="Rectangle 928"/>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010" name="Rectangle 929"/>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1011" name="Freeform 930"/>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012" name="Rectangle 931"/>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1013" name="Rectangle 932"/>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1014" name="Group 933"/>
          <p:cNvGrpSpPr>
            <a:grpSpLocks noChangeAspect="1"/>
          </p:cNvGrpSpPr>
          <p:nvPr/>
        </p:nvGrpSpPr>
        <p:grpSpPr bwMode="auto">
          <a:xfrm>
            <a:off x="3156948" y="4034018"/>
            <a:ext cx="215900" cy="195262"/>
            <a:chOff x="431" y="391"/>
            <a:chExt cx="573" cy="518"/>
          </a:xfrm>
        </p:grpSpPr>
        <p:sp>
          <p:nvSpPr>
            <p:cNvPr id="1015" name="AutoShape 934"/>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016" name="Rectangle 935"/>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017" name="Rectangle 936"/>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1018" name="Freeform 937"/>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019" name="Freeform 938"/>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1020" name="Line 939"/>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021" name="Freeform 940"/>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022" name="Freeform 941"/>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1023" name="Freeform 942"/>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024" name="Freeform 943"/>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1025" name="Freeform 944"/>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026" name="Freeform 945"/>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1027" name="Rectangle 946"/>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028" name="Rectangle 947"/>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1029" name="Freeform 948"/>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030" name="Rectangle 949"/>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1031" name="Rectangle 950"/>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1032" name="Group 951"/>
          <p:cNvGrpSpPr>
            <a:grpSpLocks noChangeAspect="1"/>
          </p:cNvGrpSpPr>
          <p:nvPr/>
        </p:nvGrpSpPr>
        <p:grpSpPr bwMode="auto">
          <a:xfrm>
            <a:off x="3228386" y="3870505"/>
            <a:ext cx="215900" cy="195263"/>
            <a:chOff x="431" y="391"/>
            <a:chExt cx="573" cy="518"/>
          </a:xfrm>
        </p:grpSpPr>
        <p:sp>
          <p:nvSpPr>
            <p:cNvPr id="1033" name="AutoShape 952"/>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034" name="Rectangle 953"/>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035" name="Rectangle 954"/>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1036" name="Freeform 955"/>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037" name="Freeform 956"/>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1038" name="Line 957"/>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039" name="Freeform 958"/>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040" name="Freeform 959"/>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1041" name="Freeform 960"/>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042" name="Freeform 961"/>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1043" name="Freeform 962"/>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044" name="Freeform 963"/>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1045" name="Rectangle 964"/>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046" name="Rectangle 965"/>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1047" name="Freeform 966"/>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048" name="Rectangle 967"/>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1049" name="Rectangle 968"/>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1050" name="Group 969"/>
          <p:cNvGrpSpPr>
            <a:grpSpLocks noChangeAspect="1"/>
          </p:cNvGrpSpPr>
          <p:nvPr/>
        </p:nvGrpSpPr>
        <p:grpSpPr bwMode="auto">
          <a:xfrm>
            <a:off x="3237911" y="4197530"/>
            <a:ext cx="215900" cy="195263"/>
            <a:chOff x="431" y="391"/>
            <a:chExt cx="573" cy="518"/>
          </a:xfrm>
        </p:grpSpPr>
        <p:sp>
          <p:nvSpPr>
            <p:cNvPr id="1051" name="AutoShape 970"/>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052" name="Rectangle 971"/>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053" name="Rectangle 972"/>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1054" name="Freeform 973"/>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055" name="Freeform 974"/>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1056" name="Line 975"/>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057" name="Freeform 976"/>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058" name="Freeform 977"/>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1059" name="Freeform 978"/>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060" name="Freeform 979"/>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1061" name="Freeform 980"/>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062" name="Freeform 981"/>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1063" name="Rectangle 982"/>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064" name="Rectangle 983"/>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1065" name="Freeform 984"/>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066" name="Rectangle 985"/>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1067" name="Rectangle 986"/>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1068" name="Group 987"/>
          <p:cNvGrpSpPr>
            <a:grpSpLocks noChangeAspect="1"/>
          </p:cNvGrpSpPr>
          <p:nvPr/>
        </p:nvGrpSpPr>
        <p:grpSpPr bwMode="auto">
          <a:xfrm>
            <a:off x="3309348" y="4034018"/>
            <a:ext cx="215900" cy="195262"/>
            <a:chOff x="431" y="391"/>
            <a:chExt cx="573" cy="518"/>
          </a:xfrm>
        </p:grpSpPr>
        <p:sp>
          <p:nvSpPr>
            <p:cNvPr id="1069" name="AutoShape 988"/>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070" name="Rectangle 989"/>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071" name="Rectangle 990"/>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1072" name="Freeform 991"/>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073" name="Freeform 992"/>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1074" name="Line 993"/>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075" name="Freeform 994"/>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076" name="Freeform 995"/>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1077" name="Freeform 996"/>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078" name="Freeform 997"/>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1079" name="Freeform 998"/>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080" name="Freeform 999"/>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1081" name="Rectangle 1000"/>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082" name="Rectangle 1001"/>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1083" name="Freeform 1002"/>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084" name="Rectangle 1003"/>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1085" name="Rectangle 1004"/>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1086" name="Group 1005"/>
          <p:cNvGrpSpPr>
            <a:grpSpLocks noChangeAspect="1"/>
          </p:cNvGrpSpPr>
          <p:nvPr/>
        </p:nvGrpSpPr>
        <p:grpSpPr bwMode="auto">
          <a:xfrm>
            <a:off x="3380786" y="3870505"/>
            <a:ext cx="215900" cy="195263"/>
            <a:chOff x="431" y="391"/>
            <a:chExt cx="573" cy="518"/>
          </a:xfrm>
        </p:grpSpPr>
        <p:sp>
          <p:nvSpPr>
            <p:cNvPr id="1087" name="AutoShape 1006"/>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088" name="Rectangle 1007"/>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089" name="Rectangle 1008"/>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1090" name="Freeform 1009"/>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091" name="Freeform 1010"/>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1092" name="Line 1011"/>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093" name="Freeform 1012"/>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094" name="Freeform 1013"/>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1095" name="Freeform 1014"/>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096" name="Freeform 1015"/>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1097" name="Freeform 1016"/>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098" name="Freeform 1017"/>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1099" name="Rectangle 1018"/>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100" name="Rectangle 1019"/>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1101" name="Freeform 1020"/>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102" name="Rectangle 1021"/>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1103" name="Rectangle 1022"/>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1104" name="Group 1023"/>
          <p:cNvGrpSpPr>
            <a:grpSpLocks noChangeAspect="1"/>
          </p:cNvGrpSpPr>
          <p:nvPr/>
        </p:nvGrpSpPr>
        <p:grpSpPr bwMode="auto">
          <a:xfrm>
            <a:off x="3390311" y="4197530"/>
            <a:ext cx="215900" cy="195263"/>
            <a:chOff x="431" y="391"/>
            <a:chExt cx="573" cy="518"/>
          </a:xfrm>
        </p:grpSpPr>
        <p:sp>
          <p:nvSpPr>
            <p:cNvPr id="1105" name="AutoShape 1024"/>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106" name="Rectangle 1025"/>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107" name="Rectangle 1026"/>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1108" name="Freeform 1027"/>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109" name="Freeform 1028"/>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1110" name="Line 1029"/>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111" name="Freeform 1030"/>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112" name="Freeform 1031"/>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1113" name="Freeform 1032"/>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114" name="Freeform 1033"/>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1115" name="Freeform 1034"/>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116" name="Freeform 1035"/>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1117" name="Rectangle 1036"/>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118" name="Rectangle 1037"/>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1119" name="Freeform 1038"/>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120" name="Rectangle 1039"/>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1121" name="Rectangle 1040"/>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1122" name="Group 1041"/>
          <p:cNvGrpSpPr>
            <a:grpSpLocks noChangeAspect="1"/>
          </p:cNvGrpSpPr>
          <p:nvPr/>
        </p:nvGrpSpPr>
        <p:grpSpPr bwMode="auto">
          <a:xfrm>
            <a:off x="3461748" y="4034018"/>
            <a:ext cx="215900" cy="195262"/>
            <a:chOff x="431" y="391"/>
            <a:chExt cx="573" cy="518"/>
          </a:xfrm>
        </p:grpSpPr>
        <p:sp>
          <p:nvSpPr>
            <p:cNvPr id="1123" name="AutoShape 1042"/>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124" name="Rectangle 1043"/>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125" name="Rectangle 1044"/>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1126" name="Freeform 1045"/>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127" name="Freeform 1046"/>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1128" name="Line 1047"/>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129" name="Freeform 1048"/>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130" name="Freeform 1049"/>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1131" name="Freeform 1050"/>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132" name="Freeform 1051"/>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1133" name="Freeform 1052"/>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134" name="Freeform 1053"/>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1135" name="Rectangle 1054"/>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136" name="Rectangle 1055"/>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1137" name="Freeform 1056"/>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138" name="Rectangle 1057"/>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1139" name="Rectangle 1058"/>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1140" name="Group 1059"/>
          <p:cNvGrpSpPr>
            <a:grpSpLocks noChangeAspect="1"/>
          </p:cNvGrpSpPr>
          <p:nvPr/>
        </p:nvGrpSpPr>
        <p:grpSpPr bwMode="auto">
          <a:xfrm>
            <a:off x="3533186" y="3870505"/>
            <a:ext cx="215900" cy="195263"/>
            <a:chOff x="431" y="391"/>
            <a:chExt cx="573" cy="518"/>
          </a:xfrm>
        </p:grpSpPr>
        <p:sp>
          <p:nvSpPr>
            <p:cNvPr id="1141" name="AutoShape 1060"/>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142" name="Rectangle 1061"/>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143" name="Rectangle 1062"/>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1144" name="Freeform 1063"/>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145" name="Freeform 1064"/>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1146" name="Line 1065"/>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147" name="Freeform 1066"/>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148" name="Freeform 1067"/>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1149" name="Freeform 1068"/>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150" name="Freeform 1069"/>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1151" name="Freeform 1070"/>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152" name="Freeform 1071"/>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1153" name="Rectangle 1072"/>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154" name="Rectangle 1073"/>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1155" name="Freeform 1074"/>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156" name="Rectangle 1075"/>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1157" name="Rectangle 1076"/>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sp>
        <p:nvSpPr>
          <p:cNvPr id="1158" name="Text Box 1077"/>
          <p:cNvSpPr txBox="1">
            <a:spLocks noChangeArrowheads="1"/>
          </p:cNvSpPr>
          <p:nvPr/>
        </p:nvSpPr>
        <p:spPr bwMode="auto">
          <a:xfrm>
            <a:off x="3753848" y="4950005"/>
            <a:ext cx="23050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fr-FR"/>
              <a:t>Gigabit Ethernet</a:t>
            </a:r>
          </a:p>
        </p:txBody>
      </p:sp>
      <p:sp>
        <p:nvSpPr>
          <p:cNvPr id="1159" name="Text Box 1078"/>
          <p:cNvSpPr txBox="1">
            <a:spLocks noChangeArrowheads="1"/>
          </p:cNvSpPr>
          <p:nvPr/>
        </p:nvSpPr>
        <p:spPr bwMode="auto">
          <a:xfrm>
            <a:off x="729661" y="4445180"/>
            <a:ext cx="23050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fr-FR"/>
              <a:t>Fast Ethernet</a:t>
            </a:r>
          </a:p>
        </p:txBody>
      </p:sp>
      <p:sp>
        <p:nvSpPr>
          <p:cNvPr id="1160" name="Text Box 1079"/>
          <p:cNvSpPr txBox="1">
            <a:spLocks noChangeArrowheads="1"/>
          </p:cNvSpPr>
          <p:nvPr/>
        </p:nvSpPr>
        <p:spPr bwMode="auto">
          <a:xfrm>
            <a:off x="7570198" y="4445180"/>
            <a:ext cx="15843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fr-FR"/>
              <a:t>Fast Ethernet</a:t>
            </a:r>
          </a:p>
        </p:txBody>
      </p:sp>
    </p:spTree>
    <p:extLst>
      <p:ext uri="{BB962C8B-B14F-4D97-AF65-F5344CB8AC3E}">
        <p14:creationId xmlns:p14="http://schemas.microsoft.com/office/powerpoint/2010/main" val="4120707193"/>
      </p:ext>
    </p:extLst>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3"/>
          <p:cNvSpPr txBox="1">
            <a:spLocks/>
          </p:cNvSpPr>
          <p:nvPr/>
        </p:nvSpPr>
        <p:spPr>
          <a:xfrm>
            <a:off x="11421233" y="6619875"/>
            <a:ext cx="746929" cy="2381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1pPr>
            <a:lvl2pPr marL="742950" indent="-28575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2pPr>
            <a:lvl3pPr marL="1143000" indent="-22860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3pPr>
            <a:lvl4pPr marL="1600200" indent="-22860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4pPr>
            <a:lvl5pPr marL="2057400" indent="-22860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5pPr>
            <a:lvl6pPr marL="25146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6pPr>
            <a:lvl7pPr marL="29718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7pPr>
            <a:lvl8pPr marL="34290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8pPr>
            <a:lvl9pPr marL="38862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9pPr>
          </a:lstStyle>
          <a:p>
            <a:pPr algn="r" eaLnBrk="1" hangingPunct="1"/>
            <a:fld id="{A6099D49-99EB-46B5-BBE2-692892430483}" type="slidenum">
              <a:rPr lang="en-US" altLang="fr-FR" sz="1200" smtClean="0">
                <a:solidFill>
                  <a:srgbClr val="000000"/>
                </a:solidFill>
              </a:rPr>
              <a:pPr algn="r" eaLnBrk="1" hangingPunct="1"/>
              <a:t>19</a:t>
            </a:fld>
            <a:endParaRPr lang="en-US" altLang="fr-FR" sz="1200" dirty="0">
              <a:solidFill>
                <a:srgbClr val="000000"/>
              </a:solidFill>
            </a:endParaRPr>
          </a:p>
        </p:txBody>
      </p:sp>
      <p:sp>
        <p:nvSpPr>
          <p:cNvPr id="4" name="Titre 3"/>
          <p:cNvSpPr>
            <a:spLocks noGrp="1"/>
          </p:cNvSpPr>
          <p:nvPr>
            <p:ph type="title"/>
          </p:nvPr>
        </p:nvSpPr>
        <p:spPr>
          <a:xfrm>
            <a:off x="394138" y="0"/>
            <a:ext cx="11027095" cy="685800"/>
          </a:xfrm>
        </p:spPr>
        <p:txBody>
          <a:bodyPr/>
          <a:lstStyle/>
          <a:p>
            <a:pPr>
              <a:lnSpc>
                <a:spcPct val="100000"/>
              </a:lnSpc>
            </a:pPr>
            <a:r>
              <a:rPr lang="fr-FR" sz="3200" spc="-100" dirty="0">
                <a:solidFill>
                  <a:srgbClr val="1F497D"/>
                </a:solidFill>
                <a:latin typeface="Cambria"/>
              </a:rPr>
              <a:t>Le management du switch</a:t>
            </a:r>
          </a:p>
        </p:txBody>
      </p:sp>
      <p:sp>
        <p:nvSpPr>
          <p:cNvPr id="5" name="Rectangle 4"/>
          <p:cNvSpPr/>
          <p:nvPr/>
        </p:nvSpPr>
        <p:spPr>
          <a:xfrm>
            <a:off x="132202" y="1013548"/>
            <a:ext cx="11289031" cy="5725389"/>
          </a:xfrm>
          <a:prstGeom prst="rect">
            <a:avLst/>
          </a:prstGeom>
          <a:noFill/>
          <a:ln w="38100">
            <a:gradFill>
              <a:gsLst>
                <a:gs pos="0">
                  <a:srgbClr val="000082"/>
                </a:gs>
                <a:gs pos="30000">
                  <a:srgbClr val="66008F"/>
                </a:gs>
                <a:gs pos="64999">
                  <a:srgbClr val="BA0066"/>
                </a:gs>
                <a:gs pos="89999">
                  <a:srgbClr val="FF0000"/>
                </a:gs>
                <a:gs pos="100000">
                  <a:srgbClr val="FF8200"/>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4" name="Rectangle à coins arrondis 1">
            <a:extLst>
              <a:ext uri="{FF2B5EF4-FFF2-40B4-BE49-F238E27FC236}">
                <a16:creationId xmlns:a16="http://schemas.microsoft.com/office/drawing/2014/main" id="{308AD588-9C53-4A9C-BFCF-5A0F8664F0BB}"/>
              </a:ext>
            </a:extLst>
          </p:cNvPr>
          <p:cNvSpPr/>
          <p:nvPr/>
        </p:nvSpPr>
        <p:spPr>
          <a:xfrm>
            <a:off x="500032" y="794254"/>
            <a:ext cx="10391375" cy="526726"/>
          </a:xfrm>
          <a:prstGeom prst="round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path path="circle">
              <a:fillToRect t="100000" r="100000"/>
            </a:path>
            <a:tileRect l="-100000" b="-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2800" spc="-100" dirty="0">
                <a:solidFill>
                  <a:srgbClr val="1F497D"/>
                </a:solidFill>
                <a:latin typeface="Cambria"/>
              </a:rPr>
              <a:t>L’adresse IP d’un switch</a:t>
            </a:r>
            <a:endParaRPr lang="fr-FR" altLang="fr-FR" sz="2800" spc="-100" dirty="0">
              <a:solidFill>
                <a:srgbClr val="1F497D"/>
              </a:solidFill>
              <a:latin typeface="Cambria"/>
            </a:endParaRPr>
          </a:p>
        </p:txBody>
      </p:sp>
      <p:cxnSp>
        <p:nvCxnSpPr>
          <p:cNvPr id="679" name="Connecteur droit 678">
            <a:extLst>
              <a:ext uri="{FF2B5EF4-FFF2-40B4-BE49-F238E27FC236}">
                <a16:creationId xmlns:a16="http://schemas.microsoft.com/office/drawing/2014/main" id="{AC6DD3EC-7BF1-4640-A4AD-0AB5D2D6334F}"/>
              </a:ext>
            </a:extLst>
          </p:cNvPr>
          <p:cNvCxnSpPr/>
          <p:nvPr/>
        </p:nvCxnSpPr>
        <p:spPr>
          <a:xfrm>
            <a:off x="641445" y="1132993"/>
            <a:ext cx="0" cy="5636994"/>
          </a:xfrm>
          <a:prstGeom prst="line">
            <a:avLst/>
          </a:prstGeom>
        </p:spPr>
        <p:style>
          <a:lnRef idx="1">
            <a:schemeClr val="accent1"/>
          </a:lnRef>
          <a:fillRef idx="0">
            <a:schemeClr val="accent1"/>
          </a:fillRef>
          <a:effectRef idx="0">
            <a:schemeClr val="accent1"/>
          </a:effectRef>
          <a:fontRef idx="minor">
            <a:schemeClr val="tx1"/>
          </a:fontRef>
        </p:style>
      </p:cxnSp>
      <p:sp>
        <p:nvSpPr>
          <p:cNvPr id="1163" name="Line 2"/>
          <p:cNvSpPr>
            <a:spLocks noChangeShapeType="1"/>
          </p:cNvSpPr>
          <p:nvPr/>
        </p:nvSpPr>
        <p:spPr bwMode="auto">
          <a:xfrm>
            <a:off x="3452863" y="5334001"/>
            <a:ext cx="3095625"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1164" name="Rectangle 4"/>
          <p:cNvSpPr txBox="1">
            <a:spLocks noChangeArrowheads="1"/>
          </p:cNvSpPr>
          <p:nvPr/>
        </p:nvSpPr>
        <p:spPr>
          <a:xfrm>
            <a:off x="641445" y="1344613"/>
            <a:ext cx="8229600" cy="4533900"/>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fr-FR"/>
              <a:t>Elle n’est pas </a:t>
            </a:r>
            <a:r>
              <a:rPr lang="fr-FR">
                <a:solidFill>
                  <a:srgbClr val="FF0000"/>
                </a:solidFill>
              </a:rPr>
              <a:t>obligatoire.</a:t>
            </a:r>
            <a:endParaRPr lang="fr-FR"/>
          </a:p>
          <a:p>
            <a:r>
              <a:rPr lang="fr-FR"/>
              <a:t>Elle sera configurée </a:t>
            </a:r>
            <a:r>
              <a:rPr lang="fr-FR">
                <a:solidFill>
                  <a:srgbClr val="FF0000"/>
                </a:solidFill>
              </a:rPr>
              <a:t>sur l’interface VLAN 1.</a:t>
            </a:r>
            <a:endParaRPr lang="fr-FR"/>
          </a:p>
          <a:p>
            <a:r>
              <a:rPr lang="fr-FR"/>
              <a:t>Elle permet de </a:t>
            </a:r>
            <a:r>
              <a:rPr lang="fr-FR">
                <a:solidFill>
                  <a:srgbClr val="FF0000"/>
                </a:solidFill>
              </a:rPr>
              <a:t>manager</a:t>
            </a:r>
            <a:r>
              <a:rPr lang="fr-FR"/>
              <a:t> le switch à distance.</a:t>
            </a:r>
          </a:p>
          <a:p>
            <a:pPr>
              <a:buFont typeface="Wingdings" pitchFamily="2" charset="2"/>
              <a:buNone/>
            </a:pPr>
            <a:endParaRPr lang="fr-FR"/>
          </a:p>
        </p:txBody>
      </p:sp>
      <p:sp>
        <p:nvSpPr>
          <p:cNvPr id="1165" name="Line 5"/>
          <p:cNvSpPr>
            <a:spLocks noChangeShapeType="1"/>
          </p:cNvSpPr>
          <p:nvPr/>
        </p:nvSpPr>
        <p:spPr bwMode="auto">
          <a:xfrm>
            <a:off x="6280200" y="4397376"/>
            <a:ext cx="0" cy="6492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1166" name="Line 6"/>
          <p:cNvSpPr>
            <a:spLocks noChangeShapeType="1"/>
          </p:cNvSpPr>
          <p:nvPr/>
        </p:nvSpPr>
        <p:spPr bwMode="auto">
          <a:xfrm>
            <a:off x="6332588" y="4397376"/>
            <a:ext cx="0" cy="6492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1167" name="Line 7"/>
          <p:cNvSpPr>
            <a:spLocks noChangeShapeType="1"/>
          </p:cNvSpPr>
          <p:nvPr/>
        </p:nvSpPr>
        <p:spPr bwMode="auto">
          <a:xfrm>
            <a:off x="6384975" y="4397376"/>
            <a:ext cx="0" cy="6492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1168" name="Line 8"/>
          <p:cNvSpPr>
            <a:spLocks noChangeShapeType="1"/>
          </p:cNvSpPr>
          <p:nvPr/>
        </p:nvSpPr>
        <p:spPr bwMode="auto">
          <a:xfrm>
            <a:off x="6437363" y="4397376"/>
            <a:ext cx="0" cy="6492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1169" name="Line 9"/>
          <p:cNvSpPr>
            <a:spLocks noChangeShapeType="1"/>
          </p:cNvSpPr>
          <p:nvPr/>
        </p:nvSpPr>
        <p:spPr bwMode="auto">
          <a:xfrm>
            <a:off x="6489750" y="4397376"/>
            <a:ext cx="0" cy="6492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1170" name="Line 10"/>
          <p:cNvSpPr>
            <a:spLocks noChangeShapeType="1"/>
          </p:cNvSpPr>
          <p:nvPr/>
        </p:nvSpPr>
        <p:spPr bwMode="auto">
          <a:xfrm>
            <a:off x="6542138" y="4397376"/>
            <a:ext cx="0" cy="6492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1171" name="Line 11"/>
          <p:cNvSpPr>
            <a:spLocks noChangeShapeType="1"/>
          </p:cNvSpPr>
          <p:nvPr/>
        </p:nvSpPr>
        <p:spPr bwMode="auto">
          <a:xfrm>
            <a:off x="6594525" y="4397376"/>
            <a:ext cx="0" cy="6492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1172" name="Line 12"/>
          <p:cNvSpPr>
            <a:spLocks noChangeShapeType="1"/>
          </p:cNvSpPr>
          <p:nvPr/>
        </p:nvSpPr>
        <p:spPr bwMode="auto">
          <a:xfrm>
            <a:off x="6646913" y="4397376"/>
            <a:ext cx="0" cy="6492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1173" name="Line 13"/>
          <p:cNvSpPr>
            <a:spLocks noChangeShapeType="1"/>
          </p:cNvSpPr>
          <p:nvPr/>
        </p:nvSpPr>
        <p:spPr bwMode="auto">
          <a:xfrm>
            <a:off x="6699300" y="4397376"/>
            <a:ext cx="0" cy="6492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1174" name="Line 14"/>
          <p:cNvSpPr>
            <a:spLocks noChangeShapeType="1"/>
          </p:cNvSpPr>
          <p:nvPr/>
        </p:nvSpPr>
        <p:spPr bwMode="auto">
          <a:xfrm>
            <a:off x="6751688" y="4397376"/>
            <a:ext cx="0" cy="6492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1175" name="Line 15"/>
          <p:cNvSpPr>
            <a:spLocks noChangeShapeType="1"/>
          </p:cNvSpPr>
          <p:nvPr/>
        </p:nvSpPr>
        <p:spPr bwMode="auto">
          <a:xfrm>
            <a:off x="6804075" y="4397376"/>
            <a:ext cx="0" cy="6492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1176" name="Line 16"/>
          <p:cNvSpPr>
            <a:spLocks noChangeShapeType="1"/>
          </p:cNvSpPr>
          <p:nvPr/>
        </p:nvSpPr>
        <p:spPr bwMode="auto">
          <a:xfrm>
            <a:off x="6856463" y="4397376"/>
            <a:ext cx="0" cy="6492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1177" name="Line 17"/>
          <p:cNvSpPr>
            <a:spLocks noChangeShapeType="1"/>
          </p:cNvSpPr>
          <p:nvPr/>
        </p:nvSpPr>
        <p:spPr bwMode="auto">
          <a:xfrm>
            <a:off x="6908850" y="4397376"/>
            <a:ext cx="0" cy="6492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1178" name="Line 18"/>
          <p:cNvSpPr>
            <a:spLocks noChangeShapeType="1"/>
          </p:cNvSpPr>
          <p:nvPr/>
        </p:nvSpPr>
        <p:spPr bwMode="auto">
          <a:xfrm>
            <a:off x="6961238" y="4397376"/>
            <a:ext cx="0" cy="6492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1179" name="Line 19"/>
          <p:cNvSpPr>
            <a:spLocks noChangeShapeType="1"/>
          </p:cNvSpPr>
          <p:nvPr/>
        </p:nvSpPr>
        <p:spPr bwMode="auto">
          <a:xfrm>
            <a:off x="7013625" y="4397376"/>
            <a:ext cx="0" cy="6492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1180" name="Line 20"/>
          <p:cNvSpPr>
            <a:spLocks noChangeShapeType="1"/>
          </p:cNvSpPr>
          <p:nvPr/>
        </p:nvSpPr>
        <p:spPr bwMode="auto">
          <a:xfrm>
            <a:off x="7066013" y="4397376"/>
            <a:ext cx="0" cy="6492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1181" name="Line 21"/>
          <p:cNvSpPr>
            <a:spLocks noChangeShapeType="1"/>
          </p:cNvSpPr>
          <p:nvPr/>
        </p:nvSpPr>
        <p:spPr bwMode="auto">
          <a:xfrm>
            <a:off x="7118400" y="4397376"/>
            <a:ext cx="0" cy="649287"/>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1182" name="Line 22"/>
          <p:cNvSpPr>
            <a:spLocks noChangeShapeType="1"/>
          </p:cNvSpPr>
          <p:nvPr/>
        </p:nvSpPr>
        <p:spPr bwMode="auto">
          <a:xfrm>
            <a:off x="7170788" y="4397376"/>
            <a:ext cx="0" cy="6492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1183" name="Line 23"/>
          <p:cNvSpPr>
            <a:spLocks noChangeShapeType="1"/>
          </p:cNvSpPr>
          <p:nvPr/>
        </p:nvSpPr>
        <p:spPr bwMode="auto">
          <a:xfrm>
            <a:off x="7223175" y="4397376"/>
            <a:ext cx="0" cy="6492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1184" name="Line 24"/>
          <p:cNvSpPr>
            <a:spLocks noChangeShapeType="1"/>
          </p:cNvSpPr>
          <p:nvPr/>
        </p:nvSpPr>
        <p:spPr bwMode="auto">
          <a:xfrm>
            <a:off x="7275563" y="4397376"/>
            <a:ext cx="0" cy="6492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1185" name="Line 25"/>
          <p:cNvSpPr>
            <a:spLocks noChangeShapeType="1"/>
          </p:cNvSpPr>
          <p:nvPr/>
        </p:nvSpPr>
        <p:spPr bwMode="auto">
          <a:xfrm>
            <a:off x="7327950" y="4397376"/>
            <a:ext cx="0" cy="6492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1186" name="Line 26"/>
          <p:cNvSpPr>
            <a:spLocks noChangeShapeType="1"/>
          </p:cNvSpPr>
          <p:nvPr/>
        </p:nvSpPr>
        <p:spPr bwMode="auto">
          <a:xfrm>
            <a:off x="7380338" y="4397376"/>
            <a:ext cx="0" cy="6492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1187" name="Line 27"/>
          <p:cNvSpPr>
            <a:spLocks noChangeShapeType="1"/>
          </p:cNvSpPr>
          <p:nvPr/>
        </p:nvSpPr>
        <p:spPr bwMode="auto">
          <a:xfrm>
            <a:off x="7432725" y="4397376"/>
            <a:ext cx="0" cy="6492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1188" name="Line 28"/>
          <p:cNvSpPr>
            <a:spLocks noChangeShapeType="1"/>
          </p:cNvSpPr>
          <p:nvPr/>
        </p:nvSpPr>
        <p:spPr bwMode="auto">
          <a:xfrm>
            <a:off x="7485113" y="4397376"/>
            <a:ext cx="0" cy="6492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grpSp>
        <p:nvGrpSpPr>
          <p:cNvPr id="1189" name="Group 29"/>
          <p:cNvGrpSpPr>
            <a:grpSpLocks noChangeAspect="1"/>
          </p:cNvGrpSpPr>
          <p:nvPr/>
        </p:nvGrpSpPr>
        <p:grpSpPr bwMode="auto">
          <a:xfrm>
            <a:off x="5684888" y="4902201"/>
            <a:ext cx="2017712" cy="863600"/>
            <a:chOff x="2835" y="1389"/>
            <a:chExt cx="1316" cy="563"/>
          </a:xfrm>
        </p:grpSpPr>
        <p:sp>
          <p:nvSpPr>
            <p:cNvPr id="1190" name="AutoShape 30"/>
            <p:cNvSpPr>
              <a:spLocks noChangeAspect="1" noChangeArrowheads="1" noTextEdit="1"/>
            </p:cNvSpPr>
            <p:nvPr/>
          </p:nvSpPr>
          <p:spPr bwMode="auto">
            <a:xfrm>
              <a:off x="2835" y="1389"/>
              <a:ext cx="1316" cy="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191" name="Rectangle 31"/>
            <p:cNvSpPr>
              <a:spLocks noChangeAspect="1" noChangeArrowheads="1"/>
            </p:cNvSpPr>
            <p:nvPr/>
          </p:nvSpPr>
          <p:spPr bwMode="auto">
            <a:xfrm>
              <a:off x="2835" y="1689"/>
              <a:ext cx="998" cy="254"/>
            </a:xfrm>
            <a:prstGeom prst="rect">
              <a:avLst/>
            </a:prstGeom>
            <a:solidFill>
              <a:srgbClr val="0096D5"/>
            </a:solidFill>
            <a:ln w="12700">
              <a:solidFill>
                <a:schemeClr val="tx1"/>
              </a:solidFill>
              <a:miter lim="800000"/>
              <a:headEnd/>
              <a:tailEnd/>
            </a:ln>
          </p:spPr>
          <p:txBody>
            <a:bodyPr/>
            <a:lstStyle/>
            <a:p>
              <a:endParaRPr lang="fr-FR"/>
            </a:p>
          </p:txBody>
        </p:sp>
        <p:sp>
          <p:nvSpPr>
            <p:cNvPr id="1192" name="Rectangle 32"/>
            <p:cNvSpPr>
              <a:spLocks noChangeAspect="1" noChangeArrowheads="1"/>
            </p:cNvSpPr>
            <p:nvPr/>
          </p:nvSpPr>
          <p:spPr bwMode="auto">
            <a:xfrm>
              <a:off x="2839" y="1693"/>
              <a:ext cx="990" cy="246"/>
            </a:xfrm>
            <a:prstGeom prst="rect">
              <a:avLst/>
            </a:prstGeom>
            <a:gradFill rotWithShape="1">
              <a:gsLst>
                <a:gs pos="0">
                  <a:srgbClr val="66FFCC"/>
                </a:gs>
                <a:gs pos="100000">
                  <a:srgbClr val="66FFCC">
                    <a:gamma/>
                    <a:shade val="76078"/>
                    <a:invGamma/>
                  </a:srgbClr>
                </a:gs>
              </a:gsLst>
              <a:lin ang="5400000" scaled="1"/>
            </a:gradFill>
            <a:ln w="12700">
              <a:solidFill>
                <a:srgbClr val="009999"/>
              </a:solidFill>
              <a:miter lim="800000"/>
              <a:headEnd/>
              <a:tailEnd/>
            </a:ln>
          </p:spPr>
          <p:txBody>
            <a:bodyPr/>
            <a:lstStyle/>
            <a:p>
              <a:endParaRPr lang="fr-FR"/>
            </a:p>
          </p:txBody>
        </p:sp>
        <p:sp>
          <p:nvSpPr>
            <p:cNvPr id="1193" name="Freeform 33"/>
            <p:cNvSpPr>
              <a:spLocks noChangeAspect="1"/>
            </p:cNvSpPr>
            <p:nvPr/>
          </p:nvSpPr>
          <p:spPr bwMode="auto">
            <a:xfrm>
              <a:off x="3833" y="1389"/>
              <a:ext cx="309" cy="554"/>
            </a:xfrm>
            <a:custGeom>
              <a:avLst/>
              <a:gdLst>
                <a:gd name="T0" fmla="*/ 0 w 755"/>
                <a:gd name="T1" fmla="*/ 733 h 1355"/>
                <a:gd name="T2" fmla="*/ 755 w 755"/>
                <a:gd name="T3" fmla="*/ 0 h 1355"/>
                <a:gd name="T4" fmla="*/ 755 w 755"/>
                <a:gd name="T5" fmla="*/ 622 h 1355"/>
                <a:gd name="T6" fmla="*/ 0 w 755"/>
                <a:gd name="T7" fmla="*/ 1355 h 1355"/>
                <a:gd name="T8" fmla="*/ 0 w 755"/>
                <a:gd name="T9" fmla="*/ 733 h 1355"/>
              </a:gdLst>
              <a:ahLst/>
              <a:cxnLst>
                <a:cxn ang="0">
                  <a:pos x="T0" y="T1"/>
                </a:cxn>
                <a:cxn ang="0">
                  <a:pos x="T2" y="T3"/>
                </a:cxn>
                <a:cxn ang="0">
                  <a:pos x="T4" y="T5"/>
                </a:cxn>
                <a:cxn ang="0">
                  <a:pos x="T6" y="T7"/>
                </a:cxn>
                <a:cxn ang="0">
                  <a:pos x="T8" y="T9"/>
                </a:cxn>
              </a:cxnLst>
              <a:rect l="0" t="0" r="r" b="b"/>
              <a:pathLst>
                <a:path w="755" h="1355">
                  <a:moveTo>
                    <a:pt x="0" y="733"/>
                  </a:moveTo>
                  <a:lnTo>
                    <a:pt x="755" y="0"/>
                  </a:lnTo>
                  <a:lnTo>
                    <a:pt x="755" y="622"/>
                  </a:lnTo>
                  <a:lnTo>
                    <a:pt x="0" y="1355"/>
                  </a:lnTo>
                  <a:lnTo>
                    <a:pt x="0" y="733"/>
                  </a:lnTo>
                  <a:close/>
                </a:path>
              </a:pathLst>
            </a:custGeom>
            <a:solidFill>
              <a:srgbClr val="005A80"/>
            </a:solidFill>
            <a:ln w="12700" cmpd="sng">
              <a:solidFill>
                <a:schemeClr val="tx1"/>
              </a:solidFill>
              <a:round/>
              <a:headEnd/>
              <a:tailEnd/>
            </a:ln>
          </p:spPr>
          <p:txBody>
            <a:bodyPr/>
            <a:lstStyle/>
            <a:p>
              <a:endParaRPr lang="fr-FR"/>
            </a:p>
          </p:txBody>
        </p:sp>
        <p:sp>
          <p:nvSpPr>
            <p:cNvPr id="1194" name="Freeform 34"/>
            <p:cNvSpPr>
              <a:spLocks noChangeAspect="1"/>
            </p:cNvSpPr>
            <p:nvPr/>
          </p:nvSpPr>
          <p:spPr bwMode="auto">
            <a:xfrm>
              <a:off x="3833" y="1389"/>
              <a:ext cx="309" cy="554"/>
            </a:xfrm>
            <a:custGeom>
              <a:avLst/>
              <a:gdLst>
                <a:gd name="T0" fmla="*/ 0 w 755"/>
                <a:gd name="T1" fmla="*/ 733 h 1355"/>
                <a:gd name="T2" fmla="*/ 755 w 755"/>
                <a:gd name="T3" fmla="*/ 0 h 1355"/>
                <a:gd name="T4" fmla="*/ 755 w 755"/>
                <a:gd name="T5" fmla="*/ 622 h 1355"/>
                <a:gd name="T6" fmla="*/ 0 w 755"/>
                <a:gd name="T7" fmla="*/ 1355 h 1355"/>
                <a:gd name="T8" fmla="*/ 0 w 755"/>
                <a:gd name="T9" fmla="*/ 733 h 1355"/>
              </a:gdLst>
              <a:ahLst/>
              <a:cxnLst>
                <a:cxn ang="0">
                  <a:pos x="T0" y="T1"/>
                </a:cxn>
                <a:cxn ang="0">
                  <a:pos x="T2" y="T3"/>
                </a:cxn>
                <a:cxn ang="0">
                  <a:pos x="T4" y="T5"/>
                </a:cxn>
                <a:cxn ang="0">
                  <a:pos x="T6" y="T7"/>
                </a:cxn>
                <a:cxn ang="0">
                  <a:pos x="T8" y="T9"/>
                </a:cxn>
              </a:cxnLst>
              <a:rect l="0" t="0" r="r" b="b"/>
              <a:pathLst>
                <a:path w="755" h="1355">
                  <a:moveTo>
                    <a:pt x="0" y="733"/>
                  </a:moveTo>
                  <a:lnTo>
                    <a:pt x="755" y="0"/>
                  </a:lnTo>
                  <a:lnTo>
                    <a:pt x="755" y="622"/>
                  </a:lnTo>
                  <a:lnTo>
                    <a:pt x="0" y="1355"/>
                  </a:lnTo>
                  <a:lnTo>
                    <a:pt x="0" y="733"/>
                  </a:lnTo>
                  <a:close/>
                </a:path>
              </a:pathLst>
            </a:custGeom>
            <a:gradFill rotWithShape="1">
              <a:gsLst>
                <a:gs pos="0">
                  <a:srgbClr val="66FFCC"/>
                </a:gs>
                <a:gs pos="100000">
                  <a:srgbClr val="66FFCC">
                    <a:gamma/>
                    <a:shade val="66275"/>
                    <a:invGamma/>
                  </a:srgbClr>
                </a:gs>
              </a:gsLst>
              <a:lin ang="2700000" scaled="1"/>
            </a:gradFill>
            <a:ln w="12700" cmpd="sng">
              <a:solidFill>
                <a:srgbClr val="009999"/>
              </a:solidFill>
              <a:prstDash val="solid"/>
              <a:round/>
              <a:headEnd/>
              <a:tailEnd/>
            </a:ln>
          </p:spPr>
          <p:txBody>
            <a:bodyPr/>
            <a:lstStyle/>
            <a:p>
              <a:endParaRPr lang="fr-FR"/>
            </a:p>
          </p:txBody>
        </p:sp>
        <p:sp>
          <p:nvSpPr>
            <p:cNvPr id="1195" name="Freeform 35"/>
            <p:cNvSpPr>
              <a:spLocks noChangeAspect="1"/>
            </p:cNvSpPr>
            <p:nvPr/>
          </p:nvSpPr>
          <p:spPr bwMode="auto">
            <a:xfrm>
              <a:off x="2835" y="1389"/>
              <a:ext cx="1307" cy="300"/>
            </a:xfrm>
            <a:custGeom>
              <a:avLst/>
              <a:gdLst>
                <a:gd name="T0" fmla="*/ 2443 w 3198"/>
                <a:gd name="T1" fmla="*/ 733 h 733"/>
                <a:gd name="T2" fmla="*/ 3198 w 3198"/>
                <a:gd name="T3" fmla="*/ 0 h 733"/>
                <a:gd name="T4" fmla="*/ 755 w 3198"/>
                <a:gd name="T5" fmla="*/ 0 h 733"/>
                <a:gd name="T6" fmla="*/ 0 w 3198"/>
                <a:gd name="T7" fmla="*/ 733 h 733"/>
                <a:gd name="T8" fmla="*/ 2443 w 3198"/>
                <a:gd name="T9" fmla="*/ 733 h 733"/>
              </a:gdLst>
              <a:ahLst/>
              <a:cxnLst>
                <a:cxn ang="0">
                  <a:pos x="T0" y="T1"/>
                </a:cxn>
                <a:cxn ang="0">
                  <a:pos x="T2" y="T3"/>
                </a:cxn>
                <a:cxn ang="0">
                  <a:pos x="T4" y="T5"/>
                </a:cxn>
                <a:cxn ang="0">
                  <a:pos x="T6" y="T7"/>
                </a:cxn>
                <a:cxn ang="0">
                  <a:pos x="T8" y="T9"/>
                </a:cxn>
              </a:cxnLst>
              <a:rect l="0" t="0" r="r" b="b"/>
              <a:pathLst>
                <a:path w="3198" h="733">
                  <a:moveTo>
                    <a:pt x="2443" y="733"/>
                  </a:moveTo>
                  <a:lnTo>
                    <a:pt x="3198" y="0"/>
                  </a:lnTo>
                  <a:lnTo>
                    <a:pt x="755" y="0"/>
                  </a:lnTo>
                  <a:lnTo>
                    <a:pt x="0" y="733"/>
                  </a:lnTo>
                  <a:lnTo>
                    <a:pt x="2443" y="733"/>
                  </a:lnTo>
                  <a:close/>
                </a:path>
              </a:pathLst>
            </a:custGeom>
            <a:solidFill>
              <a:srgbClr val="00B4FF"/>
            </a:solidFill>
            <a:ln w="12700" cmpd="sng">
              <a:solidFill>
                <a:schemeClr val="tx1"/>
              </a:solidFill>
              <a:round/>
              <a:headEnd/>
              <a:tailEnd/>
            </a:ln>
          </p:spPr>
          <p:txBody>
            <a:bodyPr/>
            <a:lstStyle/>
            <a:p>
              <a:endParaRPr lang="fr-FR"/>
            </a:p>
          </p:txBody>
        </p:sp>
        <p:sp>
          <p:nvSpPr>
            <p:cNvPr id="1196" name="Freeform 36"/>
            <p:cNvSpPr>
              <a:spLocks noChangeAspect="1"/>
            </p:cNvSpPr>
            <p:nvPr/>
          </p:nvSpPr>
          <p:spPr bwMode="auto">
            <a:xfrm>
              <a:off x="2835" y="1389"/>
              <a:ext cx="1307" cy="300"/>
            </a:xfrm>
            <a:custGeom>
              <a:avLst/>
              <a:gdLst>
                <a:gd name="T0" fmla="*/ 2443 w 3198"/>
                <a:gd name="T1" fmla="*/ 733 h 733"/>
                <a:gd name="T2" fmla="*/ 3198 w 3198"/>
                <a:gd name="T3" fmla="*/ 0 h 733"/>
                <a:gd name="T4" fmla="*/ 755 w 3198"/>
                <a:gd name="T5" fmla="*/ 0 h 733"/>
                <a:gd name="T6" fmla="*/ 0 w 3198"/>
                <a:gd name="T7" fmla="*/ 733 h 733"/>
                <a:gd name="T8" fmla="*/ 2443 w 3198"/>
                <a:gd name="T9" fmla="*/ 733 h 733"/>
              </a:gdLst>
              <a:ahLst/>
              <a:cxnLst>
                <a:cxn ang="0">
                  <a:pos x="T0" y="T1"/>
                </a:cxn>
                <a:cxn ang="0">
                  <a:pos x="T2" y="T3"/>
                </a:cxn>
                <a:cxn ang="0">
                  <a:pos x="T4" y="T5"/>
                </a:cxn>
                <a:cxn ang="0">
                  <a:pos x="T6" y="T7"/>
                </a:cxn>
                <a:cxn ang="0">
                  <a:pos x="T8" y="T9"/>
                </a:cxn>
              </a:cxnLst>
              <a:rect l="0" t="0" r="r" b="b"/>
              <a:pathLst>
                <a:path w="3198" h="733">
                  <a:moveTo>
                    <a:pt x="2443" y="733"/>
                  </a:moveTo>
                  <a:lnTo>
                    <a:pt x="3198" y="0"/>
                  </a:lnTo>
                  <a:lnTo>
                    <a:pt x="755" y="0"/>
                  </a:lnTo>
                  <a:lnTo>
                    <a:pt x="0" y="733"/>
                  </a:lnTo>
                  <a:lnTo>
                    <a:pt x="2443" y="733"/>
                  </a:lnTo>
                  <a:close/>
                </a:path>
              </a:pathLst>
            </a:custGeom>
            <a:solidFill>
              <a:srgbClr val="66FFCC"/>
            </a:solidFill>
            <a:ln w="12700" cmpd="sng">
              <a:solidFill>
                <a:srgbClr val="009999"/>
              </a:solidFill>
              <a:prstDash val="solid"/>
              <a:round/>
              <a:headEnd/>
              <a:tailEnd/>
            </a:ln>
          </p:spPr>
          <p:txBody>
            <a:bodyPr/>
            <a:lstStyle/>
            <a:p>
              <a:endParaRPr lang="fr-FR"/>
            </a:p>
          </p:txBody>
        </p:sp>
        <p:grpSp>
          <p:nvGrpSpPr>
            <p:cNvPr id="1197" name="Group 37"/>
            <p:cNvGrpSpPr>
              <a:grpSpLocks noChangeAspect="1"/>
            </p:cNvGrpSpPr>
            <p:nvPr/>
          </p:nvGrpSpPr>
          <p:grpSpPr bwMode="auto">
            <a:xfrm>
              <a:off x="2980" y="1418"/>
              <a:ext cx="999" cy="264"/>
              <a:chOff x="513" y="95"/>
              <a:chExt cx="2443" cy="644"/>
            </a:xfrm>
          </p:grpSpPr>
          <p:sp>
            <p:nvSpPr>
              <p:cNvPr id="1207" name="Freeform 38"/>
              <p:cNvSpPr>
                <a:spLocks noChangeAspect="1"/>
              </p:cNvSpPr>
              <p:nvPr/>
            </p:nvSpPr>
            <p:spPr bwMode="auto">
              <a:xfrm>
                <a:off x="1601" y="406"/>
                <a:ext cx="1044" cy="244"/>
              </a:xfrm>
              <a:custGeom>
                <a:avLst/>
                <a:gdLst>
                  <a:gd name="T0" fmla="*/ 89 w 1044"/>
                  <a:gd name="T1" fmla="*/ 45 h 244"/>
                  <a:gd name="T2" fmla="*/ 0 w 1044"/>
                  <a:gd name="T3" fmla="*/ 133 h 244"/>
                  <a:gd name="T4" fmla="*/ 622 w 1044"/>
                  <a:gd name="T5" fmla="*/ 133 h 244"/>
                  <a:gd name="T6" fmla="*/ 533 w 1044"/>
                  <a:gd name="T7" fmla="*/ 244 h 244"/>
                  <a:gd name="T8" fmla="*/ 1044 w 1044"/>
                  <a:gd name="T9" fmla="*/ 111 h 244"/>
                  <a:gd name="T10" fmla="*/ 778 w 1044"/>
                  <a:gd name="T11" fmla="*/ 0 h 244"/>
                  <a:gd name="T12" fmla="*/ 711 w 1044"/>
                  <a:gd name="T13" fmla="*/ 45 h 244"/>
                  <a:gd name="T14" fmla="*/ 89 w 1044"/>
                  <a:gd name="T15" fmla="*/ 45 h 2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4" h="244">
                    <a:moveTo>
                      <a:pt x="89" y="45"/>
                    </a:moveTo>
                    <a:lnTo>
                      <a:pt x="0" y="133"/>
                    </a:lnTo>
                    <a:lnTo>
                      <a:pt x="622" y="133"/>
                    </a:lnTo>
                    <a:lnTo>
                      <a:pt x="533" y="244"/>
                    </a:lnTo>
                    <a:lnTo>
                      <a:pt x="1044" y="111"/>
                    </a:lnTo>
                    <a:lnTo>
                      <a:pt x="778" y="0"/>
                    </a:lnTo>
                    <a:lnTo>
                      <a:pt x="711" y="45"/>
                    </a:lnTo>
                    <a:lnTo>
                      <a:pt x="89" y="45"/>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208" name="Freeform 39"/>
              <p:cNvSpPr>
                <a:spLocks noChangeAspect="1"/>
              </p:cNvSpPr>
              <p:nvPr/>
            </p:nvSpPr>
            <p:spPr bwMode="auto">
              <a:xfrm>
                <a:off x="1601" y="406"/>
                <a:ext cx="1044" cy="244"/>
              </a:xfrm>
              <a:custGeom>
                <a:avLst/>
                <a:gdLst>
                  <a:gd name="T0" fmla="*/ 89 w 1044"/>
                  <a:gd name="T1" fmla="*/ 45 h 244"/>
                  <a:gd name="T2" fmla="*/ 0 w 1044"/>
                  <a:gd name="T3" fmla="*/ 133 h 244"/>
                  <a:gd name="T4" fmla="*/ 622 w 1044"/>
                  <a:gd name="T5" fmla="*/ 133 h 244"/>
                  <a:gd name="T6" fmla="*/ 533 w 1044"/>
                  <a:gd name="T7" fmla="*/ 244 h 244"/>
                  <a:gd name="T8" fmla="*/ 1044 w 1044"/>
                  <a:gd name="T9" fmla="*/ 111 h 244"/>
                  <a:gd name="T10" fmla="*/ 778 w 1044"/>
                  <a:gd name="T11" fmla="*/ 0 h 244"/>
                  <a:gd name="T12" fmla="*/ 711 w 1044"/>
                  <a:gd name="T13" fmla="*/ 45 h 244"/>
                  <a:gd name="T14" fmla="*/ 89 w 1044"/>
                  <a:gd name="T15" fmla="*/ 45 h 2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4" h="244">
                    <a:moveTo>
                      <a:pt x="89" y="45"/>
                    </a:moveTo>
                    <a:lnTo>
                      <a:pt x="0" y="133"/>
                    </a:lnTo>
                    <a:lnTo>
                      <a:pt x="622" y="133"/>
                    </a:lnTo>
                    <a:lnTo>
                      <a:pt x="533" y="244"/>
                    </a:lnTo>
                    <a:lnTo>
                      <a:pt x="1044" y="111"/>
                    </a:lnTo>
                    <a:lnTo>
                      <a:pt x="778" y="0"/>
                    </a:lnTo>
                    <a:lnTo>
                      <a:pt x="711" y="45"/>
                    </a:lnTo>
                    <a:lnTo>
                      <a:pt x="89" y="45"/>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209" name="Freeform 40"/>
              <p:cNvSpPr>
                <a:spLocks noChangeAspect="1"/>
              </p:cNvSpPr>
              <p:nvPr/>
            </p:nvSpPr>
            <p:spPr bwMode="auto">
              <a:xfrm>
                <a:off x="1912" y="95"/>
                <a:ext cx="1044" cy="267"/>
              </a:xfrm>
              <a:custGeom>
                <a:avLst/>
                <a:gdLst>
                  <a:gd name="T0" fmla="*/ 89 w 1044"/>
                  <a:gd name="T1" fmla="*/ 67 h 267"/>
                  <a:gd name="T2" fmla="*/ 0 w 1044"/>
                  <a:gd name="T3" fmla="*/ 156 h 267"/>
                  <a:gd name="T4" fmla="*/ 622 w 1044"/>
                  <a:gd name="T5" fmla="*/ 156 h 267"/>
                  <a:gd name="T6" fmla="*/ 511 w 1044"/>
                  <a:gd name="T7" fmla="*/ 267 h 267"/>
                  <a:gd name="T8" fmla="*/ 1044 w 1044"/>
                  <a:gd name="T9" fmla="*/ 111 h 267"/>
                  <a:gd name="T10" fmla="*/ 755 w 1044"/>
                  <a:gd name="T11" fmla="*/ 0 h 267"/>
                  <a:gd name="T12" fmla="*/ 711 w 1044"/>
                  <a:gd name="T13" fmla="*/ 67 h 267"/>
                  <a:gd name="T14" fmla="*/ 89 w 1044"/>
                  <a:gd name="T15" fmla="*/ 67 h 2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4" h="267">
                    <a:moveTo>
                      <a:pt x="89" y="67"/>
                    </a:moveTo>
                    <a:lnTo>
                      <a:pt x="0" y="156"/>
                    </a:lnTo>
                    <a:lnTo>
                      <a:pt x="622" y="156"/>
                    </a:lnTo>
                    <a:lnTo>
                      <a:pt x="511" y="267"/>
                    </a:lnTo>
                    <a:lnTo>
                      <a:pt x="1044" y="111"/>
                    </a:lnTo>
                    <a:lnTo>
                      <a:pt x="755" y="0"/>
                    </a:lnTo>
                    <a:lnTo>
                      <a:pt x="711" y="67"/>
                    </a:lnTo>
                    <a:lnTo>
                      <a:pt x="89" y="6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210" name="Freeform 41"/>
              <p:cNvSpPr>
                <a:spLocks noChangeAspect="1"/>
              </p:cNvSpPr>
              <p:nvPr/>
            </p:nvSpPr>
            <p:spPr bwMode="auto">
              <a:xfrm>
                <a:off x="1912" y="95"/>
                <a:ext cx="1044" cy="267"/>
              </a:xfrm>
              <a:custGeom>
                <a:avLst/>
                <a:gdLst>
                  <a:gd name="T0" fmla="*/ 89 w 1044"/>
                  <a:gd name="T1" fmla="*/ 67 h 267"/>
                  <a:gd name="T2" fmla="*/ 0 w 1044"/>
                  <a:gd name="T3" fmla="*/ 156 h 267"/>
                  <a:gd name="T4" fmla="*/ 622 w 1044"/>
                  <a:gd name="T5" fmla="*/ 156 h 267"/>
                  <a:gd name="T6" fmla="*/ 511 w 1044"/>
                  <a:gd name="T7" fmla="*/ 267 h 267"/>
                  <a:gd name="T8" fmla="*/ 1044 w 1044"/>
                  <a:gd name="T9" fmla="*/ 111 h 267"/>
                  <a:gd name="T10" fmla="*/ 755 w 1044"/>
                  <a:gd name="T11" fmla="*/ 0 h 267"/>
                  <a:gd name="T12" fmla="*/ 711 w 1044"/>
                  <a:gd name="T13" fmla="*/ 67 h 267"/>
                  <a:gd name="T14" fmla="*/ 89 w 1044"/>
                  <a:gd name="T15" fmla="*/ 67 h 2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4" h="267">
                    <a:moveTo>
                      <a:pt x="89" y="67"/>
                    </a:moveTo>
                    <a:lnTo>
                      <a:pt x="0" y="156"/>
                    </a:lnTo>
                    <a:lnTo>
                      <a:pt x="622" y="156"/>
                    </a:lnTo>
                    <a:lnTo>
                      <a:pt x="511" y="267"/>
                    </a:lnTo>
                    <a:lnTo>
                      <a:pt x="1044" y="111"/>
                    </a:lnTo>
                    <a:lnTo>
                      <a:pt x="755" y="0"/>
                    </a:lnTo>
                    <a:lnTo>
                      <a:pt x="711" y="67"/>
                    </a:lnTo>
                    <a:lnTo>
                      <a:pt x="89" y="6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211" name="Freeform 42"/>
              <p:cNvSpPr>
                <a:spLocks noChangeAspect="1"/>
              </p:cNvSpPr>
              <p:nvPr/>
            </p:nvSpPr>
            <p:spPr bwMode="auto">
              <a:xfrm>
                <a:off x="513" y="495"/>
                <a:ext cx="1044" cy="244"/>
              </a:xfrm>
              <a:custGeom>
                <a:avLst/>
                <a:gdLst>
                  <a:gd name="T0" fmla="*/ 955 w 1044"/>
                  <a:gd name="T1" fmla="*/ 200 h 244"/>
                  <a:gd name="T2" fmla="*/ 1044 w 1044"/>
                  <a:gd name="T3" fmla="*/ 111 h 244"/>
                  <a:gd name="T4" fmla="*/ 400 w 1044"/>
                  <a:gd name="T5" fmla="*/ 111 h 244"/>
                  <a:gd name="T6" fmla="*/ 511 w 1044"/>
                  <a:gd name="T7" fmla="*/ 0 h 244"/>
                  <a:gd name="T8" fmla="*/ 0 w 1044"/>
                  <a:gd name="T9" fmla="*/ 133 h 244"/>
                  <a:gd name="T10" fmla="*/ 267 w 1044"/>
                  <a:gd name="T11" fmla="*/ 244 h 244"/>
                  <a:gd name="T12" fmla="*/ 311 w 1044"/>
                  <a:gd name="T13" fmla="*/ 200 h 244"/>
                  <a:gd name="T14" fmla="*/ 955 w 1044"/>
                  <a:gd name="T15" fmla="*/ 200 h 2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4" h="244">
                    <a:moveTo>
                      <a:pt x="955" y="200"/>
                    </a:moveTo>
                    <a:lnTo>
                      <a:pt x="1044" y="111"/>
                    </a:lnTo>
                    <a:lnTo>
                      <a:pt x="400" y="111"/>
                    </a:lnTo>
                    <a:lnTo>
                      <a:pt x="511" y="0"/>
                    </a:lnTo>
                    <a:lnTo>
                      <a:pt x="0" y="133"/>
                    </a:lnTo>
                    <a:lnTo>
                      <a:pt x="267" y="244"/>
                    </a:lnTo>
                    <a:lnTo>
                      <a:pt x="311" y="200"/>
                    </a:lnTo>
                    <a:lnTo>
                      <a:pt x="955" y="20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212" name="Freeform 43"/>
              <p:cNvSpPr>
                <a:spLocks noChangeAspect="1"/>
              </p:cNvSpPr>
              <p:nvPr/>
            </p:nvSpPr>
            <p:spPr bwMode="auto">
              <a:xfrm>
                <a:off x="513" y="495"/>
                <a:ext cx="1044" cy="244"/>
              </a:xfrm>
              <a:custGeom>
                <a:avLst/>
                <a:gdLst>
                  <a:gd name="T0" fmla="*/ 955 w 1044"/>
                  <a:gd name="T1" fmla="*/ 200 h 244"/>
                  <a:gd name="T2" fmla="*/ 1044 w 1044"/>
                  <a:gd name="T3" fmla="*/ 111 h 244"/>
                  <a:gd name="T4" fmla="*/ 400 w 1044"/>
                  <a:gd name="T5" fmla="*/ 111 h 244"/>
                  <a:gd name="T6" fmla="*/ 511 w 1044"/>
                  <a:gd name="T7" fmla="*/ 0 h 244"/>
                  <a:gd name="T8" fmla="*/ 0 w 1044"/>
                  <a:gd name="T9" fmla="*/ 133 h 244"/>
                  <a:gd name="T10" fmla="*/ 267 w 1044"/>
                  <a:gd name="T11" fmla="*/ 244 h 244"/>
                  <a:gd name="T12" fmla="*/ 311 w 1044"/>
                  <a:gd name="T13" fmla="*/ 200 h 244"/>
                  <a:gd name="T14" fmla="*/ 955 w 1044"/>
                  <a:gd name="T15" fmla="*/ 200 h 2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4" h="244">
                    <a:moveTo>
                      <a:pt x="955" y="200"/>
                    </a:moveTo>
                    <a:lnTo>
                      <a:pt x="1044" y="111"/>
                    </a:lnTo>
                    <a:lnTo>
                      <a:pt x="400" y="111"/>
                    </a:lnTo>
                    <a:lnTo>
                      <a:pt x="511" y="0"/>
                    </a:lnTo>
                    <a:lnTo>
                      <a:pt x="0" y="133"/>
                    </a:lnTo>
                    <a:lnTo>
                      <a:pt x="267" y="244"/>
                    </a:lnTo>
                    <a:lnTo>
                      <a:pt x="311" y="200"/>
                    </a:lnTo>
                    <a:lnTo>
                      <a:pt x="955" y="20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213" name="Freeform 44"/>
              <p:cNvSpPr>
                <a:spLocks noChangeAspect="1"/>
              </p:cNvSpPr>
              <p:nvPr/>
            </p:nvSpPr>
            <p:spPr bwMode="auto">
              <a:xfrm>
                <a:off x="802" y="184"/>
                <a:ext cx="1044" cy="267"/>
              </a:xfrm>
              <a:custGeom>
                <a:avLst/>
                <a:gdLst>
                  <a:gd name="T0" fmla="*/ 955 w 1044"/>
                  <a:gd name="T1" fmla="*/ 200 h 267"/>
                  <a:gd name="T2" fmla="*/ 1044 w 1044"/>
                  <a:gd name="T3" fmla="*/ 111 h 267"/>
                  <a:gd name="T4" fmla="*/ 422 w 1044"/>
                  <a:gd name="T5" fmla="*/ 111 h 267"/>
                  <a:gd name="T6" fmla="*/ 533 w 1044"/>
                  <a:gd name="T7" fmla="*/ 0 h 267"/>
                  <a:gd name="T8" fmla="*/ 0 w 1044"/>
                  <a:gd name="T9" fmla="*/ 156 h 267"/>
                  <a:gd name="T10" fmla="*/ 289 w 1044"/>
                  <a:gd name="T11" fmla="*/ 267 h 267"/>
                  <a:gd name="T12" fmla="*/ 333 w 1044"/>
                  <a:gd name="T13" fmla="*/ 200 h 267"/>
                  <a:gd name="T14" fmla="*/ 955 w 1044"/>
                  <a:gd name="T15" fmla="*/ 200 h 2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4" h="267">
                    <a:moveTo>
                      <a:pt x="955" y="200"/>
                    </a:moveTo>
                    <a:lnTo>
                      <a:pt x="1044" y="111"/>
                    </a:lnTo>
                    <a:lnTo>
                      <a:pt x="422" y="111"/>
                    </a:lnTo>
                    <a:lnTo>
                      <a:pt x="533" y="0"/>
                    </a:lnTo>
                    <a:lnTo>
                      <a:pt x="0" y="156"/>
                    </a:lnTo>
                    <a:lnTo>
                      <a:pt x="289" y="267"/>
                    </a:lnTo>
                    <a:lnTo>
                      <a:pt x="333" y="200"/>
                    </a:lnTo>
                    <a:lnTo>
                      <a:pt x="955" y="20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214" name="Freeform 45"/>
              <p:cNvSpPr>
                <a:spLocks noChangeAspect="1"/>
              </p:cNvSpPr>
              <p:nvPr/>
            </p:nvSpPr>
            <p:spPr bwMode="auto">
              <a:xfrm>
                <a:off x="802" y="184"/>
                <a:ext cx="1044" cy="267"/>
              </a:xfrm>
              <a:custGeom>
                <a:avLst/>
                <a:gdLst>
                  <a:gd name="T0" fmla="*/ 955 w 1044"/>
                  <a:gd name="T1" fmla="*/ 200 h 267"/>
                  <a:gd name="T2" fmla="*/ 1044 w 1044"/>
                  <a:gd name="T3" fmla="*/ 111 h 267"/>
                  <a:gd name="T4" fmla="*/ 422 w 1044"/>
                  <a:gd name="T5" fmla="*/ 111 h 267"/>
                  <a:gd name="T6" fmla="*/ 533 w 1044"/>
                  <a:gd name="T7" fmla="*/ 0 h 267"/>
                  <a:gd name="T8" fmla="*/ 0 w 1044"/>
                  <a:gd name="T9" fmla="*/ 156 h 267"/>
                  <a:gd name="T10" fmla="*/ 289 w 1044"/>
                  <a:gd name="T11" fmla="*/ 267 h 267"/>
                  <a:gd name="T12" fmla="*/ 333 w 1044"/>
                  <a:gd name="T13" fmla="*/ 200 h 267"/>
                  <a:gd name="T14" fmla="*/ 955 w 1044"/>
                  <a:gd name="T15" fmla="*/ 200 h 2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4" h="267">
                    <a:moveTo>
                      <a:pt x="955" y="200"/>
                    </a:moveTo>
                    <a:lnTo>
                      <a:pt x="1044" y="111"/>
                    </a:lnTo>
                    <a:lnTo>
                      <a:pt x="422" y="111"/>
                    </a:lnTo>
                    <a:lnTo>
                      <a:pt x="533" y="0"/>
                    </a:lnTo>
                    <a:lnTo>
                      <a:pt x="0" y="156"/>
                    </a:lnTo>
                    <a:lnTo>
                      <a:pt x="289" y="267"/>
                    </a:lnTo>
                    <a:lnTo>
                      <a:pt x="333" y="200"/>
                    </a:lnTo>
                    <a:lnTo>
                      <a:pt x="955" y="20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grpSp>
        <p:grpSp>
          <p:nvGrpSpPr>
            <p:cNvPr id="1198" name="Group 46"/>
            <p:cNvGrpSpPr>
              <a:grpSpLocks noChangeAspect="1"/>
            </p:cNvGrpSpPr>
            <p:nvPr/>
          </p:nvGrpSpPr>
          <p:grpSpPr bwMode="auto">
            <a:xfrm>
              <a:off x="2989" y="1403"/>
              <a:ext cx="999" cy="264"/>
              <a:chOff x="536" y="117"/>
              <a:chExt cx="2442" cy="645"/>
            </a:xfrm>
          </p:grpSpPr>
          <p:sp>
            <p:nvSpPr>
              <p:cNvPr id="1199" name="Freeform 47"/>
              <p:cNvSpPr>
                <a:spLocks noChangeAspect="1"/>
              </p:cNvSpPr>
              <p:nvPr/>
            </p:nvSpPr>
            <p:spPr bwMode="auto">
              <a:xfrm>
                <a:off x="1624" y="428"/>
                <a:ext cx="1043" cy="245"/>
              </a:xfrm>
              <a:custGeom>
                <a:avLst/>
                <a:gdLst>
                  <a:gd name="T0" fmla="*/ 88 w 1043"/>
                  <a:gd name="T1" fmla="*/ 45 h 245"/>
                  <a:gd name="T2" fmla="*/ 0 w 1043"/>
                  <a:gd name="T3" fmla="*/ 134 h 245"/>
                  <a:gd name="T4" fmla="*/ 621 w 1043"/>
                  <a:gd name="T5" fmla="*/ 134 h 245"/>
                  <a:gd name="T6" fmla="*/ 533 w 1043"/>
                  <a:gd name="T7" fmla="*/ 245 h 245"/>
                  <a:gd name="T8" fmla="*/ 1043 w 1043"/>
                  <a:gd name="T9" fmla="*/ 111 h 245"/>
                  <a:gd name="T10" fmla="*/ 777 w 1043"/>
                  <a:gd name="T11" fmla="*/ 0 h 245"/>
                  <a:gd name="T12" fmla="*/ 710 w 1043"/>
                  <a:gd name="T13" fmla="*/ 45 h 245"/>
                  <a:gd name="T14" fmla="*/ 88 w 1043"/>
                  <a:gd name="T15" fmla="*/ 45 h 24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3" h="245">
                    <a:moveTo>
                      <a:pt x="88" y="45"/>
                    </a:moveTo>
                    <a:lnTo>
                      <a:pt x="0" y="134"/>
                    </a:lnTo>
                    <a:lnTo>
                      <a:pt x="621" y="134"/>
                    </a:lnTo>
                    <a:lnTo>
                      <a:pt x="533" y="245"/>
                    </a:lnTo>
                    <a:lnTo>
                      <a:pt x="1043" y="111"/>
                    </a:lnTo>
                    <a:lnTo>
                      <a:pt x="777" y="0"/>
                    </a:lnTo>
                    <a:lnTo>
                      <a:pt x="710" y="45"/>
                    </a:lnTo>
                    <a:lnTo>
                      <a:pt x="88" y="4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200" name="Freeform 48"/>
              <p:cNvSpPr>
                <a:spLocks noChangeAspect="1"/>
              </p:cNvSpPr>
              <p:nvPr/>
            </p:nvSpPr>
            <p:spPr bwMode="auto">
              <a:xfrm>
                <a:off x="1624" y="428"/>
                <a:ext cx="1043" cy="245"/>
              </a:xfrm>
              <a:custGeom>
                <a:avLst/>
                <a:gdLst>
                  <a:gd name="T0" fmla="*/ 88 w 1043"/>
                  <a:gd name="T1" fmla="*/ 45 h 245"/>
                  <a:gd name="T2" fmla="*/ 0 w 1043"/>
                  <a:gd name="T3" fmla="*/ 134 h 245"/>
                  <a:gd name="T4" fmla="*/ 621 w 1043"/>
                  <a:gd name="T5" fmla="*/ 134 h 245"/>
                  <a:gd name="T6" fmla="*/ 533 w 1043"/>
                  <a:gd name="T7" fmla="*/ 245 h 245"/>
                  <a:gd name="T8" fmla="*/ 1043 w 1043"/>
                  <a:gd name="T9" fmla="*/ 111 h 245"/>
                  <a:gd name="T10" fmla="*/ 777 w 1043"/>
                  <a:gd name="T11" fmla="*/ 0 h 245"/>
                  <a:gd name="T12" fmla="*/ 710 w 1043"/>
                  <a:gd name="T13" fmla="*/ 45 h 245"/>
                  <a:gd name="T14" fmla="*/ 88 w 1043"/>
                  <a:gd name="T15" fmla="*/ 45 h 24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3" h="245">
                    <a:moveTo>
                      <a:pt x="88" y="45"/>
                    </a:moveTo>
                    <a:lnTo>
                      <a:pt x="0" y="134"/>
                    </a:lnTo>
                    <a:lnTo>
                      <a:pt x="621" y="134"/>
                    </a:lnTo>
                    <a:lnTo>
                      <a:pt x="533" y="245"/>
                    </a:lnTo>
                    <a:lnTo>
                      <a:pt x="1043" y="111"/>
                    </a:lnTo>
                    <a:lnTo>
                      <a:pt x="777" y="0"/>
                    </a:lnTo>
                    <a:lnTo>
                      <a:pt x="710" y="45"/>
                    </a:lnTo>
                    <a:lnTo>
                      <a:pt x="88" y="4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201" name="Freeform 49"/>
              <p:cNvSpPr>
                <a:spLocks noChangeAspect="1"/>
              </p:cNvSpPr>
              <p:nvPr/>
            </p:nvSpPr>
            <p:spPr bwMode="auto">
              <a:xfrm>
                <a:off x="1935" y="117"/>
                <a:ext cx="1043" cy="267"/>
              </a:xfrm>
              <a:custGeom>
                <a:avLst/>
                <a:gdLst>
                  <a:gd name="T0" fmla="*/ 88 w 1043"/>
                  <a:gd name="T1" fmla="*/ 67 h 267"/>
                  <a:gd name="T2" fmla="*/ 0 w 1043"/>
                  <a:gd name="T3" fmla="*/ 156 h 267"/>
                  <a:gd name="T4" fmla="*/ 621 w 1043"/>
                  <a:gd name="T5" fmla="*/ 156 h 267"/>
                  <a:gd name="T6" fmla="*/ 510 w 1043"/>
                  <a:gd name="T7" fmla="*/ 267 h 267"/>
                  <a:gd name="T8" fmla="*/ 1043 w 1043"/>
                  <a:gd name="T9" fmla="*/ 111 h 267"/>
                  <a:gd name="T10" fmla="*/ 755 w 1043"/>
                  <a:gd name="T11" fmla="*/ 0 h 267"/>
                  <a:gd name="T12" fmla="*/ 710 w 1043"/>
                  <a:gd name="T13" fmla="*/ 67 h 267"/>
                  <a:gd name="T14" fmla="*/ 88 w 1043"/>
                  <a:gd name="T15" fmla="*/ 67 h 2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3" h="267">
                    <a:moveTo>
                      <a:pt x="88" y="67"/>
                    </a:moveTo>
                    <a:lnTo>
                      <a:pt x="0" y="156"/>
                    </a:lnTo>
                    <a:lnTo>
                      <a:pt x="621" y="156"/>
                    </a:lnTo>
                    <a:lnTo>
                      <a:pt x="510" y="267"/>
                    </a:lnTo>
                    <a:lnTo>
                      <a:pt x="1043" y="111"/>
                    </a:lnTo>
                    <a:lnTo>
                      <a:pt x="755" y="0"/>
                    </a:lnTo>
                    <a:lnTo>
                      <a:pt x="710" y="67"/>
                    </a:lnTo>
                    <a:lnTo>
                      <a:pt x="88" y="6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202" name="Freeform 50"/>
              <p:cNvSpPr>
                <a:spLocks noChangeAspect="1"/>
              </p:cNvSpPr>
              <p:nvPr/>
            </p:nvSpPr>
            <p:spPr bwMode="auto">
              <a:xfrm>
                <a:off x="1935" y="117"/>
                <a:ext cx="1043" cy="267"/>
              </a:xfrm>
              <a:custGeom>
                <a:avLst/>
                <a:gdLst>
                  <a:gd name="T0" fmla="*/ 88 w 1043"/>
                  <a:gd name="T1" fmla="*/ 67 h 267"/>
                  <a:gd name="T2" fmla="*/ 0 w 1043"/>
                  <a:gd name="T3" fmla="*/ 156 h 267"/>
                  <a:gd name="T4" fmla="*/ 621 w 1043"/>
                  <a:gd name="T5" fmla="*/ 156 h 267"/>
                  <a:gd name="T6" fmla="*/ 510 w 1043"/>
                  <a:gd name="T7" fmla="*/ 267 h 267"/>
                  <a:gd name="T8" fmla="*/ 1043 w 1043"/>
                  <a:gd name="T9" fmla="*/ 111 h 267"/>
                  <a:gd name="T10" fmla="*/ 755 w 1043"/>
                  <a:gd name="T11" fmla="*/ 0 h 267"/>
                  <a:gd name="T12" fmla="*/ 710 w 1043"/>
                  <a:gd name="T13" fmla="*/ 67 h 267"/>
                  <a:gd name="T14" fmla="*/ 88 w 1043"/>
                  <a:gd name="T15" fmla="*/ 67 h 2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3" h="267">
                    <a:moveTo>
                      <a:pt x="88" y="67"/>
                    </a:moveTo>
                    <a:lnTo>
                      <a:pt x="0" y="156"/>
                    </a:lnTo>
                    <a:lnTo>
                      <a:pt x="621" y="156"/>
                    </a:lnTo>
                    <a:lnTo>
                      <a:pt x="510" y="267"/>
                    </a:lnTo>
                    <a:lnTo>
                      <a:pt x="1043" y="111"/>
                    </a:lnTo>
                    <a:lnTo>
                      <a:pt x="755" y="0"/>
                    </a:lnTo>
                    <a:lnTo>
                      <a:pt x="710" y="67"/>
                    </a:lnTo>
                    <a:lnTo>
                      <a:pt x="88" y="6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203" name="Freeform 51"/>
              <p:cNvSpPr>
                <a:spLocks noChangeAspect="1"/>
              </p:cNvSpPr>
              <p:nvPr/>
            </p:nvSpPr>
            <p:spPr bwMode="auto">
              <a:xfrm>
                <a:off x="536" y="517"/>
                <a:ext cx="1043" cy="245"/>
              </a:xfrm>
              <a:custGeom>
                <a:avLst/>
                <a:gdLst>
                  <a:gd name="T0" fmla="*/ 954 w 1043"/>
                  <a:gd name="T1" fmla="*/ 200 h 245"/>
                  <a:gd name="T2" fmla="*/ 1043 w 1043"/>
                  <a:gd name="T3" fmla="*/ 111 h 245"/>
                  <a:gd name="T4" fmla="*/ 399 w 1043"/>
                  <a:gd name="T5" fmla="*/ 111 h 245"/>
                  <a:gd name="T6" fmla="*/ 510 w 1043"/>
                  <a:gd name="T7" fmla="*/ 0 h 245"/>
                  <a:gd name="T8" fmla="*/ 0 w 1043"/>
                  <a:gd name="T9" fmla="*/ 133 h 245"/>
                  <a:gd name="T10" fmla="*/ 266 w 1043"/>
                  <a:gd name="T11" fmla="*/ 245 h 245"/>
                  <a:gd name="T12" fmla="*/ 310 w 1043"/>
                  <a:gd name="T13" fmla="*/ 200 h 245"/>
                  <a:gd name="T14" fmla="*/ 954 w 1043"/>
                  <a:gd name="T15" fmla="*/ 200 h 24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3" h="245">
                    <a:moveTo>
                      <a:pt x="954" y="200"/>
                    </a:moveTo>
                    <a:lnTo>
                      <a:pt x="1043" y="111"/>
                    </a:lnTo>
                    <a:lnTo>
                      <a:pt x="399" y="111"/>
                    </a:lnTo>
                    <a:lnTo>
                      <a:pt x="510" y="0"/>
                    </a:lnTo>
                    <a:lnTo>
                      <a:pt x="0" y="133"/>
                    </a:lnTo>
                    <a:lnTo>
                      <a:pt x="266" y="245"/>
                    </a:lnTo>
                    <a:lnTo>
                      <a:pt x="310" y="200"/>
                    </a:lnTo>
                    <a:lnTo>
                      <a:pt x="954" y="20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204" name="Freeform 52"/>
              <p:cNvSpPr>
                <a:spLocks noChangeAspect="1"/>
              </p:cNvSpPr>
              <p:nvPr/>
            </p:nvSpPr>
            <p:spPr bwMode="auto">
              <a:xfrm>
                <a:off x="536" y="517"/>
                <a:ext cx="1043" cy="245"/>
              </a:xfrm>
              <a:custGeom>
                <a:avLst/>
                <a:gdLst>
                  <a:gd name="T0" fmla="*/ 954 w 1043"/>
                  <a:gd name="T1" fmla="*/ 200 h 245"/>
                  <a:gd name="T2" fmla="*/ 1043 w 1043"/>
                  <a:gd name="T3" fmla="*/ 111 h 245"/>
                  <a:gd name="T4" fmla="*/ 399 w 1043"/>
                  <a:gd name="T5" fmla="*/ 111 h 245"/>
                  <a:gd name="T6" fmla="*/ 510 w 1043"/>
                  <a:gd name="T7" fmla="*/ 0 h 245"/>
                  <a:gd name="T8" fmla="*/ 0 w 1043"/>
                  <a:gd name="T9" fmla="*/ 133 h 245"/>
                  <a:gd name="T10" fmla="*/ 266 w 1043"/>
                  <a:gd name="T11" fmla="*/ 245 h 245"/>
                  <a:gd name="T12" fmla="*/ 310 w 1043"/>
                  <a:gd name="T13" fmla="*/ 200 h 245"/>
                  <a:gd name="T14" fmla="*/ 954 w 1043"/>
                  <a:gd name="T15" fmla="*/ 200 h 24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3" h="245">
                    <a:moveTo>
                      <a:pt x="954" y="200"/>
                    </a:moveTo>
                    <a:lnTo>
                      <a:pt x="1043" y="111"/>
                    </a:lnTo>
                    <a:lnTo>
                      <a:pt x="399" y="111"/>
                    </a:lnTo>
                    <a:lnTo>
                      <a:pt x="510" y="0"/>
                    </a:lnTo>
                    <a:lnTo>
                      <a:pt x="0" y="133"/>
                    </a:lnTo>
                    <a:lnTo>
                      <a:pt x="266" y="245"/>
                    </a:lnTo>
                    <a:lnTo>
                      <a:pt x="310" y="200"/>
                    </a:lnTo>
                    <a:lnTo>
                      <a:pt x="954" y="20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205" name="Freeform 53"/>
              <p:cNvSpPr>
                <a:spLocks noChangeAspect="1"/>
              </p:cNvSpPr>
              <p:nvPr/>
            </p:nvSpPr>
            <p:spPr bwMode="auto">
              <a:xfrm>
                <a:off x="824" y="206"/>
                <a:ext cx="1044" cy="267"/>
              </a:xfrm>
              <a:custGeom>
                <a:avLst/>
                <a:gdLst>
                  <a:gd name="T0" fmla="*/ 955 w 1044"/>
                  <a:gd name="T1" fmla="*/ 200 h 267"/>
                  <a:gd name="T2" fmla="*/ 1044 w 1044"/>
                  <a:gd name="T3" fmla="*/ 111 h 267"/>
                  <a:gd name="T4" fmla="*/ 422 w 1044"/>
                  <a:gd name="T5" fmla="*/ 111 h 267"/>
                  <a:gd name="T6" fmla="*/ 533 w 1044"/>
                  <a:gd name="T7" fmla="*/ 0 h 267"/>
                  <a:gd name="T8" fmla="*/ 0 w 1044"/>
                  <a:gd name="T9" fmla="*/ 156 h 267"/>
                  <a:gd name="T10" fmla="*/ 289 w 1044"/>
                  <a:gd name="T11" fmla="*/ 267 h 267"/>
                  <a:gd name="T12" fmla="*/ 333 w 1044"/>
                  <a:gd name="T13" fmla="*/ 200 h 267"/>
                  <a:gd name="T14" fmla="*/ 955 w 1044"/>
                  <a:gd name="T15" fmla="*/ 200 h 2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4" h="267">
                    <a:moveTo>
                      <a:pt x="955" y="200"/>
                    </a:moveTo>
                    <a:lnTo>
                      <a:pt x="1044" y="111"/>
                    </a:lnTo>
                    <a:lnTo>
                      <a:pt x="422" y="111"/>
                    </a:lnTo>
                    <a:lnTo>
                      <a:pt x="533" y="0"/>
                    </a:lnTo>
                    <a:lnTo>
                      <a:pt x="0" y="156"/>
                    </a:lnTo>
                    <a:lnTo>
                      <a:pt x="289" y="267"/>
                    </a:lnTo>
                    <a:lnTo>
                      <a:pt x="333" y="200"/>
                    </a:lnTo>
                    <a:lnTo>
                      <a:pt x="955" y="20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206" name="Freeform 54"/>
              <p:cNvSpPr>
                <a:spLocks noChangeAspect="1"/>
              </p:cNvSpPr>
              <p:nvPr/>
            </p:nvSpPr>
            <p:spPr bwMode="auto">
              <a:xfrm>
                <a:off x="824" y="206"/>
                <a:ext cx="1044" cy="267"/>
              </a:xfrm>
              <a:custGeom>
                <a:avLst/>
                <a:gdLst>
                  <a:gd name="T0" fmla="*/ 955 w 1044"/>
                  <a:gd name="T1" fmla="*/ 200 h 267"/>
                  <a:gd name="T2" fmla="*/ 1044 w 1044"/>
                  <a:gd name="T3" fmla="*/ 111 h 267"/>
                  <a:gd name="T4" fmla="*/ 422 w 1044"/>
                  <a:gd name="T5" fmla="*/ 111 h 267"/>
                  <a:gd name="T6" fmla="*/ 533 w 1044"/>
                  <a:gd name="T7" fmla="*/ 0 h 267"/>
                  <a:gd name="T8" fmla="*/ 0 w 1044"/>
                  <a:gd name="T9" fmla="*/ 156 h 267"/>
                  <a:gd name="T10" fmla="*/ 289 w 1044"/>
                  <a:gd name="T11" fmla="*/ 267 h 267"/>
                  <a:gd name="T12" fmla="*/ 333 w 1044"/>
                  <a:gd name="T13" fmla="*/ 200 h 267"/>
                  <a:gd name="T14" fmla="*/ 955 w 1044"/>
                  <a:gd name="T15" fmla="*/ 200 h 2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4" h="267">
                    <a:moveTo>
                      <a:pt x="955" y="200"/>
                    </a:moveTo>
                    <a:lnTo>
                      <a:pt x="1044" y="111"/>
                    </a:lnTo>
                    <a:lnTo>
                      <a:pt x="422" y="111"/>
                    </a:lnTo>
                    <a:lnTo>
                      <a:pt x="533" y="0"/>
                    </a:lnTo>
                    <a:lnTo>
                      <a:pt x="0" y="156"/>
                    </a:lnTo>
                    <a:lnTo>
                      <a:pt x="289" y="267"/>
                    </a:lnTo>
                    <a:lnTo>
                      <a:pt x="333" y="200"/>
                    </a:lnTo>
                    <a:lnTo>
                      <a:pt x="955" y="20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grpSp>
      </p:grpSp>
      <p:grpSp>
        <p:nvGrpSpPr>
          <p:cNvPr id="1215" name="Group 55"/>
          <p:cNvGrpSpPr>
            <a:grpSpLocks noChangeAspect="1"/>
          </p:cNvGrpSpPr>
          <p:nvPr/>
        </p:nvGrpSpPr>
        <p:grpSpPr bwMode="auto">
          <a:xfrm>
            <a:off x="6189713" y="4273551"/>
            <a:ext cx="215900" cy="195262"/>
            <a:chOff x="431" y="391"/>
            <a:chExt cx="573" cy="518"/>
          </a:xfrm>
        </p:grpSpPr>
        <p:sp>
          <p:nvSpPr>
            <p:cNvPr id="1216" name="AutoShape 56"/>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217" name="Rectangle 57"/>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218" name="Rectangle 58"/>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1219" name="Freeform 59"/>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220" name="Freeform 60"/>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1221" name="Line 61"/>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22" name="Freeform 62"/>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223" name="Freeform 63"/>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1224" name="Freeform 64"/>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225" name="Freeform 65"/>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1226" name="Freeform 66"/>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227" name="Freeform 67"/>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1228" name="Rectangle 68"/>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229" name="Rectangle 69"/>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1230" name="Freeform 70"/>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231" name="Rectangle 71"/>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1232" name="Rectangle 72"/>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1233" name="Group 73"/>
          <p:cNvGrpSpPr>
            <a:grpSpLocks noChangeAspect="1"/>
          </p:cNvGrpSpPr>
          <p:nvPr/>
        </p:nvGrpSpPr>
        <p:grpSpPr bwMode="auto">
          <a:xfrm>
            <a:off x="6261150" y="4110038"/>
            <a:ext cx="215900" cy="195263"/>
            <a:chOff x="431" y="391"/>
            <a:chExt cx="573" cy="518"/>
          </a:xfrm>
        </p:grpSpPr>
        <p:sp>
          <p:nvSpPr>
            <p:cNvPr id="1234" name="AutoShape 74"/>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235" name="Rectangle 75"/>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236" name="Rectangle 76"/>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1237" name="Freeform 77"/>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238" name="Freeform 78"/>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1239" name="Line 79"/>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40" name="Freeform 80"/>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241" name="Freeform 81"/>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1242" name="Freeform 82"/>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243" name="Freeform 83"/>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1244" name="Freeform 84"/>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245" name="Freeform 85"/>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1246" name="Rectangle 86"/>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247" name="Rectangle 87"/>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1248" name="Freeform 88"/>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249" name="Rectangle 89"/>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1250" name="Rectangle 90"/>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1251" name="Group 91"/>
          <p:cNvGrpSpPr>
            <a:grpSpLocks noChangeAspect="1"/>
          </p:cNvGrpSpPr>
          <p:nvPr/>
        </p:nvGrpSpPr>
        <p:grpSpPr bwMode="auto">
          <a:xfrm>
            <a:off x="6332588" y="3946526"/>
            <a:ext cx="215900" cy="195262"/>
            <a:chOff x="431" y="391"/>
            <a:chExt cx="573" cy="518"/>
          </a:xfrm>
        </p:grpSpPr>
        <p:sp>
          <p:nvSpPr>
            <p:cNvPr id="1252" name="AutoShape 92"/>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253" name="Rectangle 93"/>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254" name="Rectangle 94"/>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1255" name="Freeform 95"/>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256" name="Freeform 96"/>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1257" name="Line 97"/>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58" name="Freeform 98"/>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259" name="Freeform 99"/>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1260" name="Freeform 100"/>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261" name="Freeform 101"/>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1262" name="Freeform 102"/>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263" name="Freeform 103"/>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1264" name="Rectangle 104"/>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265" name="Rectangle 105"/>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1266" name="Freeform 106"/>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267" name="Rectangle 107"/>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1268" name="Rectangle 108"/>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1269" name="Group 109"/>
          <p:cNvGrpSpPr>
            <a:grpSpLocks noChangeAspect="1"/>
          </p:cNvGrpSpPr>
          <p:nvPr/>
        </p:nvGrpSpPr>
        <p:grpSpPr bwMode="auto">
          <a:xfrm>
            <a:off x="6342113" y="4273551"/>
            <a:ext cx="215900" cy="195262"/>
            <a:chOff x="431" y="391"/>
            <a:chExt cx="573" cy="518"/>
          </a:xfrm>
        </p:grpSpPr>
        <p:sp>
          <p:nvSpPr>
            <p:cNvPr id="1270" name="AutoShape 110"/>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271" name="Rectangle 111"/>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272" name="Rectangle 112"/>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1273" name="Freeform 113"/>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274" name="Freeform 114"/>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1275" name="Line 115"/>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76" name="Freeform 116"/>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277" name="Freeform 117"/>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1278" name="Freeform 118"/>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279" name="Freeform 119"/>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1280" name="Freeform 120"/>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281" name="Freeform 121"/>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1282" name="Rectangle 122"/>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283" name="Rectangle 123"/>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1284" name="Freeform 124"/>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285" name="Rectangle 125"/>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1286" name="Rectangle 126"/>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1287" name="Group 127"/>
          <p:cNvGrpSpPr>
            <a:grpSpLocks noChangeAspect="1"/>
          </p:cNvGrpSpPr>
          <p:nvPr/>
        </p:nvGrpSpPr>
        <p:grpSpPr bwMode="auto">
          <a:xfrm>
            <a:off x="6413550" y="4110038"/>
            <a:ext cx="215900" cy="195263"/>
            <a:chOff x="431" y="391"/>
            <a:chExt cx="573" cy="518"/>
          </a:xfrm>
        </p:grpSpPr>
        <p:sp>
          <p:nvSpPr>
            <p:cNvPr id="1288" name="AutoShape 128"/>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289" name="Rectangle 129"/>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290" name="Rectangle 130"/>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1291" name="Freeform 131"/>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292" name="Freeform 132"/>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1293" name="Line 133"/>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94" name="Freeform 134"/>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295" name="Freeform 135"/>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1296" name="Freeform 136"/>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297" name="Freeform 137"/>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1298" name="Freeform 138"/>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299" name="Freeform 139"/>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1300" name="Rectangle 140"/>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301" name="Rectangle 141"/>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1302" name="Freeform 142"/>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303" name="Rectangle 143"/>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1304" name="Rectangle 144"/>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1305" name="Group 145"/>
          <p:cNvGrpSpPr>
            <a:grpSpLocks noChangeAspect="1"/>
          </p:cNvGrpSpPr>
          <p:nvPr/>
        </p:nvGrpSpPr>
        <p:grpSpPr bwMode="auto">
          <a:xfrm>
            <a:off x="6484988" y="3946526"/>
            <a:ext cx="215900" cy="195262"/>
            <a:chOff x="431" y="391"/>
            <a:chExt cx="573" cy="518"/>
          </a:xfrm>
        </p:grpSpPr>
        <p:sp>
          <p:nvSpPr>
            <p:cNvPr id="1306" name="AutoShape 146"/>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307" name="Rectangle 147"/>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308" name="Rectangle 148"/>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1309" name="Freeform 149"/>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310" name="Freeform 150"/>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1311" name="Line 151"/>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312" name="Freeform 152"/>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313" name="Freeform 153"/>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1314" name="Freeform 154"/>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315" name="Freeform 155"/>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1316" name="Freeform 156"/>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317" name="Freeform 157"/>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1318" name="Rectangle 158"/>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319" name="Rectangle 159"/>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1320" name="Freeform 160"/>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321" name="Rectangle 161"/>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1322" name="Rectangle 162"/>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1323" name="Group 163"/>
          <p:cNvGrpSpPr>
            <a:grpSpLocks noChangeAspect="1"/>
          </p:cNvGrpSpPr>
          <p:nvPr/>
        </p:nvGrpSpPr>
        <p:grpSpPr bwMode="auto">
          <a:xfrm>
            <a:off x="6494513" y="4273551"/>
            <a:ext cx="215900" cy="195262"/>
            <a:chOff x="431" y="391"/>
            <a:chExt cx="573" cy="518"/>
          </a:xfrm>
        </p:grpSpPr>
        <p:sp>
          <p:nvSpPr>
            <p:cNvPr id="1324" name="AutoShape 164"/>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325" name="Rectangle 165"/>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326" name="Rectangle 166"/>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1327" name="Freeform 167"/>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328" name="Freeform 168"/>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1329" name="Line 169"/>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330" name="Freeform 170"/>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331" name="Freeform 171"/>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1332" name="Freeform 172"/>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333" name="Freeform 173"/>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1334" name="Freeform 174"/>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335" name="Freeform 175"/>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1336" name="Rectangle 176"/>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337" name="Rectangle 177"/>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1338" name="Freeform 178"/>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339" name="Rectangle 179"/>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1340" name="Rectangle 180"/>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1341" name="Group 181"/>
          <p:cNvGrpSpPr>
            <a:grpSpLocks noChangeAspect="1"/>
          </p:cNvGrpSpPr>
          <p:nvPr/>
        </p:nvGrpSpPr>
        <p:grpSpPr bwMode="auto">
          <a:xfrm>
            <a:off x="6565950" y="4110038"/>
            <a:ext cx="215900" cy="195263"/>
            <a:chOff x="431" y="391"/>
            <a:chExt cx="573" cy="518"/>
          </a:xfrm>
        </p:grpSpPr>
        <p:sp>
          <p:nvSpPr>
            <p:cNvPr id="1342" name="AutoShape 182"/>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343" name="Rectangle 183"/>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344" name="Rectangle 184"/>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1345" name="Freeform 185"/>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346" name="Freeform 186"/>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1347" name="Line 187"/>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348" name="Freeform 188"/>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349" name="Freeform 189"/>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1350" name="Freeform 190"/>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351" name="Freeform 191"/>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1352" name="Freeform 192"/>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353" name="Freeform 193"/>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1354" name="Rectangle 194"/>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355" name="Rectangle 195"/>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1356" name="Freeform 196"/>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357" name="Rectangle 197"/>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1358" name="Rectangle 198"/>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1359" name="Group 199"/>
          <p:cNvGrpSpPr>
            <a:grpSpLocks noChangeAspect="1"/>
          </p:cNvGrpSpPr>
          <p:nvPr/>
        </p:nvGrpSpPr>
        <p:grpSpPr bwMode="auto">
          <a:xfrm>
            <a:off x="6637388" y="3946526"/>
            <a:ext cx="215900" cy="195262"/>
            <a:chOff x="431" y="391"/>
            <a:chExt cx="573" cy="518"/>
          </a:xfrm>
        </p:grpSpPr>
        <p:sp>
          <p:nvSpPr>
            <p:cNvPr id="1360" name="AutoShape 200"/>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361" name="Rectangle 201"/>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362" name="Rectangle 202"/>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1363" name="Freeform 203"/>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364" name="Freeform 204"/>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1365" name="Line 205"/>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366" name="Freeform 206"/>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367" name="Freeform 207"/>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1368" name="Freeform 208"/>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369" name="Freeform 209"/>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1370" name="Freeform 210"/>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371" name="Freeform 211"/>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1372" name="Rectangle 212"/>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373" name="Rectangle 213"/>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1374" name="Freeform 214"/>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375" name="Rectangle 215"/>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1376" name="Rectangle 216"/>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1377" name="Group 217"/>
          <p:cNvGrpSpPr>
            <a:grpSpLocks noChangeAspect="1"/>
          </p:cNvGrpSpPr>
          <p:nvPr/>
        </p:nvGrpSpPr>
        <p:grpSpPr bwMode="auto">
          <a:xfrm>
            <a:off x="6646913" y="4273551"/>
            <a:ext cx="215900" cy="195262"/>
            <a:chOff x="431" y="391"/>
            <a:chExt cx="573" cy="518"/>
          </a:xfrm>
        </p:grpSpPr>
        <p:sp>
          <p:nvSpPr>
            <p:cNvPr id="1378" name="AutoShape 218"/>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379" name="Rectangle 219"/>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380" name="Rectangle 220"/>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1381" name="Freeform 221"/>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382" name="Freeform 222"/>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1383" name="Line 223"/>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384" name="Freeform 224"/>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385" name="Freeform 225"/>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1386" name="Freeform 226"/>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387" name="Freeform 227"/>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1388" name="Freeform 228"/>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389" name="Freeform 229"/>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1390" name="Rectangle 230"/>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391" name="Rectangle 231"/>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1392" name="Freeform 232"/>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393" name="Rectangle 233"/>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1394" name="Rectangle 234"/>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1395" name="Group 235"/>
          <p:cNvGrpSpPr>
            <a:grpSpLocks noChangeAspect="1"/>
          </p:cNvGrpSpPr>
          <p:nvPr/>
        </p:nvGrpSpPr>
        <p:grpSpPr bwMode="auto">
          <a:xfrm>
            <a:off x="6718350" y="4110038"/>
            <a:ext cx="215900" cy="195263"/>
            <a:chOff x="431" y="391"/>
            <a:chExt cx="573" cy="518"/>
          </a:xfrm>
        </p:grpSpPr>
        <p:sp>
          <p:nvSpPr>
            <p:cNvPr id="1396" name="AutoShape 236"/>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397" name="Rectangle 237"/>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398" name="Rectangle 238"/>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1399" name="Freeform 239"/>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400" name="Freeform 240"/>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1401" name="Line 241"/>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402" name="Freeform 242"/>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403" name="Freeform 243"/>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1404" name="Freeform 244"/>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405" name="Freeform 245"/>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1406" name="Freeform 246"/>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407" name="Freeform 247"/>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1408" name="Rectangle 248"/>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409" name="Rectangle 249"/>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1410" name="Freeform 250"/>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411" name="Rectangle 251"/>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1412" name="Rectangle 252"/>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1413" name="Group 253"/>
          <p:cNvGrpSpPr>
            <a:grpSpLocks noChangeAspect="1"/>
          </p:cNvGrpSpPr>
          <p:nvPr/>
        </p:nvGrpSpPr>
        <p:grpSpPr bwMode="auto">
          <a:xfrm>
            <a:off x="6789788" y="3946526"/>
            <a:ext cx="215900" cy="195262"/>
            <a:chOff x="431" y="391"/>
            <a:chExt cx="573" cy="518"/>
          </a:xfrm>
        </p:grpSpPr>
        <p:sp>
          <p:nvSpPr>
            <p:cNvPr id="1414" name="AutoShape 254"/>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415" name="Rectangle 255"/>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416" name="Rectangle 256"/>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1417" name="Freeform 257"/>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418" name="Freeform 258"/>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1419" name="Line 259"/>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420" name="Freeform 260"/>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421" name="Freeform 261"/>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1422" name="Freeform 262"/>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423" name="Freeform 263"/>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1424" name="Freeform 264"/>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425" name="Freeform 265"/>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1426" name="Rectangle 266"/>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427" name="Rectangle 267"/>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1428" name="Freeform 268"/>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429" name="Rectangle 269"/>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1430" name="Rectangle 270"/>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1431" name="Group 271"/>
          <p:cNvGrpSpPr>
            <a:grpSpLocks noChangeAspect="1"/>
          </p:cNvGrpSpPr>
          <p:nvPr/>
        </p:nvGrpSpPr>
        <p:grpSpPr bwMode="auto">
          <a:xfrm>
            <a:off x="6799313" y="4273551"/>
            <a:ext cx="215900" cy="195262"/>
            <a:chOff x="431" y="391"/>
            <a:chExt cx="573" cy="518"/>
          </a:xfrm>
        </p:grpSpPr>
        <p:sp>
          <p:nvSpPr>
            <p:cNvPr id="1432" name="AutoShape 272"/>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433" name="Rectangle 273"/>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434" name="Rectangle 274"/>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1435" name="Freeform 275"/>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436" name="Freeform 276"/>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1437" name="Line 277"/>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438" name="Freeform 278"/>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439" name="Freeform 279"/>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1440" name="Freeform 280"/>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441" name="Freeform 281"/>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1442" name="Freeform 282"/>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443" name="Freeform 283"/>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1444" name="Rectangle 284"/>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445" name="Rectangle 285"/>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1446" name="Freeform 286"/>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447" name="Rectangle 287"/>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1448" name="Rectangle 288"/>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1449" name="Group 289"/>
          <p:cNvGrpSpPr>
            <a:grpSpLocks noChangeAspect="1"/>
          </p:cNvGrpSpPr>
          <p:nvPr/>
        </p:nvGrpSpPr>
        <p:grpSpPr bwMode="auto">
          <a:xfrm>
            <a:off x="6870750" y="4110038"/>
            <a:ext cx="215900" cy="195263"/>
            <a:chOff x="431" y="391"/>
            <a:chExt cx="573" cy="518"/>
          </a:xfrm>
        </p:grpSpPr>
        <p:sp>
          <p:nvSpPr>
            <p:cNvPr id="1450" name="AutoShape 290"/>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451" name="Rectangle 291"/>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452" name="Rectangle 292"/>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1453" name="Freeform 293"/>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454" name="Freeform 294"/>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1455" name="Line 295"/>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456" name="Freeform 296"/>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457" name="Freeform 297"/>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1458" name="Freeform 298"/>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459" name="Freeform 299"/>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1460" name="Freeform 300"/>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461" name="Freeform 301"/>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1462" name="Rectangle 302"/>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463" name="Rectangle 303"/>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1464" name="Freeform 304"/>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465" name="Rectangle 305"/>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1466" name="Rectangle 306"/>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1467" name="Group 307"/>
          <p:cNvGrpSpPr>
            <a:grpSpLocks noChangeAspect="1"/>
          </p:cNvGrpSpPr>
          <p:nvPr/>
        </p:nvGrpSpPr>
        <p:grpSpPr bwMode="auto">
          <a:xfrm>
            <a:off x="6942188" y="3946526"/>
            <a:ext cx="215900" cy="195262"/>
            <a:chOff x="431" y="391"/>
            <a:chExt cx="573" cy="518"/>
          </a:xfrm>
        </p:grpSpPr>
        <p:sp>
          <p:nvSpPr>
            <p:cNvPr id="1468" name="AutoShape 308"/>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469" name="Rectangle 309"/>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470" name="Rectangle 310"/>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1471" name="Freeform 311"/>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472" name="Freeform 312"/>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1473" name="Line 313"/>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474" name="Freeform 314"/>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475" name="Freeform 315"/>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1476" name="Freeform 316"/>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477" name="Freeform 317"/>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1478" name="Freeform 318"/>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479" name="Freeform 319"/>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1480" name="Rectangle 320"/>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481" name="Rectangle 321"/>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1482" name="Freeform 322"/>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483" name="Rectangle 323"/>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1484" name="Rectangle 324"/>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1485" name="Group 325"/>
          <p:cNvGrpSpPr>
            <a:grpSpLocks noChangeAspect="1"/>
          </p:cNvGrpSpPr>
          <p:nvPr/>
        </p:nvGrpSpPr>
        <p:grpSpPr bwMode="auto">
          <a:xfrm>
            <a:off x="6951713" y="4273551"/>
            <a:ext cx="215900" cy="195262"/>
            <a:chOff x="431" y="391"/>
            <a:chExt cx="573" cy="518"/>
          </a:xfrm>
        </p:grpSpPr>
        <p:sp>
          <p:nvSpPr>
            <p:cNvPr id="1486" name="AutoShape 326"/>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487" name="Rectangle 327"/>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488" name="Rectangle 328"/>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1489" name="Freeform 329"/>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490" name="Freeform 330"/>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1491" name="Line 331"/>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492" name="Freeform 332"/>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493" name="Freeform 333"/>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1494" name="Freeform 334"/>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495" name="Freeform 335"/>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1496" name="Freeform 336"/>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497" name="Freeform 337"/>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1498" name="Rectangle 338"/>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499" name="Rectangle 339"/>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1500" name="Freeform 340"/>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501" name="Rectangle 341"/>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1502" name="Rectangle 342"/>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1503" name="Group 343"/>
          <p:cNvGrpSpPr>
            <a:grpSpLocks noChangeAspect="1"/>
          </p:cNvGrpSpPr>
          <p:nvPr/>
        </p:nvGrpSpPr>
        <p:grpSpPr bwMode="auto">
          <a:xfrm>
            <a:off x="7023150" y="4110038"/>
            <a:ext cx="215900" cy="195263"/>
            <a:chOff x="431" y="391"/>
            <a:chExt cx="573" cy="518"/>
          </a:xfrm>
        </p:grpSpPr>
        <p:sp>
          <p:nvSpPr>
            <p:cNvPr id="1504" name="AutoShape 344"/>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505" name="Rectangle 345"/>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506" name="Rectangle 346"/>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1507" name="Freeform 347"/>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508" name="Freeform 348"/>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1509" name="Line 349"/>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510" name="Freeform 350"/>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511" name="Freeform 351"/>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1512" name="Freeform 352"/>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513" name="Freeform 353"/>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1514" name="Freeform 354"/>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515" name="Freeform 355"/>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1516" name="Rectangle 356"/>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517" name="Rectangle 357"/>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1518" name="Freeform 358"/>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519" name="Rectangle 359"/>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1520" name="Rectangle 360"/>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1521" name="Group 361"/>
          <p:cNvGrpSpPr>
            <a:grpSpLocks noChangeAspect="1"/>
          </p:cNvGrpSpPr>
          <p:nvPr/>
        </p:nvGrpSpPr>
        <p:grpSpPr bwMode="auto">
          <a:xfrm>
            <a:off x="7094588" y="3946526"/>
            <a:ext cx="215900" cy="195262"/>
            <a:chOff x="431" y="391"/>
            <a:chExt cx="573" cy="518"/>
          </a:xfrm>
        </p:grpSpPr>
        <p:sp>
          <p:nvSpPr>
            <p:cNvPr id="1522" name="AutoShape 362"/>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523" name="Rectangle 363"/>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524" name="Rectangle 364"/>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1525" name="Freeform 365"/>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526" name="Freeform 366"/>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1527" name="Line 367"/>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528" name="Freeform 368"/>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529" name="Freeform 369"/>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1530" name="Freeform 370"/>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531" name="Freeform 371"/>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1532" name="Freeform 372"/>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533" name="Freeform 373"/>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1534" name="Rectangle 374"/>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535" name="Rectangle 375"/>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1536" name="Freeform 376"/>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537" name="Rectangle 377"/>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1538" name="Rectangle 378"/>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1539" name="Group 379"/>
          <p:cNvGrpSpPr>
            <a:grpSpLocks noChangeAspect="1"/>
          </p:cNvGrpSpPr>
          <p:nvPr/>
        </p:nvGrpSpPr>
        <p:grpSpPr bwMode="auto">
          <a:xfrm>
            <a:off x="7104113" y="4273551"/>
            <a:ext cx="215900" cy="195262"/>
            <a:chOff x="431" y="391"/>
            <a:chExt cx="573" cy="518"/>
          </a:xfrm>
        </p:grpSpPr>
        <p:sp>
          <p:nvSpPr>
            <p:cNvPr id="1540" name="AutoShape 380"/>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541" name="Rectangle 381"/>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542" name="Rectangle 382"/>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1543" name="Freeform 383"/>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544" name="Freeform 384"/>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1545" name="Line 385"/>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546" name="Freeform 386"/>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547" name="Freeform 387"/>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1548" name="Freeform 388"/>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549" name="Freeform 389"/>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1550" name="Freeform 390"/>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551" name="Freeform 391"/>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1552" name="Rectangle 392"/>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553" name="Rectangle 393"/>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1554" name="Freeform 394"/>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555" name="Rectangle 395"/>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1556" name="Rectangle 396"/>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1557" name="Group 397"/>
          <p:cNvGrpSpPr>
            <a:grpSpLocks noChangeAspect="1"/>
          </p:cNvGrpSpPr>
          <p:nvPr/>
        </p:nvGrpSpPr>
        <p:grpSpPr bwMode="auto">
          <a:xfrm>
            <a:off x="7175550" y="4110038"/>
            <a:ext cx="215900" cy="195263"/>
            <a:chOff x="431" y="391"/>
            <a:chExt cx="573" cy="518"/>
          </a:xfrm>
        </p:grpSpPr>
        <p:sp>
          <p:nvSpPr>
            <p:cNvPr id="1558" name="AutoShape 398"/>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559" name="Rectangle 399"/>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560" name="Rectangle 400"/>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1561" name="Freeform 401"/>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562" name="Freeform 402"/>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1563" name="Line 403"/>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564" name="Freeform 404"/>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565" name="Freeform 405"/>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1566" name="Freeform 406"/>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567" name="Freeform 407"/>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1568" name="Freeform 408"/>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569" name="Freeform 409"/>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1570" name="Rectangle 410"/>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571" name="Rectangle 411"/>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1572" name="Freeform 412"/>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573" name="Rectangle 413"/>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1574" name="Rectangle 414"/>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1575" name="Group 415"/>
          <p:cNvGrpSpPr>
            <a:grpSpLocks noChangeAspect="1"/>
          </p:cNvGrpSpPr>
          <p:nvPr/>
        </p:nvGrpSpPr>
        <p:grpSpPr bwMode="auto">
          <a:xfrm>
            <a:off x="7246988" y="3946526"/>
            <a:ext cx="215900" cy="195262"/>
            <a:chOff x="431" y="391"/>
            <a:chExt cx="573" cy="518"/>
          </a:xfrm>
        </p:grpSpPr>
        <p:sp>
          <p:nvSpPr>
            <p:cNvPr id="1576" name="AutoShape 416"/>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577" name="Rectangle 417"/>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578" name="Rectangle 418"/>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1579" name="Freeform 419"/>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580" name="Freeform 420"/>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1581" name="Line 421"/>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582" name="Freeform 422"/>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583" name="Freeform 423"/>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1584" name="Freeform 424"/>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585" name="Freeform 425"/>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1586" name="Freeform 426"/>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587" name="Freeform 427"/>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1588" name="Rectangle 428"/>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589" name="Rectangle 429"/>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1590" name="Freeform 430"/>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591" name="Rectangle 431"/>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1592" name="Rectangle 432"/>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1593" name="Group 433"/>
          <p:cNvGrpSpPr>
            <a:grpSpLocks noChangeAspect="1"/>
          </p:cNvGrpSpPr>
          <p:nvPr/>
        </p:nvGrpSpPr>
        <p:grpSpPr bwMode="auto">
          <a:xfrm>
            <a:off x="7256513" y="4273551"/>
            <a:ext cx="215900" cy="195262"/>
            <a:chOff x="431" y="391"/>
            <a:chExt cx="573" cy="518"/>
          </a:xfrm>
        </p:grpSpPr>
        <p:sp>
          <p:nvSpPr>
            <p:cNvPr id="1594" name="AutoShape 434"/>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595" name="Rectangle 435"/>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596" name="Rectangle 436"/>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1597" name="Freeform 437"/>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598" name="Freeform 438"/>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1599" name="Line 439"/>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600" name="Freeform 440"/>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601" name="Freeform 441"/>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1602" name="Freeform 442"/>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603" name="Freeform 443"/>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1604" name="Freeform 444"/>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605" name="Freeform 445"/>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1606" name="Rectangle 446"/>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607" name="Rectangle 447"/>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1608" name="Freeform 448"/>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609" name="Rectangle 449"/>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1610" name="Rectangle 450"/>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1611" name="Group 451"/>
          <p:cNvGrpSpPr>
            <a:grpSpLocks noChangeAspect="1"/>
          </p:cNvGrpSpPr>
          <p:nvPr/>
        </p:nvGrpSpPr>
        <p:grpSpPr bwMode="auto">
          <a:xfrm>
            <a:off x="7327950" y="4110038"/>
            <a:ext cx="215900" cy="195263"/>
            <a:chOff x="431" y="391"/>
            <a:chExt cx="573" cy="518"/>
          </a:xfrm>
        </p:grpSpPr>
        <p:sp>
          <p:nvSpPr>
            <p:cNvPr id="1612" name="AutoShape 452"/>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613" name="Rectangle 453"/>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614" name="Rectangle 454"/>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1615" name="Freeform 455"/>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616" name="Freeform 456"/>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1617" name="Line 457"/>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618" name="Freeform 458"/>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619" name="Freeform 459"/>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1620" name="Freeform 460"/>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621" name="Freeform 461"/>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1622" name="Freeform 462"/>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623" name="Freeform 463"/>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1624" name="Rectangle 464"/>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625" name="Rectangle 465"/>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1626" name="Freeform 466"/>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627" name="Rectangle 467"/>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1628" name="Rectangle 468"/>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1629" name="Group 469"/>
          <p:cNvGrpSpPr>
            <a:grpSpLocks noChangeAspect="1"/>
          </p:cNvGrpSpPr>
          <p:nvPr/>
        </p:nvGrpSpPr>
        <p:grpSpPr bwMode="auto">
          <a:xfrm>
            <a:off x="7399388" y="3946526"/>
            <a:ext cx="215900" cy="195262"/>
            <a:chOff x="431" y="391"/>
            <a:chExt cx="573" cy="518"/>
          </a:xfrm>
        </p:grpSpPr>
        <p:sp>
          <p:nvSpPr>
            <p:cNvPr id="1630" name="AutoShape 470"/>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631" name="Rectangle 471"/>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632" name="Rectangle 472"/>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1633" name="Freeform 473"/>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634" name="Freeform 474"/>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1635" name="Line 475"/>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636" name="Freeform 476"/>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637" name="Freeform 477"/>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1638" name="Freeform 478"/>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639" name="Freeform 479"/>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1640" name="Freeform 480"/>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641" name="Freeform 481"/>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1642" name="Rectangle 482"/>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643" name="Rectangle 483"/>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1644" name="Freeform 484"/>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645" name="Rectangle 485"/>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1646" name="Rectangle 486"/>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1647" name="Group 487"/>
          <p:cNvGrpSpPr>
            <a:grpSpLocks noChangeAspect="1"/>
          </p:cNvGrpSpPr>
          <p:nvPr/>
        </p:nvGrpSpPr>
        <p:grpSpPr bwMode="auto">
          <a:xfrm>
            <a:off x="7408913" y="4273551"/>
            <a:ext cx="215900" cy="195262"/>
            <a:chOff x="431" y="391"/>
            <a:chExt cx="573" cy="518"/>
          </a:xfrm>
        </p:grpSpPr>
        <p:sp>
          <p:nvSpPr>
            <p:cNvPr id="1648" name="AutoShape 488"/>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649" name="Rectangle 489"/>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650" name="Rectangle 490"/>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1651" name="Freeform 491"/>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652" name="Freeform 492"/>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1653" name="Line 493"/>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654" name="Freeform 494"/>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655" name="Freeform 495"/>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1656" name="Freeform 496"/>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657" name="Freeform 497"/>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1658" name="Freeform 498"/>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659" name="Freeform 499"/>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1660" name="Rectangle 500"/>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661" name="Rectangle 501"/>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1662" name="Freeform 502"/>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663" name="Rectangle 503"/>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1664" name="Rectangle 504"/>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1665" name="Group 505"/>
          <p:cNvGrpSpPr>
            <a:grpSpLocks noChangeAspect="1"/>
          </p:cNvGrpSpPr>
          <p:nvPr/>
        </p:nvGrpSpPr>
        <p:grpSpPr bwMode="auto">
          <a:xfrm>
            <a:off x="7480350" y="4110038"/>
            <a:ext cx="215900" cy="195263"/>
            <a:chOff x="431" y="391"/>
            <a:chExt cx="573" cy="518"/>
          </a:xfrm>
        </p:grpSpPr>
        <p:sp>
          <p:nvSpPr>
            <p:cNvPr id="1666" name="AutoShape 506"/>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667" name="Rectangle 507"/>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668" name="Rectangle 508"/>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1669" name="Freeform 509"/>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670" name="Freeform 510"/>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1671" name="Line 511"/>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672" name="Freeform 512"/>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673" name="Freeform 513"/>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1674" name="Freeform 514"/>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675" name="Freeform 515"/>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1676" name="Freeform 516"/>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677" name="Freeform 517"/>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1678" name="Rectangle 518"/>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679" name="Rectangle 519"/>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1680" name="Freeform 520"/>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681" name="Rectangle 521"/>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1682" name="Rectangle 522"/>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1683" name="Group 523"/>
          <p:cNvGrpSpPr>
            <a:grpSpLocks noChangeAspect="1"/>
          </p:cNvGrpSpPr>
          <p:nvPr/>
        </p:nvGrpSpPr>
        <p:grpSpPr bwMode="auto">
          <a:xfrm>
            <a:off x="7551788" y="3946526"/>
            <a:ext cx="215900" cy="195262"/>
            <a:chOff x="431" y="391"/>
            <a:chExt cx="573" cy="518"/>
          </a:xfrm>
        </p:grpSpPr>
        <p:sp>
          <p:nvSpPr>
            <p:cNvPr id="1684" name="AutoShape 524"/>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685" name="Rectangle 525"/>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686" name="Rectangle 526"/>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1687" name="Freeform 527"/>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688" name="Freeform 528"/>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1689" name="Line 529"/>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690" name="Freeform 530"/>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691" name="Freeform 531"/>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1692" name="Freeform 532"/>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693" name="Freeform 533"/>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1694" name="Freeform 534"/>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695" name="Freeform 535"/>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1696" name="Rectangle 536"/>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697" name="Rectangle 537"/>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1698" name="Freeform 538"/>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699" name="Rectangle 539"/>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1700" name="Rectangle 540"/>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sp>
        <p:nvSpPr>
          <p:cNvPr id="1701" name="Line 541"/>
          <p:cNvSpPr>
            <a:spLocks noChangeShapeType="1"/>
          </p:cNvSpPr>
          <p:nvPr/>
        </p:nvSpPr>
        <p:spPr bwMode="auto">
          <a:xfrm>
            <a:off x="2247950" y="4344988"/>
            <a:ext cx="0" cy="649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1702" name="Line 542"/>
          <p:cNvSpPr>
            <a:spLocks noChangeShapeType="1"/>
          </p:cNvSpPr>
          <p:nvPr/>
        </p:nvSpPr>
        <p:spPr bwMode="auto">
          <a:xfrm>
            <a:off x="2300338" y="4344988"/>
            <a:ext cx="0" cy="649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1703" name="Line 543"/>
          <p:cNvSpPr>
            <a:spLocks noChangeShapeType="1"/>
          </p:cNvSpPr>
          <p:nvPr/>
        </p:nvSpPr>
        <p:spPr bwMode="auto">
          <a:xfrm>
            <a:off x="2352725" y="4344988"/>
            <a:ext cx="0" cy="649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1704" name="Line 544"/>
          <p:cNvSpPr>
            <a:spLocks noChangeShapeType="1"/>
          </p:cNvSpPr>
          <p:nvPr/>
        </p:nvSpPr>
        <p:spPr bwMode="auto">
          <a:xfrm>
            <a:off x="2405113" y="4344988"/>
            <a:ext cx="0" cy="649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1705" name="Line 545"/>
          <p:cNvSpPr>
            <a:spLocks noChangeShapeType="1"/>
          </p:cNvSpPr>
          <p:nvPr/>
        </p:nvSpPr>
        <p:spPr bwMode="auto">
          <a:xfrm>
            <a:off x="2457500" y="4344988"/>
            <a:ext cx="0" cy="649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1706" name="Line 546"/>
          <p:cNvSpPr>
            <a:spLocks noChangeShapeType="1"/>
          </p:cNvSpPr>
          <p:nvPr/>
        </p:nvSpPr>
        <p:spPr bwMode="auto">
          <a:xfrm>
            <a:off x="2509888" y="4344988"/>
            <a:ext cx="0" cy="649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1707" name="Line 547"/>
          <p:cNvSpPr>
            <a:spLocks noChangeShapeType="1"/>
          </p:cNvSpPr>
          <p:nvPr/>
        </p:nvSpPr>
        <p:spPr bwMode="auto">
          <a:xfrm>
            <a:off x="2562275" y="4344988"/>
            <a:ext cx="0" cy="649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1708" name="Line 548"/>
          <p:cNvSpPr>
            <a:spLocks noChangeShapeType="1"/>
          </p:cNvSpPr>
          <p:nvPr/>
        </p:nvSpPr>
        <p:spPr bwMode="auto">
          <a:xfrm>
            <a:off x="2614663" y="4344988"/>
            <a:ext cx="0" cy="649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1709" name="Line 549"/>
          <p:cNvSpPr>
            <a:spLocks noChangeShapeType="1"/>
          </p:cNvSpPr>
          <p:nvPr/>
        </p:nvSpPr>
        <p:spPr bwMode="auto">
          <a:xfrm>
            <a:off x="2667050" y="4344988"/>
            <a:ext cx="0" cy="649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1710" name="Line 550"/>
          <p:cNvSpPr>
            <a:spLocks noChangeShapeType="1"/>
          </p:cNvSpPr>
          <p:nvPr/>
        </p:nvSpPr>
        <p:spPr bwMode="auto">
          <a:xfrm>
            <a:off x="2719438" y="4344988"/>
            <a:ext cx="0" cy="649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1711" name="Line 551"/>
          <p:cNvSpPr>
            <a:spLocks noChangeShapeType="1"/>
          </p:cNvSpPr>
          <p:nvPr/>
        </p:nvSpPr>
        <p:spPr bwMode="auto">
          <a:xfrm>
            <a:off x="2771825" y="4344988"/>
            <a:ext cx="0" cy="649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1712" name="Line 552"/>
          <p:cNvSpPr>
            <a:spLocks noChangeShapeType="1"/>
          </p:cNvSpPr>
          <p:nvPr/>
        </p:nvSpPr>
        <p:spPr bwMode="auto">
          <a:xfrm>
            <a:off x="2824213" y="4344988"/>
            <a:ext cx="0" cy="649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1713" name="Line 553"/>
          <p:cNvSpPr>
            <a:spLocks noChangeShapeType="1"/>
          </p:cNvSpPr>
          <p:nvPr/>
        </p:nvSpPr>
        <p:spPr bwMode="auto">
          <a:xfrm>
            <a:off x="2876600" y="4344988"/>
            <a:ext cx="0" cy="649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1714" name="Line 554"/>
          <p:cNvSpPr>
            <a:spLocks noChangeShapeType="1"/>
          </p:cNvSpPr>
          <p:nvPr/>
        </p:nvSpPr>
        <p:spPr bwMode="auto">
          <a:xfrm>
            <a:off x="2928988" y="4344988"/>
            <a:ext cx="0" cy="649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1715" name="Line 555"/>
          <p:cNvSpPr>
            <a:spLocks noChangeShapeType="1"/>
          </p:cNvSpPr>
          <p:nvPr/>
        </p:nvSpPr>
        <p:spPr bwMode="auto">
          <a:xfrm>
            <a:off x="2981375" y="4344988"/>
            <a:ext cx="0" cy="649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1716" name="Line 556"/>
          <p:cNvSpPr>
            <a:spLocks noChangeShapeType="1"/>
          </p:cNvSpPr>
          <p:nvPr/>
        </p:nvSpPr>
        <p:spPr bwMode="auto">
          <a:xfrm>
            <a:off x="3033763" y="4344988"/>
            <a:ext cx="0" cy="649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1717" name="Line 557"/>
          <p:cNvSpPr>
            <a:spLocks noChangeShapeType="1"/>
          </p:cNvSpPr>
          <p:nvPr/>
        </p:nvSpPr>
        <p:spPr bwMode="auto">
          <a:xfrm>
            <a:off x="3086150" y="4344988"/>
            <a:ext cx="0" cy="649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1718" name="Line 558"/>
          <p:cNvSpPr>
            <a:spLocks noChangeShapeType="1"/>
          </p:cNvSpPr>
          <p:nvPr/>
        </p:nvSpPr>
        <p:spPr bwMode="auto">
          <a:xfrm>
            <a:off x="3138538" y="4344988"/>
            <a:ext cx="0" cy="649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1719" name="Line 559"/>
          <p:cNvSpPr>
            <a:spLocks noChangeShapeType="1"/>
          </p:cNvSpPr>
          <p:nvPr/>
        </p:nvSpPr>
        <p:spPr bwMode="auto">
          <a:xfrm>
            <a:off x="3190925" y="4344988"/>
            <a:ext cx="0" cy="649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1720" name="Line 560"/>
          <p:cNvSpPr>
            <a:spLocks noChangeShapeType="1"/>
          </p:cNvSpPr>
          <p:nvPr/>
        </p:nvSpPr>
        <p:spPr bwMode="auto">
          <a:xfrm>
            <a:off x="3243313" y="4344988"/>
            <a:ext cx="0" cy="649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1721" name="Line 561"/>
          <p:cNvSpPr>
            <a:spLocks noChangeShapeType="1"/>
          </p:cNvSpPr>
          <p:nvPr/>
        </p:nvSpPr>
        <p:spPr bwMode="auto">
          <a:xfrm>
            <a:off x="3295700" y="4344988"/>
            <a:ext cx="0" cy="649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1722" name="Line 562"/>
          <p:cNvSpPr>
            <a:spLocks noChangeShapeType="1"/>
          </p:cNvSpPr>
          <p:nvPr/>
        </p:nvSpPr>
        <p:spPr bwMode="auto">
          <a:xfrm>
            <a:off x="3348088" y="4344988"/>
            <a:ext cx="0" cy="649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1723" name="Line 563"/>
          <p:cNvSpPr>
            <a:spLocks noChangeShapeType="1"/>
          </p:cNvSpPr>
          <p:nvPr/>
        </p:nvSpPr>
        <p:spPr bwMode="auto">
          <a:xfrm>
            <a:off x="3400475" y="4344988"/>
            <a:ext cx="0" cy="649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1724" name="Line 564"/>
          <p:cNvSpPr>
            <a:spLocks noChangeShapeType="1"/>
          </p:cNvSpPr>
          <p:nvPr/>
        </p:nvSpPr>
        <p:spPr bwMode="auto">
          <a:xfrm>
            <a:off x="3452863" y="4344988"/>
            <a:ext cx="0" cy="649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grpSp>
        <p:nvGrpSpPr>
          <p:cNvPr id="1725" name="Group 565"/>
          <p:cNvGrpSpPr>
            <a:grpSpLocks noChangeAspect="1"/>
          </p:cNvGrpSpPr>
          <p:nvPr/>
        </p:nvGrpSpPr>
        <p:grpSpPr bwMode="auto">
          <a:xfrm>
            <a:off x="1652638" y="4849813"/>
            <a:ext cx="2017712" cy="863600"/>
            <a:chOff x="2835" y="1389"/>
            <a:chExt cx="1316" cy="563"/>
          </a:xfrm>
        </p:grpSpPr>
        <p:sp>
          <p:nvSpPr>
            <p:cNvPr id="1726" name="AutoShape 566"/>
            <p:cNvSpPr>
              <a:spLocks noChangeAspect="1" noChangeArrowheads="1" noTextEdit="1"/>
            </p:cNvSpPr>
            <p:nvPr/>
          </p:nvSpPr>
          <p:spPr bwMode="auto">
            <a:xfrm>
              <a:off x="2835" y="1389"/>
              <a:ext cx="1316" cy="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727" name="Rectangle 567"/>
            <p:cNvSpPr>
              <a:spLocks noChangeAspect="1" noChangeArrowheads="1"/>
            </p:cNvSpPr>
            <p:nvPr/>
          </p:nvSpPr>
          <p:spPr bwMode="auto">
            <a:xfrm>
              <a:off x="2835" y="1689"/>
              <a:ext cx="998" cy="254"/>
            </a:xfrm>
            <a:prstGeom prst="rect">
              <a:avLst/>
            </a:prstGeom>
            <a:solidFill>
              <a:srgbClr val="0096D5"/>
            </a:solidFill>
            <a:ln w="12700">
              <a:solidFill>
                <a:schemeClr val="tx1"/>
              </a:solidFill>
              <a:miter lim="800000"/>
              <a:headEnd/>
              <a:tailEnd/>
            </a:ln>
          </p:spPr>
          <p:txBody>
            <a:bodyPr/>
            <a:lstStyle/>
            <a:p>
              <a:endParaRPr lang="fr-FR"/>
            </a:p>
          </p:txBody>
        </p:sp>
        <p:sp>
          <p:nvSpPr>
            <p:cNvPr id="1728" name="Rectangle 568"/>
            <p:cNvSpPr>
              <a:spLocks noChangeAspect="1" noChangeArrowheads="1"/>
            </p:cNvSpPr>
            <p:nvPr/>
          </p:nvSpPr>
          <p:spPr bwMode="auto">
            <a:xfrm>
              <a:off x="2839" y="1693"/>
              <a:ext cx="990" cy="246"/>
            </a:xfrm>
            <a:prstGeom prst="rect">
              <a:avLst/>
            </a:prstGeom>
            <a:gradFill rotWithShape="1">
              <a:gsLst>
                <a:gs pos="0">
                  <a:srgbClr val="66FFCC"/>
                </a:gs>
                <a:gs pos="100000">
                  <a:srgbClr val="66FFCC">
                    <a:gamma/>
                    <a:shade val="76078"/>
                    <a:invGamma/>
                  </a:srgbClr>
                </a:gs>
              </a:gsLst>
              <a:lin ang="5400000" scaled="1"/>
            </a:gradFill>
            <a:ln w="12700">
              <a:solidFill>
                <a:srgbClr val="009999"/>
              </a:solidFill>
              <a:miter lim="800000"/>
              <a:headEnd/>
              <a:tailEnd/>
            </a:ln>
          </p:spPr>
          <p:txBody>
            <a:bodyPr/>
            <a:lstStyle/>
            <a:p>
              <a:endParaRPr lang="fr-FR"/>
            </a:p>
          </p:txBody>
        </p:sp>
        <p:sp>
          <p:nvSpPr>
            <p:cNvPr id="1729" name="Freeform 569"/>
            <p:cNvSpPr>
              <a:spLocks noChangeAspect="1"/>
            </p:cNvSpPr>
            <p:nvPr/>
          </p:nvSpPr>
          <p:spPr bwMode="auto">
            <a:xfrm>
              <a:off x="3833" y="1389"/>
              <a:ext cx="309" cy="554"/>
            </a:xfrm>
            <a:custGeom>
              <a:avLst/>
              <a:gdLst>
                <a:gd name="T0" fmla="*/ 0 w 755"/>
                <a:gd name="T1" fmla="*/ 733 h 1355"/>
                <a:gd name="T2" fmla="*/ 755 w 755"/>
                <a:gd name="T3" fmla="*/ 0 h 1355"/>
                <a:gd name="T4" fmla="*/ 755 w 755"/>
                <a:gd name="T5" fmla="*/ 622 h 1355"/>
                <a:gd name="T6" fmla="*/ 0 w 755"/>
                <a:gd name="T7" fmla="*/ 1355 h 1355"/>
                <a:gd name="T8" fmla="*/ 0 w 755"/>
                <a:gd name="T9" fmla="*/ 733 h 1355"/>
              </a:gdLst>
              <a:ahLst/>
              <a:cxnLst>
                <a:cxn ang="0">
                  <a:pos x="T0" y="T1"/>
                </a:cxn>
                <a:cxn ang="0">
                  <a:pos x="T2" y="T3"/>
                </a:cxn>
                <a:cxn ang="0">
                  <a:pos x="T4" y="T5"/>
                </a:cxn>
                <a:cxn ang="0">
                  <a:pos x="T6" y="T7"/>
                </a:cxn>
                <a:cxn ang="0">
                  <a:pos x="T8" y="T9"/>
                </a:cxn>
              </a:cxnLst>
              <a:rect l="0" t="0" r="r" b="b"/>
              <a:pathLst>
                <a:path w="755" h="1355">
                  <a:moveTo>
                    <a:pt x="0" y="733"/>
                  </a:moveTo>
                  <a:lnTo>
                    <a:pt x="755" y="0"/>
                  </a:lnTo>
                  <a:lnTo>
                    <a:pt x="755" y="622"/>
                  </a:lnTo>
                  <a:lnTo>
                    <a:pt x="0" y="1355"/>
                  </a:lnTo>
                  <a:lnTo>
                    <a:pt x="0" y="733"/>
                  </a:lnTo>
                  <a:close/>
                </a:path>
              </a:pathLst>
            </a:custGeom>
            <a:solidFill>
              <a:srgbClr val="005A80"/>
            </a:solidFill>
            <a:ln w="12700" cmpd="sng">
              <a:solidFill>
                <a:schemeClr val="tx1"/>
              </a:solidFill>
              <a:round/>
              <a:headEnd/>
              <a:tailEnd/>
            </a:ln>
          </p:spPr>
          <p:txBody>
            <a:bodyPr/>
            <a:lstStyle/>
            <a:p>
              <a:endParaRPr lang="fr-FR"/>
            </a:p>
          </p:txBody>
        </p:sp>
        <p:sp>
          <p:nvSpPr>
            <p:cNvPr id="1730" name="Freeform 570"/>
            <p:cNvSpPr>
              <a:spLocks noChangeAspect="1"/>
            </p:cNvSpPr>
            <p:nvPr/>
          </p:nvSpPr>
          <p:spPr bwMode="auto">
            <a:xfrm>
              <a:off x="3833" y="1389"/>
              <a:ext cx="309" cy="554"/>
            </a:xfrm>
            <a:custGeom>
              <a:avLst/>
              <a:gdLst>
                <a:gd name="T0" fmla="*/ 0 w 755"/>
                <a:gd name="T1" fmla="*/ 733 h 1355"/>
                <a:gd name="T2" fmla="*/ 755 w 755"/>
                <a:gd name="T3" fmla="*/ 0 h 1355"/>
                <a:gd name="T4" fmla="*/ 755 w 755"/>
                <a:gd name="T5" fmla="*/ 622 h 1355"/>
                <a:gd name="T6" fmla="*/ 0 w 755"/>
                <a:gd name="T7" fmla="*/ 1355 h 1355"/>
                <a:gd name="T8" fmla="*/ 0 w 755"/>
                <a:gd name="T9" fmla="*/ 733 h 1355"/>
              </a:gdLst>
              <a:ahLst/>
              <a:cxnLst>
                <a:cxn ang="0">
                  <a:pos x="T0" y="T1"/>
                </a:cxn>
                <a:cxn ang="0">
                  <a:pos x="T2" y="T3"/>
                </a:cxn>
                <a:cxn ang="0">
                  <a:pos x="T4" y="T5"/>
                </a:cxn>
                <a:cxn ang="0">
                  <a:pos x="T6" y="T7"/>
                </a:cxn>
                <a:cxn ang="0">
                  <a:pos x="T8" y="T9"/>
                </a:cxn>
              </a:cxnLst>
              <a:rect l="0" t="0" r="r" b="b"/>
              <a:pathLst>
                <a:path w="755" h="1355">
                  <a:moveTo>
                    <a:pt x="0" y="733"/>
                  </a:moveTo>
                  <a:lnTo>
                    <a:pt x="755" y="0"/>
                  </a:lnTo>
                  <a:lnTo>
                    <a:pt x="755" y="622"/>
                  </a:lnTo>
                  <a:lnTo>
                    <a:pt x="0" y="1355"/>
                  </a:lnTo>
                  <a:lnTo>
                    <a:pt x="0" y="733"/>
                  </a:lnTo>
                  <a:close/>
                </a:path>
              </a:pathLst>
            </a:custGeom>
            <a:gradFill rotWithShape="1">
              <a:gsLst>
                <a:gs pos="0">
                  <a:srgbClr val="66FFCC"/>
                </a:gs>
                <a:gs pos="100000">
                  <a:srgbClr val="66FFCC">
                    <a:gamma/>
                    <a:shade val="66275"/>
                    <a:invGamma/>
                  </a:srgbClr>
                </a:gs>
              </a:gsLst>
              <a:lin ang="2700000" scaled="1"/>
            </a:gradFill>
            <a:ln w="12700" cmpd="sng">
              <a:solidFill>
                <a:srgbClr val="009999"/>
              </a:solidFill>
              <a:prstDash val="solid"/>
              <a:round/>
              <a:headEnd/>
              <a:tailEnd/>
            </a:ln>
          </p:spPr>
          <p:txBody>
            <a:bodyPr/>
            <a:lstStyle/>
            <a:p>
              <a:endParaRPr lang="fr-FR"/>
            </a:p>
          </p:txBody>
        </p:sp>
        <p:sp>
          <p:nvSpPr>
            <p:cNvPr id="1731" name="Freeform 571"/>
            <p:cNvSpPr>
              <a:spLocks noChangeAspect="1"/>
            </p:cNvSpPr>
            <p:nvPr/>
          </p:nvSpPr>
          <p:spPr bwMode="auto">
            <a:xfrm>
              <a:off x="2835" y="1389"/>
              <a:ext cx="1307" cy="300"/>
            </a:xfrm>
            <a:custGeom>
              <a:avLst/>
              <a:gdLst>
                <a:gd name="T0" fmla="*/ 2443 w 3198"/>
                <a:gd name="T1" fmla="*/ 733 h 733"/>
                <a:gd name="T2" fmla="*/ 3198 w 3198"/>
                <a:gd name="T3" fmla="*/ 0 h 733"/>
                <a:gd name="T4" fmla="*/ 755 w 3198"/>
                <a:gd name="T5" fmla="*/ 0 h 733"/>
                <a:gd name="T6" fmla="*/ 0 w 3198"/>
                <a:gd name="T7" fmla="*/ 733 h 733"/>
                <a:gd name="T8" fmla="*/ 2443 w 3198"/>
                <a:gd name="T9" fmla="*/ 733 h 733"/>
              </a:gdLst>
              <a:ahLst/>
              <a:cxnLst>
                <a:cxn ang="0">
                  <a:pos x="T0" y="T1"/>
                </a:cxn>
                <a:cxn ang="0">
                  <a:pos x="T2" y="T3"/>
                </a:cxn>
                <a:cxn ang="0">
                  <a:pos x="T4" y="T5"/>
                </a:cxn>
                <a:cxn ang="0">
                  <a:pos x="T6" y="T7"/>
                </a:cxn>
                <a:cxn ang="0">
                  <a:pos x="T8" y="T9"/>
                </a:cxn>
              </a:cxnLst>
              <a:rect l="0" t="0" r="r" b="b"/>
              <a:pathLst>
                <a:path w="3198" h="733">
                  <a:moveTo>
                    <a:pt x="2443" y="733"/>
                  </a:moveTo>
                  <a:lnTo>
                    <a:pt x="3198" y="0"/>
                  </a:lnTo>
                  <a:lnTo>
                    <a:pt x="755" y="0"/>
                  </a:lnTo>
                  <a:lnTo>
                    <a:pt x="0" y="733"/>
                  </a:lnTo>
                  <a:lnTo>
                    <a:pt x="2443" y="733"/>
                  </a:lnTo>
                  <a:close/>
                </a:path>
              </a:pathLst>
            </a:custGeom>
            <a:solidFill>
              <a:srgbClr val="00B4FF"/>
            </a:solidFill>
            <a:ln w="12700" cmpd="sng">
              <a:solidFill>
                <a:schemeClr val="tx1"/>
              </a:solidFill>
              <a:round/>
              <a:headEnd/>
              <a:tailEnd/>
            </a:ln>
          </p:spPr>
          <p:txBody>
            <a:bodyPr/>
            <a:lstStyle/>
            <a:p>
              <a:endParaRPr lang="fr-FR"/>
            </a:p>
          </p:txBody>
        </p:sp>
        <p:sp>
          <p:nvSpPr>
            <p:cNvPr id="1732" name="Freeform 572"/>
            <p:cNvSpPr>
              <a:spLocks noChangeAspect="1"/>
            </p:cNvSpPr>
            <p:nvPr/>
          </p:nvSpPr>
          <p:spPr bwMode="auto">
            <a:xfrm>
              <a:off x="2835" y="1389"/>
              <a:ext cx="1307" cy="300"/>
            </a:xfrm>
            <a:custGeom>
              <a:avLst/>
              <a:gdLst>
                <a:gd name="T0" fmla="*/ 2443 w 3198"/>
                <a:gd name="T1" fmla="*/ 733 h 733"/>
                <a:gd name="T2" fmla="*/ 3198 w 3198"/>
                <a:gd name="T3" fmla="*/ 0 h 733"/>
                <a:gd name="T4" fmla="*/ 755 w 3198"/>
                <a:gd name="T5" fmla="*/ 0 h 733"/>
                <a:gd name="T6" fmla="*/ 0 w 3198"/>
                <a:gd name="T7" fmla="*/ 733 h 733"/>
                <a:gd name="T8" fmla="*/ 2443 w 3198"/>
                <a:gd name="T9" fmla="*/ 733 h 733"/>
              </a:gdLst>
              <a:ahLst/>
              <a:cxnLst>
                <a:cxn ang="0">
                  <a:pos x="T0" y="T1"/>
                </a:cxn>
                <a:cxn ang="0">
                  <a:pos x="T2" y="T3"/>
                </a:cxn>
                <a:cxn ang="0">
                  <a:pos x="T4" y="T5"/>
                </a:cxn>
                <a:cxn ang="0">
                  <a:pos x="T6" y="T7"/>
                </a:cxn>
                <a:cxn ang="0">
                  <a:pos x="T8" y="T9"/>
                </a:cxn>
              </a:cxnLst>
              <a:rect l="0" t="0" r="r" b="b"/>
              <a:pathLst>
                <a:path w="3198" h="733">
                  <a:moveTo>
                    <a:pt x="2443" y="733"/>
                  </a:moveTo>
                  <a:lnTo>
                    <a:pt x="3198" y="0"/>
                  </a:lnTo>
                  <a:lnTo>
                    <a:pt x="755" y="0"/>
                  </a:lnTo>
                  <a:lnTo>
                    <a:pt x="0" y="733"/>
                  </a:lnTo>
                  <a:lnTo>
                    <a:pt x="2443" y="733"/>
                  </a:lnTo>
                  <a:close/>
                </a:path>
              </a:pathLst>
            </a:custGeom>
            <a:solidFill>
              <a:srgbClr val="66FFCC"/>
            </a:solidFill>
            <a:ln w="12700" cmpd="sng">
              <a:solidFill>
                <a:srgbClr val="009999"/>
              </a:solidFill>
              <a:prstDash val="solid"/>
              <a:round/>
              <a:headEnd/>
              <a:tailEnd/>
            </a:ln>
          </p:spPr>
          <p:txBody>
            <a:bodyPr/>
            <a:lstStyle/>
            <a:p>
              <a:endParaRPr lang="fr-FR"/>
            </a:p>
          </p:txBody>
        </p:sp>
        <p:grpSp>
          <p:nvGrpSpPr>
            <p:cNvPr id="1733" name="Group 573"/>
            <p:cNvGrpSpPr>
              <a:grpSpLocks noChangeAspect="1"/>
            </p:cNvGrpSpPr>
            <p:nvPr/>
          </p:nvGrpSpPr>
          <p:grpSpPr bwMode="auto">
            <a:xfrm>
              <a:off x="2980" y="1418"/>
              <a:ext cx="999" cy="264"/>
              <a:chOff x="513" y="95"/>
              <a:chExt cx="2443" cy="644"/>
            </a:xfrm>
          </p:grpSpPr>
          <p:sp>
            <p:nvSpPr>
              <p:cNvPr id="1743" name="Freeform 574"/>
              <p:cNvSpPr>
                <a:spLocks noChangeAspect="1"/>
              </p:cNvSpPr>
              <p:nvPr/>
            </p:nvSpPr>
            <p:spPr bwMode="auto">
              <a:xfrm>
                <a:off x="1601" y="406"/>
                <a:ext cx="1044" cy="244"/>
              </a:xfrm>
              <a:custGeom>
                <a:avLst/>
                <a:gdLst>
                  <a:gd name="T0" fmla="*/ 89 w 1044"/>
                  <a:gd name="T1" fmla="*/ 45 h 244"/>
                  <a:gd name="T2" fmla="*/ 0 w 1044"/>
                  <a:gd name="T3" fmla="*/ 133 h 244"/>
                  <a:gd name="T4" fmla="*/ 622 w 1044"/>
                  <a:gd name="T5" fmla="*/ 133 h 244"/>
                  <a:gd name="T6" fmla="*/ 533 w 1044"/>
                  <a:gd name="T7" fmla="*/ 244 h 244"/>
                  <a:gd name="T8" fmla="*/ 1044 w 1044"/>
                  <a:gd name="T9" fmla="*/ 111 h 244"/>
                  <a:gd name="T10" fmla="*/ 778 w 1044"/>
                  <a:gd name="T11" fmla="*/ 0 h 244"/>
                  <a:gd name="T12" fmla="*/ 711 w 1044"/>
                  <a:gd name="T13" fmla="*/ 45 h 244"/>
                  <a:gd name="T14" fmla="*/ 89 w 1044"/>
                  <a:gd name="T15" fmla="*/ 45 h 2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4" h="244">
                    <a:moveTo>
                      <a:pt x="89" y="45"/>
                    </a:moveTo>
                    <a:lnTo>
                      <a:pt x="0" y="133"/>
                    </a:lnTo>
                    <a:lnTo>
                      <a:pt x="622" y="133"/>
                    </a:lnTo>
                    <a:lnTo>
                      <a:pt x="533" y="244"/>
                    </a:lnTo>
                    <a:lnTo>
                      <a:pt x="1044" y="111"/>
                    </a:lnTo>
                    <a:lnTo>
                      <a:pt x="778" y="0"/>
                    </a:lnTo>
                    <a:lnTo>
                      <a:pt x="711" y="45"/>
                    </a:lnTo>
                    <a:lnTo>
                      <a:pt x="89" y="45"/>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744" name="Freeform 575"/>
              <p:cNvSpPr>
                <a:spLocks noChangeAspect="1"/>
              </p:cNvSpPr>
              <p:nvPr/>
            </p:nvSpPr>
            <p:spPr bwMode="auto">
              <a:xfrm>
                <a:off x="1601" y="406"/>
                <a:ext cx="1044" cy="244"/>
              </a:xfrm>
              <a:custGeom>
                <a:avLst/>
                <a:gdLst>
                  <a:gd name="T0" fmla="*/ 89 w 1044"/>
                  <a:gd name="T1" fmla="*/ 45 h 244"/>
                  <a:gd name="T2" fmla="*/ 0 w 1044"/>
                  <a:gd name="T3" fmla="*/ 133 h 244"/>
                  <a:gd name="T4" fmla="*/ 622 w 1044"/>
                  <a:gd name="T5" fmla="*/ 133 h 244"/>
                  <a:gd name="T6" fmla="*/ 533 w 1044"/>
                  <a:gd name="T7" fmla="*/ 244 h 244"/>
                  <a:gd name="T8" fmla="*/ 1044 w 1044"/>
                  <a:gd name="T9" fmla="*/ 111 h 244"/>
                  <a:gd name="T10" fmla="*/ 778 w 1044"/>
                  <a:gd name="T11" fmla="*/ 0 h 244"/>
                  <a:gd name="T12" fmla="*/ 711 w 1044"/>
                  <a:gd name="T13" fmla="*/ 45 h 244"/>
                  <a:gd name="T14" fmla="*/ 89 w 1044"/>
                  <a:gd name="T15" fmla="*/ 45 h 2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4" h="244">
                    <a:moveTo>
                      <a:pt x="89" y="45"/>
                    </a:moveTo>
                    <a:lnTo>
                      <a:pt x="0" y="133"/>
                    </a:lnTo>
                    <a:lnTo>
                      <a:pt x="622" y="133"/>
                    </a:lnTo>
                    <a:lnTo>
                      <a:pt x="533" y="244"/>
                    </a:lnTo>
                    <a:lnTo>
                      <a:pt x="1044" y="111"/>
                    </a:lnTo>
                    <a:lnTo>
                      <a:pt x="778" y="0"/>
                    </a:lnTo>
                    <a:lnTo>
                      <a:pt x="711" y="45"/>
                    </a:lnTo>
                    <a:lnTo>
                      <a:pt x="89" y="45"/>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745" name="Freeform 576"/>
              <p:cNvSpPr>
                <a:spLocks noChangeAspect="1"/>
              </p:cNvSpPr>
              <p:nvPr/>
            </p:nvSpPr>
            <p:spPr bwMode="auto">
              <a:xfrm>
                <a:off x="1912" y="95"/>
                <a:ext cx="1044" cy="267"/>
              </a:xfrm>
              <a:custGeom>
                <a:avLst/>
                <a:gdLst>
                  <a:gd name="T0" fmla="*/ 89 w 1044"/>
                  <a:gd name="T1" fmla="*/ 67 h 267"/>
                  <a:gd name="T2" fmla="*/ 0 w 1044"/>
                  <a:gd name="T3" fmla="*/ 156 h 267"/>
                  <a:gd name="T4" fmla="*/ 622 w 1044"/>
                  <a:gd name="T5" fmla="*/ 156 h 267"/>
                  <a:gd name="T6" fmla="*/ 511 w 1044"/>
                  <a:gd name="T7" fmla="*/ 267 h 267"/>
                  <a:gd name="T8" fmla="*/ 1044 w 1044"/>
                  <a:gd name="T9" fmla="*/ 111 h 267"/>
                  <a:gd name="T10" fmla="*/ 755 w 1044"/>
                  <a:gd name="T11" fmla="*/ 0 h 267"/>
                  <a:gd name="T12" fmla="*/ 711 w 1044"/>
                  <a:gd name="T13" fmla="*/ 67 h 267"/>
                  <a:gd name="T14" fmla="*/ 89 w 1044"/>
                  <a:gd name="T15" fmla="*/ 67 h 2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4" h="267">
                    <a:moveTo>
                      <a:pt x="89" y="67"/>
                    </a:moveTo>
                    <a:lnTo>
                      <a:pt x="0" y="156"/>
                    </a:lnTo>
                    <a:lnTo>
                      <a:pt x="622" y="156"/>
                    </a:lnTo>
                    <a:lnTo>
                      <a:pt x="511" y="267"/>
                    </a:lnTo>
                    <a:lnTo>
                      <a:pt x="1044" y="111"/>
                    </a:lnTo>
                    <a:lnTo>
                      <a:pt x="755" y="0"/>
                    </a:lnTo>
                    <a:lnTo>
                      <a:pt x="711" y="67"/>
                    </a:lnTo>
                    <a:lnTo>
                      <a:pt x="89" y="6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746" name="Freeform 577"/>
              <p:cNvSpPr>
                <a:spLocks noChangeAspect="1"/>
              </p:cNvSpPr>
              <p:nvPr/>
            </p:nvSpPr>
            <p:spPr bwMode="auto">
              <a:xfrm>
                <a:off x="1912" y="95"/>
                <a:ext cx="1044" cy="267"/>
              </a:xfrm>
              <a:custGeom>
                <a:avLst/>
                <a:gdLst>
                  <a:gd name="T0" fmla="*/ 89 w 1044"/>
                  <a:gd name="T1" fmla="*/ 67 h 267"/>
                  <a:gd name="T2" fmla="*/ 0 w 1044"/>
                  <a:gd name="T3" fmla="*/ 156 h 267"/>
                  <a:gd name="T4" fmla="*/ 622 w 1044"/>
                  <a:gd name="T5" fmla="*/ 156 h 267"/>
                  <a:gd name="T6" fmla="*/ 511 w 1044"/>
                  <a:gd name="T7" fmla="*/ 267 h 267"/>
                  <a:gd name="T8" fmla="*/ 1044 w 1044"/>
                  <a:gd name="T9" fmla="*/ 111 h 267"/>
                  <a:gd name="T10" fmla="*/ 755 w 1044"/>
                  <a:gd name="T11" fmla="*/ 0 h 267"/>
                  <a:gd name="T12" fmla="*/ 711 w 1044"/>
                  <a:gd name="T13" fmla="*/ 67 h 267"/>
                  <a:gd name="T14" fmla="*/ 89 w 1044"/>
                  <a:gd name="T15" fmla="*/ 67 h 2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4" h="267">
                    <a:moveTo>
                      <a:pt x="89" y="67"/>
                    </a:moveTo>
                    <a:lnTo>
                      <a:pt x="0" y="156"/>
                    </a:lnTo>
                    <a:lnTo>
                      <a:pt x="622" y="156"/>
                    </a:lnTo>
                    <a:lnTo>
                      <a:pt x="511" y="267"/>
                    </a:lnTo>
                    <a:lnTo>
                      <a:pt x="1044" y="111"/>
                    </a:lnTo>
                    <a:lnTo>
                      <a:pt x="755" y="0"/>
                    </a:lnTo>
                    <a:lnTo>
                      <a:pt x="711" y="67"/>
                    </a:lnTo>
                    <a:lnTo>
                      <a:pt x="89" y="6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747" name="Freeform 578"/>
              <p:cNvSpPr>
                <a:spLocks noChangeAspect="1"/>
              </p:cNvSpPr>
              <p:nvPr/>
            </p:nvSpPr>
            <p:spPr bwMode="auto">
              <a:xfrm>
                <a:off x="513" y="495"/>
                <a:ext cx="1044" cy="244"/>
              </a:xfrm>
              <a:custGeom>
                <a:avLst/>
                <a:gdLst>
                  <a:gd name="T0" fmla="*/ 955 w 1044"/>
                  <a:gd name="T1" fmla="*/ 200 h 244"/>
                  <a:gd name="T2" fmla="*/ 1044 w 1044"/>
                  <a:gd name="T3" fmla="*/ 111 h 244"/>
                  <a:gd name="T4" fmla="*/ 400 w 1044"/>
                  <a:gd name="T5" fmla="*/ 111 h 244"/>
                  <a:gd name="T6" fmla="*/ 511 w 1044"/>
                  <a:gd name="T7" fmla="*/ 0 h 244"/>
                  <a:gd name="T8" fmla="*/ 0 w 1044"/>
                  <a:gd name="T9" fmla="*/ 133 h 244"/>
                  <a:gd name="T10" fmla="*/ 267 w 1044"/>
                  <a:gd name="T11" fmla="*/ 244 h 244"/>
                  <a:gd name="T12" fmla="*/ 311 w 1044"/>
                  <a:gd name="T13" fmla="*/ 200 h 244"/>
                  <a:gd name="T14" fmla="*/ 955 w 1044"/>
                  <a:gd name="T15" fmla="*/ 200 h 2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4" h="244">
                    <a:moveTo>
                      <a:pt x="955" y="200"/>
                    </a:moveTo>
                    <a:lnTo>
                      <a:pt x="1044" y="111"/>
                    </a:lnTo>
                    <a:lnTo>
                      <a:pt x="400" y="111"/>
                    </a:lnTo>
                    <a:lnTo>
                      <a:pt x="511" y="0"/>
                    </a:lnTo>
                    <a:lnTo>
                      <a:pt x="0" y="133"/>
                    </a:lnTo>
                    <a:lnTo>
                      <a:pt x="267" y="244"/>
                    </a:lnTo>
                    <a:lnTo>
                      <a:pt x="311" y="200"/>
                    </a:lnTo>
                    <a:lnTo>
                      <a:pt x="955" y="20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748" name="Freeform 579"/>
              <p:cNvSpPr>
                <a:spLocks noChangeAspect="1"/>
              </p:cNvSpPr>
              <p:nvPr/>
            </p:nvSpPr>
            <p:spPr bwMode="auto">
              <a:xfrm>
                <a:off x="513" y="495"/>
                <a:ext cx="1044" cy="244"/>
              </a:xfrm>
              <a:custGeom>
                <a:avLst/>
                <a:gdLst>
                  <a:gd name="T0" fmla="*/ 955 w 1044"/>
                  <a:gd name="T1" fmla="*/ 200 h 244"/>
                  <a:gd name="T2" fmla="*/ 1044 w 1044"/>
                  <a:gd name="T3" fmla="*/ 111 h 244"/>
                  <a:gd name="T4" fmla="*/ 400 w 1044"/>
                  <a:gd name="T5" fmla="*/ 111 h 244"/>
                  <a:gd name="T6" fmla="*/ 511 w 1044"/>
                  <a:gd name="T7" fmla="*/ 0 h 244"/>
                  <a:gd name="T8" fmla="*/ 0 w 1044"/>
                  <a:gd name="T9" fmla="*/ 133 h 244"/>
                  <a:gd name="T10" fmla="*/ 267 w 1044"/>
                  <a:gd name="T11" fmla="*/ 244 h 244"/>
                  <a:gd name="T12" fmla="*/ 311 w 1044"/>
                  <a:gd name="T13" fmla="*/ 200 h 244"/>
                  <a:gd name="T14" fmla="*/ 955 w 1044"/>
                  <a:gd name="T15" fmla="*/ 200 h 2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4" h="244">
                    <a:moveTo>
                      <a:pt x="955" y="200"/>
                    </a:moveTo>
                    <a:lnTo>
                      <a:pt x="1044" y="111"/>
                    </a:lnTo>
                    <a:lnTo>
                      <a:pt x="400" y="111"/>
                    </a:lnTo>
                    <a:lnTo>
                      <a:pt x="511" y="0"/>
                    </a:lnTo>
                    <a:lnTo>
                      <a:pt x="0" y="133"/>
                    </a:lnTo>
                    <a:lnTo>
                      <a:pt x="267" y="244"/>
                    </a:lnTo>
                    <a:lnTo>
                      <a:pt x="311" y="200"/>
                    </a:lnTo>
                    <a:lnTo>
                      <a:pt x="955" y="20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749" name="Freeform 580"/>
              <p:cNvSpPr>
                <a:spLocks noChangeAspect="1"/>
              </p:cNvSpPr>
              <p:nvPr/>
            </p:nvSpPr>
            <p:spPr bwMode="auto">
              <a:xfrm>
                <a:off x="802" y="184"/>
                <a:ext cx="1044" cy="267"/>
              </a:xfrm>
              <a:custGeom>
                <a:avLst/>
                <a:gdLst>
                  <a:gd name="T0" fmla="*/ 955 w 1044"/>
                  <a:gd name="T1" fmla="*/ 200 h 267"/>
                  <a:gd name="T2" fmla="*/ 1044 w 1044"/>
                  <a:gd name="T3" fmla="*/ 111 h 267"/>
                  <a:gd name="T4" fmla="*/ 422 w 1044"/>
                  <a:gd name="T5" fmla="*/ 111 h 267"/>
                  <a:gd name="T6" fmla="*/ 533 w 1044"/>
                  <a:gd name="T7" fmla="*/ 0 h 267"/>
                  <a:gd name="T8" fmla="*/ 0 w 1044"/>
                  <a:gd name="T9" fmla="*/ 156 h 267"/>
                  <a:gd name="T10" fmla="*/ 289 w 1044"/>
                  <a:gd name="T11" fmla="*/ 267 h 267"/>
                  <a:gd name="T12" fmla="*/ 333 w 1044"/>
                  <a:gd name="T13" fmla="*/ 200 h 267"/>
                  <a:gd name="T14" fmla="*/ 955 w 1044"/>
                  <a:gd name="T15" fmla="*/ 200 h 2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4" h="267">
                    <a:moveTo>
                      <a:pt x="955" y="200"/>
                    </a:moveTo>
                    <a:lnTo>
                      <a:pt x="1044" y="111"/>
                    </a:lnTo>
                    <a:lnTo>
                      <a:pt x="422" y="111"/>
                    </a:lnTo>
                    <a:lnTo>
                      <a:pt x="533" y="0"/>
                    </a:lnTo>
                    <a:lnTo>
                      <a:pt x="0" y="156"/>
                    </a:lnTo>
                    <a:lnTo>
                      <a:pt x="289" y="267"/>
                    </a:lnTo>
                    <a:lnTo>
                      <a:pt x="333" y="200"/>
                    </a:lnTo>
                    <a:lnTo>
                      <a:pt x="955" y="20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750" name="Freeform 581"/>
              <p:cNvSpPr>
                <a:spLocks noChangeAspect="1"/>
              </p:cNvSpPr>
              <p:nvPr/>
            </p:nvSpPr>
            <p:spPr bwMode="auto">
              <a:xfrm>
                <a:off x="802" y="184"/>
                <a:ext cx="1044" cy="267"/>
              </a:xfrm>
              <a:custGeom>
                <a:avLst/>
                <a:gdLst>
                  <a:gd name="T0" fmla="*/ 955 w 1044"/>
                  <a:gd name="T1" fmla="*/ 200 h 267"/>
                  <a:gd name="T2" fmla="*/ 1044 w 1044"/>
                  <a:gd name="T3" fmla="*/ 111 h 267"/>
                  <a:gd name="T4" fmla="*/ 422 w 1044"/>
                  <a:gd name="T5" fmla="*/ 111 h 267"/>
                  <a:gd name="T6" fmla="*/ 533 w 1044"/>
                  <a:gd name="T7" fmla="*/ 0 h 267"/>
                  <a:gd name="T8" fmla="*/ 0 w 1044"/>
                  <a:gd name="T9" fmla="*/ 156 h 267"/>
                  <a:gd name="T10" fmla="*/ 289 w 1044"/>
                  <a:gd name="T11" fmla="*/ 267 h 267"/>
                  <a:gd name="T12" fmla="*/ 333 w 1044"/>
                  <a:gd name="T13" fmla="*/ 200 h 267"/>
                  <a:gd name="T14" fmla="*/ 955 w 1044"/>
                  <a:gd name="T15" fmla="*/ 200 h 2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4" h="267">
                    <a:moveTo>
                      <a:pt x="955" y="200"/>
                    </a:moveTo>
                    <a:lnTo>
                      <a:pt x="1044" y="111"/>
                    </a:lnTo>
                    <a:lnTo>
                      <a:pt x="422" y="111"/>
                    </a:lnTo>
                    <a:lnTo>
                      <a:pt x="533" y="0"/>
                    </a:lnTo>
                    <a:lnTo>
                      <a:pt x="0" y="156"/>
                    </a:lnTo>
                    <a:lnTo>
                      <a:pt x="289" y="267"/>
                    </a:lnTo>
                    <a:lnTo>
                      <a:pt x="333" y="200"/>
                    </a:lnTo>
                    <a:lnTo>
                      <a:pt x="955" y="20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grpSp>
        <p:grpSp>
          <p:nvGrpSpPr>
            <p:cNvPr id="1734" name="Group 582"/>
            <p:cNvGrpSpPr>
              <a:grpSpLocks noChangeAspect="1"/>
            </p:cNvGrpSpPr>
            <p:nvPr/>
          </p:nvGrpSpPr>
          <p:grpSpPr bwMode="auto">
            <a:xfrm>
              <a:off x="2989" y="1403"/>
              <a:ext cx="999" cy="264"/>
              <a:chOff x="536" y="117"/>
              <a:chExt cx="2442" cy="645"/>
            </a:xfrm>
          </p:grpSpPr>
          <p:sp>
            <p:nvSpPr>
              <p:cNvPr id="1735" name="Freeform 583"/>
              <p:cNvSpPr>
                <a:spLocks noChangeAspect="1"/>
              </p:cNvSpPr>
              <p:nvPr/>
            </p:nvSpPr>
            <p:spPr bwMode="auto">
              <a:xfrm>
                <a:off x="1624" y="428"/>
                <a:ext cx="1043" cy="245"/>
              </a:xfrm>
              <a:custGeom>
                <a:avLst/>
                <a:gdLst>
                  <a:gd name="T0" fmla="*/ 88 w 1043"/>
                  <a:gd name="T1" fmla="*/ 45 h 245"/>
                  <a:gd name="T2" fmla="*/ 0 w 1043"/>
                  <a:gd name="T3" fmla="*/ 134 h 245"/>
                  <a:gd name="T4" fmla="*/ 621 w 1043"/>
                  <a:gd name="T5" fmla="*/ 134 h 245"/>
                  <a:gd name="T6" fmla="*/ 533 w 1043"/>
                  <a:gd name="T7" fmla="*/ 245 h 245"/>
                  <a:gd name="T8" fmla="*/ 1043 w 1043"/>
                  <a:gd name="T9" fmla="*/ 111 h 245"/>
                  <a:gd name="T10" fmla="*/ 777 w 1043"/>
                  <a:gd name="T11" fmla="*/ 0 h 245"/>
                  <a:gd name="T12" fmla="*/ 710 w 1043"/>
                  <a:gd name="T13" fmla="*/ 45 h 245"/>
                  <a:gd name="T14" fmla="*/ 88 w 1043"/>
                  <a:gd name="T15" fmla="*/ 45 h 24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3" h="245">
                    <a:moveTo>
                      <a:pt x="88" y="45"/>
                    </a:moveTo>
                    <a:lnTo>
                      <a:pt x="0" y="134"/>
                    </a:lnTo>
                    <a:lnTo>
                      <a:pt x="621" y="134"/>
                    </a:lnTo>
                    <a:lnTo>
                      <a:pt x="533" y="245"/>
                    </a:lnTo>
                    <a:lnTo>
                      <a:pt x="1043" y="111"/>
                    </a:lnTo>
                    <a:lnTo>
                      <a:pt x="777" y="0"/>
                    </a:lnTo>
                    <a:lnTo>
                      <a:pt x="710" y="45"/>
                    </a:lnTo>
                    <a:lnTo>
                      <a:pt x="88" y="4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736" name="Freeform 584"/>
              <p:cNvSpPr>
                <a:spLocks noChangeAspect="1"/>
              </p:cNvSpPr>
              <p:nvPr/>
            </p:nvSpPr>
            <p:spPr bwMode="auto">
              <a:xfrm>
                <a:off x="1624" y="428"/>
                <a:ext cx="1043" cy="245"/>
              </a:xfrm>
              <a:custGeom>
                <a:avLst/>
                <a:gdLst>
                  <a:gd name="T0" fmla="*/ 88 w 1043"/>
                  <a:gd name="T1" fmla="*/ 45 h 245"/>
                  <a:gd name="T2" fmla="*/ 0 w 1043"/>
                  <a:gd name="T3" fmla="*/ 134 h 245"/>
                  <a:gd name="T4" fmla="*/ 621 w 1043"/>
                  <a:gd name="T5" fmla="*/ 134 h 245"/>
                  <a:gd name="T6" fmla="*/ 533 w 1043"/>
                  <a:gd name="T7" fmla="*/ 245 h 245"/>
                  <a:gd name="T8" fmla="*/ 1043 w 1043"/>
                  <a:gd name="T9" fmla="*/ 111 h 245"/>
                  <a:gd name="T10" fmla="*/ 777 w 1043"/>
                  <a:gd name="T11" fmla="*/ 0 h 245"/>
                  <a:gd name="T12" fmla="*/ 710 w 1043"/>
                  <a:gd name="T13" fmla="*/ 45 h 245"/>
                  <a:gd name="T14" fmla="*/ 88 w 1043"/>
                  <a:gd name="T15" fmla="*/ 45 h 24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3" h="245">
                    <a:moveTo>
                      <a:pt x="88" y="45"/>
                    </a:moveTo>
                    <a:lnTo>
                      <a:pt x="0" y="134"/>
                    </a:lnTo>
                    <a:lnTo>
                      <a:pt x="621" y="134"/>
                    </a:lnTo>
                    <a:lnTo>
                      <a:pt x="533" y="245"/>
                    </a:lnTo>
                    <a:lnTo>
                      <a:pt x="1043" y="111"/>
                    </a:lnTo>
                    <a:lnTo>
                      <a:pt x="777" y="0"/>
                    </a:lnTo>
                    <a:lnTo>
                      <a:pt x="710" y="45"/>
                    </a:lnTo>
                    <a:lnTo>
                      <a:pt x="88" y="4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737" name="Freeform 585"/>
              <p:cNvSpPr>
                <a:spLocks noChangeAspect="1"/>
              </p:cNvSpPr>
              <p:nvPr/>
            </p:nvSpPr>
            <p:spPr bwMode="auto">
              <a:xfrm>
                <a:off x="1935" y="117"/>
                <a:ext cx="1043" cy="267"/>
              </a:xfrm>
              <a:custGeom>
                <a:avLst/>
                <a:gdLst>
                  <a:gd name="T0" fmla="*/ 88 w 1043"/>
                  <a:gd name="T1" fmla="*/ 67 h 267"/>
                  <a:gd name="T2" fmla="*/ 0 w 1043"/>
                  <a:gd name="T3" fmla="*/ 156 h 267"/>
                  <a:gd name="T4" fmla="*/ 621 w 1043"/>
                  <a:gd name="T5" fmla="*/ 156 h 267"/>
                  <a:gd name="T6" fmla="*/ 510 w 1043"/>
                  <a:gd name="T7" fmla="*/ 267 h 267"/>
                  <a:gd name="T8" fmla="*/ 1043 w 1043"/>
                  <a:gd name="T9" fmla="*/ 111 h 267"/>
                  <a:gd name="T10" fmla="*/ 755 w 1043"/>
                  <a:gd name="T11" fmla="*/ 0 h 267"/>
                  <a:gd name="T12" fmla="*/ 710 w 1043"/>
                  <a:gd name="T13" fmla="*/ 67 h 267"/>
                  <a:gd name="T14" fmla="*/ 88 w 1043"/>
                  <a:gd name="T15" fmla="*/ 67 h 2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3" h="267">
                    <a:moveTo>
                      <a:pt x="88" y="67"/>
                    </a:moveTo>
                    <a:lnTo>
                      <a:pt x="0" y="156"/>
                    </a:lnTo>
                    <a:lnTo>
                      <a:pt x="621" y="156"/>
                    </a:lnTo>
                    <a:lnTo>
                      <a:pt x="510" y="267"/>
                    </a:lnTo>
                    <a:lnTo>
                      <a:pt x="1043" y="111"/>
                    </a:lnTo>
                    <a:lnTo>
                      <a:pt x="755" y="0"/>
                    </a:lnTo>
                    <a:lnTo>
                      <a:pt x="710" y="67"/>
                    </a:lnTo>
                    <a:lnTo>
                      <a:pt x="88" y="6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738" name="Freeform 586"/>
              <p:cNvSpPr>
                <a:spLocks noChangeAspect="1"/>
              </p:cNvSpPr>
              <p:nvPr/>
            </p:nvSpPr>
            <p:spPr bwMode="auto">
              <a:xfrm>
                <a:off x="1935" y="117"/>
                <a:ext cx="1043" cy="267"/>
              </a:xfrm>
              <a:custGeom>
                <a:avLst/>
                <a:gdLst>
                  <a:gd name="T0" fmla="*/ 88 w 1043"/>
                  <a:gd name="T1" fmla="*/ 67 h 267"/>
                  <a:gd name="T2" fmla="*/ 0 w 1043"/>
                  <a:gd name="T3" fmla="*/ 156 h 267"/>
                  <a:gd name="T4" fmla="*/ 621 w 1043"/>
                  <a:gd name="T5" fmla="*/ 156 h 267"/>
                  <a:gd name="T6" fmla="*/ 510 w 1043"/>
                  <a:gd name="T7" fmla="*/ 267 h 267"/>
                  <a:gd name="T8" fmla="*/ 1043 w 1043"/>
                  <a:gd name="T9" fmla="*/ 111 h 267"/>
                  <a:gd name="T10" fmla="*/ 755 w 1043"/>
                  <a:gd name="T11" fmla="*/ 0 h 267"/>
                  <a:gd name="T12" fmla="*/ 710 w 1043"/>
                  <a:gd name="T13" fmla="*/ 67 h 267"/>
                  <a:gd name="T14" fmla="*/ 88 w 1043"/>
                  <a:gd name="T15" fmla="*/ 67 h 2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3" h="267">
                    <a:moveTo>
                      <a:pt x="88" y="67"/>
                    </a:moveTo>
                    <a:lnTo>
                      <a:pt x="0" y="156"/>
                    </a:lnTo>
                    <a:lnTo>
                      <a:pt x="621" y="156"/>
                    </a:lnTo>
                    <a:lnTo>
                      <a:pt x="510" y="267"/>
                    </a:lnTo>
                    <a:lnTo>
                      <a:pt x="1043" y="111"/>
                    </a:lnTo>
                    <a:lnTo>
                      <a:pt x="755" y="0"/>
                    </a:lnTo>
                    <a:lnTo>
                      <a:pt x="710" y="67"/>
                    </a:lnTo>
                    <a:lnTo>
                      <a:pt x="88" y="6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739" name="Freeform 587"/>
              <p:cNvSpPr>
                <a:spLocks noChangeAspect="1"/>
              </p:cNvSpPr>
              <p:nvPr/>
            </p:nvSpPr>
            <p:spPr bwMode="auto">
              <a:xfrm>
                <a:off x="536" y="517"/>
                <a:ext cx="1043" cy="245"/>
              </a:xfrm>
              <a:custGeom>
                <a:avLst/>
                <a:gdLst>
                  <a:gd name="T0" fmla="*/ 954 w 1043"/>
                  <a:gd name="T1" fmla="*/ 200 h 245"/>
                  <a:gd name="T2" fmla="*/ 1043 w 1043"/>
                  <a:gd name="T3" fmla="*/ 111 h 245"/>
                  <a:gd name="T4" fmla="*/ 399 w 1043"/>
                  <a:gd name="T5" fmla="*/ 111 h 245"/>
                  <a:gd name="T6" fmla="*/ 510 w 1043"/>
                  <a:gd name="T7" fmla="*/ 0 h 245"/>
                  <a:gd name="T8" fmla="*/ 0 w 1043"/>
                  <a:gd name="T9" fmla="*/ 133 h 245"/>
                  <a:gd name="T10" fmla="*/ 266 w 1043"/>
                  <a:gd name="T11" fmla="*/ 245 h 245"/>
                  <a:gd name="T12" fmla="*/ 310 w 1043"/>
                  <a:gd name="T13" fmla="*/ 200 h 245"/>
                  <a:gd name="T14" fmla="*/ 954 w 1043"/>
                  <a:gd name="T15" fmla="*/ 200 h 24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3" h="245">
                    <a:moveTo>
                      <a:pt x="954" y="200"/>
                    </a:moveTo>
                    <a:lnTo>
                      <a:pt x="1043" y="111"/>
                    </a:lnTo>
                    <a:lnTo>
                      <a:pt x="399" y="111"/>
                    </a:lnTo>
                    <a:lnTo>
                      <a:pt x="510" y="0"/>
                    </a:lnTo>
                    <a:lnTo>
                      <a:pt x="0" y="133"/>
                    </a:lnTo>
                    <a:lnTo>
                      <a:pt x="266" y="245"/>
                    </a:lnTo>
                    <a:lnTo>
                      <a:pt x="310" y="200"/>
                    </a:lnTo>
                    <a:lnTo>
                      <a:pt x="954" y="20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740" name="Freeform 588"/>
              <p:cNvSpPr>
                <a:spLocks noChangeAspect="1"/>
              </p:cNvSpPr>
              <p:nvPr/>
            </p:nvSpPr>
            <p:spPr bwMode="auto">
              <a:xfrm>
                <a:off x="536" y="517"/>
                <a:ext cx="1043" cy="245"/>
              </a:xfrm>
              <a:custGeom>
                <a:avLst/>
                <a:gdLst>
                  <a:gd name="T0" fmla="*/ 954 w 1043"/>
                  <a:gd name="T1" fmla="*/ 200 h 245"/>
                  <a:gd name="T2" fmla="*/ 1043 w 1043"/>
                  <a:gd name="T3" fmla="*/ 111 h 245"/>
                  <a:gd name="T4" fmla="*/ 399 w 1043"/>
                  <a:gd name="T5" fmla="*/ 111 h 245"/>
                  <a:gd name="T6" fmla="*/ 510 w 1043"/>
                  <a:gd name="T7" fmla="*/ 0 h 245"/>
                  <a:gd name="T8" fmla="*/ 0 w 1043"/>
                  <a:gd name="T9" fmla="*/ 133 h 245"/>
                  <a:gd name="T10" fmla="*/ 266 w 1043"/>
                  <a:gd name="T11" fmla="*/ 245 h 245"/>
                  <a:gd name="T12" fmla="*/ 310 w 1043"/>
                  <a:gd name="T13" fmla="*/ 200 h 245"/>
                  <a:gd name="T14" fmla="*/ 954 w 1043"/>
                  <a:gd name="T15" fmla="*/ 200 h 24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3" h="245">
                    <a:moveTo>
                      <a:pt x="954" y="200"/>
                    </a:moveTo>
                    <a:lnTo>
                      <a:pt x="1043" y="111"/>
                    </a:lnTo>
                    <a:lnTo>
                      <a:pt x="399" y="111"/>
                    </a:lnTo>
                    <a:lnTo>
                      <a:pt x="510" y="0"/>
                    </a:lnTo>
                    <a:lnTo>
                      <a:pt x="0" y="133"/>
                    </a:lnTo>
                    <a:lnTo>
                      <a:pt x="266" y="245"/>
                    </a:lnTo>
                    <a:lnTo>
                      <a:pt x="310" y="200"/>
                    </a:lnTo>
                    <a:lnTo>
                      <a:pt x="954" y="20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741" name="Freeform 589"/>
              <p:cNvSpPr>
                <a:spLocks noChangeAspect="1"/>
              </p:cNvSpPr>
              <p:nvPr/>
            </p:nvSpPr>
            <p:spPr bwMode="auto">
              <a:xfrm>
                <a:off x="824" y="206"/>
                <a:ext cx="1044" cy="267"/>
              </a:xfrm>
              <a:custGeom>
                <a:avLst/>
                <a:gdLst>
                  <a:gd name="T0" fmla="*/ 955 w 1044"/>
                  <a:gd name="T1" fmla="*/ 200 h 267"/>
                  <a:gd name="T2" fmla="*/ 1044 w 1044"/>
                  <a:gd name="T3" fmla="*/ 111 h 267"/>
                  <a:gd name="T4" fmla="*/ 422 w 1044"/>
                  <a:gd name="T5" fmla="*/ 111 h 267"/>
                  <a:gd name="T6" fmla="*/ 533 w 1044"/>
                  <a:gd name="T7" fmla="*/ 0 h 267"/>
                  <a:gd name="T8" fmla="*/ 0 w 1044"/>
                  <a:gd name="T9" fmla="*/ 156 h 267"/>
                  <a:gd name="T10" fmla="*/ 289 w 1044"/>
                  <a:gd name="T11" fmla="*/ 267 h 267"/>
                  <a:gd name="T12" fmla="*/ 333 w 1044"/>
                  <a:gd name="T13" fmla="*/ 200 h 267"/>
                  <a:gd name="T14" fmla="*/ 955 w 1044"/>
                  <a:gd name="T15" fmla="*/ 200 h 2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4" h="267">
                    <a:moveTo>
                      <a:pt x="955" y="200"/>
                    </a:moveTo>
                    <a:lnTo>
                      <a:pt x="1044" y="111"/>
                    </a:lnTo>
                    <a:lnTo>
                      <a:pt x="422" y="111"/>
                    </a:lnTo>
                    <a:lnTo>
                      <a:pt x="533" y="0"/>
                    </a:lnTo>
                    <a:lnTo>
                      <a:pt x="0" y="156"/>
                    </a:lnTo>
                    <a:lnTo>
                      <a:pt x="289" y="267"/>
                    </a:lnTo>
                    <a:lnTo>
                      <a:pt x="333" y="200"/>
                    </a:lnTo>
                    <a:lnTo>
                      <a:pt x="955" y="20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742" name="Freeform 590"/>
              <p:cNvSpPr>
                <a:spLocks noChangeAspect="1"/>
              </p:cNvSpPr>
              <p:nvPr/>
            </p:nvSpPr>
            <p:spPr bwMode="auto">
              <a:xfrm>
                <a:off x="824" y="206"/>
                <a:ext cx="1044" cy="267"/>
              </a:xfrm>
              <a:custGeom>
                <a:avLst/>
                <a:gdLst>
                  <a:gd name="T0" fmla="*/ 955 w 1044"/>
                  <a:gd name="T1" fmla="*/ 200 h 267"/>
                  <a:gd name="T2" fmla="*/ 1044 w 1044"/>
                  <a:gd name="T3" fmla="*/ 111 h 267"/>
                  <a:gd name="T4" fmla="*/ 422 w 1044"/>
                  <a:gd name="T5" fmla="*/ 111 h 267"/>
                  <a:gd name="T6" fmla="*/ 533 w 1044"/>
                  <a:gd name="T7" fmla="*/ 0 h 267"/>
                  <a:gd name="T8" fmla="*/ 0 w 1044"/>
                  <a:gd name="T9" fmla="*/ 156 h 267"/>
                  <a:gd name="T10" fmla="*/ 289 w 1044"/>
                  <a:gd name="T11" fmla="*/ 267 h 267"/>
                  <a:gd name="T12" fmla="*/ 333 w 1044"/>
                  <a:gd name="T13" fmla="*/ 200 h 267"/>
                  <a:gd name="T14" fmla="*/ 955 w 1044"/>
                  <a:gd name="T15" fmla="*/ 200 h 2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4" h="267">
                    <a:moveTo>
                      <a:pt x="955" y="200"/>
                    </a:moveTo>
                    <a:lnTo>
                      <a:pt x="1044" y="111"/>
                    </a:lnTo>
                    <a:lnTo>
                      <a:pt x="422" y="111"/>
                    </a:lnTo>
                    <a:lnTo>
                      <a:pt x="533" y="0"/>
                    </a:lnTo>
                    <a:lnTo>
                      <a:pt x="0" y="156"/>
                    </a:lnTo>
                    <a:lnTo>
                      <a:pt x="289" y="267"/>
                    </a:lnTo>
                    <a:lnTo>
                      <a:pt x="333" y="200"/>
                    </a:lnTo>
                    <a:lnTo>
                      <a:pt x="955" y="20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grpSp>
      </p:grpSp>
      <p:grpSp>
        <p:nvGrpSpPr>
          <p:cNvPr id="1751" name="Group 591"/>
          <p:cNvGrpSpPr>
            <a:grpSpLocks noChangeAspect="1"/>
          </p:cNvGrpSpPr>
          <p:nvPr/>
        </p:nvGrpSpPr>
        <p:grpSpPr bwMode="auto">
          <a:xfrm>
            <a:off x="2157463" y="4221163"/>
            <a:ext cx="215900" cy="195263"/>
            <a:chOff x="431" y="391"/>
            <a:chExt cx="573" cy="518"/>
          </a:xfrm>
        </p:grpSpPr>
        <p:sp>
          <p:nvSpPr>
            <p:cNvPr id="1752" name="AutoShape 592"/>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753" name="Rectangle 593"/>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754" name="Rectangle 594"/>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1755" name="Freeform 595"/>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756" name="Freeform 596"/>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1757" name="Line 597"/>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758" name="Freeform 598"/>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759" name="Freeform 599"/>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1760" name="Freeform 600"/>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761" name="Freeform 601"/>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1762" name="Freeform 602"/>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763" name="Freeform 603"/>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1764" name="Rectangle 604"/>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765" name="Rectangle 605"/>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1766" name="Freeform 606"/>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767" name="Rectangle 607"/>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1768" name="Rectangle 608"/>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1769" name="Group 609"/>
          <p:cNvGrpSpPr>
            <a:grpSpLocks noChangeAspect="1"/>
          </p:cNvGrpSpPr>
          <p:nvPr/>
        </p:nvGrpSpPr>
        <p:grpSpPr bwMode="auto">
          <a:xfrm>
            <a:off x="2228900" y="4057651"/>
            <a:ext cx="215900" cy="195262"/>
            <a:chOff x="431" y="391"/>
            <a:chExt cx="573" cy="518"/>
          </a:xfrm>
        </p:grpSpPr>
        <p:sp>
          <p:nvSpPr>
            <p:cNvPr id="1770" name="AutoShape 610"/>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771" name="Rectangle 611"/>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772" name="Rectangle 612"/>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1773" name="Freeform 613"/>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774" name="Freeform 614"/>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1775" name="Line 615"/>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776" name="Freeform 616"/>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777" name="Freeform 617"/>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1778" name="Freeform 618"/>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779" name="Freeform 619"/>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1780" name="Freeform 620"/>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781" name="Freeform 621"/>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1782" name="Rectangle 622"/>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783" name="Rectangle 623"/>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1784" name="Freeform 624"/>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785" name="Rectangle 625"/>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1786" name="Rectangle 626"/>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1787" name="Group 627"/>
          <p:cNvGrpSpPr>
            <a:grpSpLocks noChangeAspect="1"/>
          </p:cNvGrpSpPr>
          <p:nvPr/>
        </p:nvGrpSpPr>
        <p:grpSpPr bwMode="auto">
          <a:xfrm>
            <a:off x="2300338" y="3894138"/>
            <a:ext cx="215900" cy="195263"/>
            <a:chOff x="431" y="391"/>
            <a:chExt cx="573" cy="518"/>
          </a:xfrm>
        </p:grpSpPr>
        <p:sp>
          <p:nvSpPr>
            <p:cNvPr id="1788" name="AutoShape 628"/>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789" name="Rectangle 629"/>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790" name="Rectangle 630"/>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1791" name="Freeform 631"/>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792" name="Freeform 632"/>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1793" name="Line 633"/>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794" name="Freeform 634"/>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795" name="Freeform 635"/>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1796" name="Freeform 636"/>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797" name="Freeform 637"/>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1798" name="Freeform 638"/>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799" name="Freeform 639"/>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1800" name="Rectangle 640"/>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801" name="Rectangle 641"/>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1802" name="Freeform 642"/>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803" name="Rectangle 643"/>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1804" name="Rectangle 644"/>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1805" name="Group 645"/>
          <p:cNvGrpSpPr>
            <a:grpSpLocks noChangeAspect="1"/>
          </p:cNvGrpSpPr>
          <p:nvPr/>
        </p:nvGrpSpPr>
        <p:grpSpPr bwMode="auto">
          <a:xfrm>
            <a:off x="2309863" y="4221163"/>
            <a:ext cx="215900" cy="195263"/>
            <a:chOff x="431" y="391"/>
            <a:chExt cx="573" cy="518"/>
          </a:xfrm>
        </p:grpSpPr>
        <p:sp>
          <p:nvSpPr>
            <p:cNvPr id="1806" name="AutoShape 646"/>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807" name="Rectangle 647"/>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808" name="Rectangle 648"/>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1809" name="Freeform 649"/>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810" name="Freeform 650"/>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1811" name="Line 651"/>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812" name="Freeform 652"/>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813" name="Freeform 653"/>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1814" name="Freeform 654"/>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815" name="Freeform 655"/>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1816" name="Freeform 656"/>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817" name="Freeform 657"/>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1818" name="Rectangle 658"/>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819" name="Rectangle 659"/>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1820" name="Freeform 660"/>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821" name="Rectangle 661"/>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1822" name="Rectangle 662"/>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1823" name="Group 663"/>
          <p:cNvGrpSpPr>
            <a:grpSpLocks noChangeAspect="1"/>
          </p:cNvGrpSpPr>
          <p:nvPr/>
        </p:nvGrpSpPr>
        <p:grpSpPr bwMode="auto">
          <a:xfrm>
            <a:off x="2381300" y="4057651"/>
            <a:ext cx="215900" cy="195262"/>
            <a:chOff x="431" y="391"/>
            <a:chExt cx="573" cy="518"/>
          </a:xfrm>
        </p:grpSpPr>
        <p:sp>
          <p:nvSpPr>
            <p:cNvPr id="1824" name="AutoShape 664"/>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825" name="Rectangle 665"/>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826" name="Rectangle 666"/>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1827" name="Freeform 667"/>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828" name="Freeform 668"/>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1829" name="Line 669"/>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830" name="Freeform 670"/>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831" name="Freeform 671"/>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1832" name="Freeform 672"/>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833" name="Freeform 673"/>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1834" name="Freeform 674"/>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835" name="Freeform 675"/>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1836" name="Rectangle 676"/>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837" name="Rectangle 677"/>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1838" name="Freeform 678"/>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839" name="Rectangle 679"/>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1840" name="Rectangle 680"/>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1841" name="Group 681"/>
          <p:cNvGrpSpPr>
            <a:grpSpLocks noChangeAspect="1"/>
          </p:cNvGrpSpPr>
          <p:nvPr/>
        </p:nvGrpSpPr>
        <p:grpSpPr bwMode="auto">
          <a:xfrm>
            <a:off x="2452738" y="3894138"/>
            <a:ext cx="215900" cy="195263"/>
            <a:chOff x="431" y="391"/>
            <a:chExt cx="573" cy="518"/>
          </a:xfrm>
        </p:grpSpPr>
        <p:sp>
          <p:nvSpPr>
            <p:cNvPr id="1842" name="AutoShape 682"/>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843" name="Rectangle 683"/>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844" name="Rectangle 684"/>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1845" name="Freeform 685"/>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846" name="Freeform 686"/>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1847" name="Line 687"/>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848" name="Freeform 688"/>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849" name="Freeform 689"/>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1850" name="Freeform 690"/>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851" name="Freeform 691"/>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1852" name="Freeform 692"/>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853" name="Freeform 693"/>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1854" name="Rectangle 694"/>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855" name="Rectangle 695"/>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1856" name="Freeform 696"/>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857" name="Rectangle 697"/>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1858" name="Rectangle 698"/>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1859" name="Group 699"/>
          <p:cNvGrpSpPr>
            <a:grpSpLocks noChangeAspect="1"/>
          </p:cNvGrpSpPr>
          <p:nvPr/>
        </p:nvGrpSpPr>
        <p:grpSpPr bwMode="auto">
          <a:xfrm>
            <a:off x="2462263" y="4221163"/>
            <a:ext cx="215900" cy="195263"/>
            <a:chOff x="431" y="391"/>
            <a:chExt cx="573" cy="518"/>
          </a:xfrm>
        </p:grpSpPr>
        <p:sp>
          <p:nvSpPr>
            <p:cNvPr id="1860" name="AutoShape 700"/>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861" name="Rectangle 701"/>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862" name="Rectangle 702"/>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1863" name="Freeform 703"/>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864" name="Freeform 704"/>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1865" name="Line 705"/>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866" name="Freeform 706"/>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867" name="Freeform 707"/>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1868" name="Freeform 708"/>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869" name="Freeform 709"/>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1870" name="Freeform 710"/>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871" name="Freeform 711"/>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1872" name="Rectangle 712"/>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873" name="Rectangle 713"/>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1874" name="Freeform 714"/>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875" name="Rectangle 715"/>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1876" name="Rectangle 716"/>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1877" name="Group 717"/>
          <p:cNvGrpSpPr>
            <a:grpSpLocks noChangeAspect="1"/>
          </p:cNvGrpSpPr>
          <p:nvPr/>
        </p:nvGrpSpPr>
        <p:grpSpPr bwMode="auto">
          <a:xfrm>
            <a:off x="2533700" y="4057651"/>
            <a:ext cx="215900" cy="195262"/>
            <a:chOff x="431" y="391"/>
            <a:chExt cx="573" cy="518"/>
          </a:xfrm>
        </p:grpSpPr>
        <p:sp>
          <p:nvSpPr>
            <p:cNvPr id="1878" name="AutoShape 718"/>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879" name="Rectangle 719"/>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880" name="Rectangle 720"/>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1881" name="Freeform 721"/>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882" name="Freeform 722"/>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1883" name="Line 723"/>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884" name="Freeform 724"/>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885" name="Freeform 725"/>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1886" name="Freeform 726"/>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887" name="Freeform 727"/>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1888" name="Freeform 728"/>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889" name="Freeform 729"/>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1890" name="Rectangle 730"/>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891" name="Rectangle 731"/>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1892" name="Freeform 732"/>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893" name="Rectangle 733"/>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1894" name="Rectangle 734"/>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1895" name="Group 735"/>
          <p:cNvGrpSpPr>
            <a:grpSpLocks noChangeAspect="1"/>
          </p:cNvGrpSpPr>
          <p:nvPr/>
        </p:nvGrpSpPr>
        <p:grpSpPr bwMode="auto">
          <a:xfrm>
            <a:off x="2605138" y="3894138"/>
            <a:ext cx="215900" cy="195263"/>
            <a:chOff x="431" y="391"/>
            <a:chExt cx="573" cy="518"/>
          </a:xfrm>
        </p:grpSpPr>
        <p:sp>
          <p:nvSpPr>
            <p:cNvPr id="1896" name="AutoShape 736"/>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897" name="Rectangle 737"/>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898" name="Rectangle 738"/>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1899" name="Freeform 739"/>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900" name="Freeform 740"/>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1901" name="Line 741"/>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902" name="Freeform 742"/>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903" name="Freeform 743"/>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1904" name="Freeform 744"/>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905" name="Freeform 745"/>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1906" name="Freeform 746"/>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907" name="Freeform 747"/>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1908" name="Rectangle 748"/>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909" name="Rectangle 749"/>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1910" name="Freeform 750"/>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911" name="Rectangle 751"/>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1912" name="Rectangle 752"/>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1913" name="Group 753"/>
          <p:cNvGrpSpPr>
            <a:grpSpLocks noChangeAspect="1"/>
          </p:cNvGrpSpPr>
          <p:nvPr/>
        </p:nvGrpSpPr>
        <p:grpSpPr bwMode="auto">
          <a:xfrm>
            <a:off x="2614663" y="4221163"/>
            <a:ext cx="215900" cy="195263"/>
            <a:chOff x="431" y="391"/>
            <a:chExt cx="573" cy="518"/>
          </a:xfrm>
        </p:grpSpPr>
        <p:sp>
          <p:nvSpPr>
            <p:cNvPr id="1914" name="AutoShape 754"/>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915" name="Rectangle 755"/>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916" name="Rectangle 756"/>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1917" name="Freeform 757"/>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918" name="Freeform 758"/>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1919" name="Line 759"/>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920" name="Freeform 760"/>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921" name="Freeform 761"/>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1922" name="Freeform 762"/>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923" name="Freeform 763"/>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1924" name="Freeform 764"/>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925" name="Freeform 765"/>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1926" name="Rectangle 766"/>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927" name="Rectangle 767"/>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1928" name="Freeform 768"/>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929" name="Rectangle 769"/>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1930" name="Rectangle 770"/>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1931" name="Group 771"/>
          <p:cNvGrpSpPr>
            <a:grpSpLocks noChangeAspect="1"/>
          </p:cNvGrpSpPr>
          <p:nvPr/>
        </p:nvGrpSpPr>
        <p:grpSpPr bwMode="auto">
          <a:xfrm>
            <a:off x="2686100" y="4057651"/>
            <a:ext cx="215900" cy="195262"/>
            <a:chOff x="431" y="391"/>
            <a:chExt cx="573" cy="518"/>
          </a:xfrm>
        </p:grpSpPr>
        <p:sp>
          <p:nvSpPr>
            <p:cNvPr id="1932" name="AutoShape 772"/>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933" name="Rectangle 773"/>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934" name="Rectangle 774"/>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1935" name="Freeform 775"/>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936" name="Freeform 776"/>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1937" name="Line 777"/>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938" name="Freeform 778"/>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939" name="Freeform 779"/>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1940" name="Freeform 780"/>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941" name="Freeform 781"/>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1942" name="Freeform 782"/>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943" name="Freeform 783"/>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1944" name="Rectangle 784"/>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945" name="Rectangle 785"/>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1946" name="Freeform 786"/>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947" name="Rectangle 787"/>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1948" name="Rectangle 788"/>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1949" name="Group 789"/>
          <p:cNvGrpSpPr>
            <a:grpSpLocks noChangeAspect="1"/>
          </p:cNvGrpSpPr>
          <p:nvPr/>
        </p:nvGrpSpPr>
        <p:grpSpPr bwMode="auto">
          <a:xfrm>
            <a:off x="2757538" y="3894138"/>
            <a:ext cx="215900" cy="195263"/>
            <a:chOff x="431" y="391"/>
            <a:chExt cx="573" cy="518"/>
          </a:xfrm>
        </p:grpSpPr>
        <p:sp>
          <p:nvSpPr>
            <p:cNvPr id="1950" name="AutoShape 790"/>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951" name="Rectangle 791"/>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952" name="Rectangle 792"/>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1953" name="Freeform 793"/>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954" name="Freeform 794"/>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1955" name="Line 795"/>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956" name="Freeform 796"/>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957" name="Freeform 797"/>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1958" name="Freeform 798"/>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959" name="Freeform 799"/>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1960" name="Freeform 800"/>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961" name="Freeform 801"/>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1962" name="Rectangle 802"/>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963" name="Rectangle 803"/>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1964" name="Freeform 804"/>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965" name="Rectangle 805"/>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1966" name="Rectangle 806"/>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1967" name="Group 807"/>
          <p:cNvGrpSpPr>
            <a:grpSpLocks noChangeAspect="1"/>
          </p:cNvGrpSpPr>
          <p:nvPr/>
        </p:nvGrpSpPr>
        <p:grpSpPr bwMode="auto">
          <a:xfrm>
            <a:off x="2767063" y="4221163"/>
            <a:ext cx="215900" cy="195263"/>
            <a:chOff x="431" y="391"/>
            <a:chExt cx="573" cy="518"/>
          </a:xfrm>
        </p:grpSpPr>
        <p:sp>
          <p:nvSpPr>
            <p:cNvPr id="1968" name="AutoShape 808"/>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969" name="Rectangle 809"/>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970" name="Rectangle 810"/>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1971" name="Freeform 811"/>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972" name="Freeform 812"/>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1973" name="Line 813"/>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974" name="Freeform 814"/>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975" name="Freeform 815"/>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1976" name="Freeform 816"/>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977" name="Freeform 817"/>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1978" name="Freeform 818"/>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979" name="Freeform 819"/>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1980" name="Rectangle 820"/>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981" name="Rectangle 821"/>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1982" name="Freeform 822"/>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983" name="Rectangle 823"/>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1984" name="Rectangle 824"/>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1985" name="Group 825"/>
          <p:cNvGrpSpPr>
            <a:grpSpLocks noChangeAspect="1"/>
          </p:cNvGrpSpPr>
          <p:nvPr/>
        </p:nvGrpSpPr>
        <p:grpSpPr bwMode="auto">
          <a:xfrm>
            <a:off x="2838500" y="4057651"/>
            <a:ext cx="215900" cy="195262"/>
            <a:chOff x="431" y="391"/>
            <a:chExt cx="573" cy="518"/>
          </a:xfrm>
        </p:grpSpPr>
        <p:sp>
          <p:nvSpPr>
            <p:cNvPr id="1986" name="AutoShape 826"/>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987" name="Rectangle 827"/>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988" name="Rectangle 828"/>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1989" name="Freeform 829"/>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990" name="Freeform 830"/>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1991" name="Line 831"/>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992" name="Freeform 832"/>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993" name="Freeform 833"/>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1994" name="Freeform 834"/>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995" name="Freeform 835"/>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1996" name="Freeform 836"/>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1997" name="Freeform 837"/>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1998" name="Rectangle 838"/>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999" name="Rectangle 839"/>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2000" name="Freeform 840"/>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001" name="Rectangle 841"/>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2002" name="Rectangle 842"/>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2003" name="Group 843"/>
          <p:cNvGrpSpPr>
            <a:grpSpLocks noChangeAspect="1"/>
          </p:cNvGrpSpPr>
          <p:nvPr/>
        </p:nvGrpSpPr>
        <p:grpSpPr bwMode="auto">
          <a:xfrm>
            <a:off x="2909938" y="3894138"/>
            <a:ext cx="215900" cy="195263"/>
            <a:chOff x="431" y="391"/>
            <a:chExt cx="573" cy="518"/>
          </a:xfrm>
        </p:grpSpPr>
        <p:sp>
          <p:nvSpPr>
            <p:cNvPr id="2004" name="AutoShape 844"/>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2005" name="Rectangle 845"/>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2006" name="Rectangle 846"/>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2007" name="Freeform 847"/>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008" name="Freeform 848"/>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2009" name="Line 849"/>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010" name="Freeform 850"/>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011" name="Freeform 851"/>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2012" name="Freeform 852"/>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013" name="Freeform 853"/>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2014" name="Freeform 854"/>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015" name="Freeform 855"/>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2016" name="Rectangle 856"/>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2017" name="Rectangle 857"/>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2018" name="Freeform 858"/>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019" name="Rectangle 859"/>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2020" name="Rectangle 860"/>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2021" name="Group 861"/>
          <p:cNvGrpSpPr>
            <a:grpSpLocks noChangeAspect="1"/>
          </p:cNvGrpSpPr>
          <p:nvPr/>
        </p:nvGrpSpPr>
        <p:grpSpPr bwMode="auto">
          <a:xfrm>
            <a:off x="2919463" y="4221163"/>
            <a:ext cx="215900" cy="195263"/>
            <a:chOff x="431" y="391"/>
            <a:chExt cx="573" cy="518"/>
          </a:xfrm>
        </p:grpSpPr>
        <p:sp>
          <p:nvSpPr>
            <p:cNvPr id="2022" name="AutoShape 862"/>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2023" name="Rectangle 863"/>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2024" name="Rectangle 864"/>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2025" name="Freeform 865"/>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026" name="Freeform 866"/>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2027" name="Line 867"/>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028" name="Freeform 868"/>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029" name="Freeform 869"/>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2030" name="Freeform 870"/>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031" name="Freeform 871"/>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2032" name="Freeform 872"/>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033" name="Freeform 873"/>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2034" name="Rectangle 874"/>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2035" name="Rectangle 875"/>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2036" name="Freeform 876"/>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037" name="Rectangle 877"/>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2038" name="Rectangle 878"/>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2039" name="Group 879"/>
          <p:cNvGrpSpPr>
            <a:grpSpLocks noChangeAspect="1"/>
          </p:cNvGrpSpPr>
          <p:nvPr/>
        </p:nvGrpSpPr>
        <p:grpSpPr bwMode="auto">
          <a:xfrm>
            <a:off x="2990900" y="4057651"/>
            <a:ext cx="215900" cy="195262"/>
            <a:chOff x="431" y="391"/>
            <a:chExt cx="573" cy="518"/>
          </a:xfrm>
        </p:grpSpPr>
        <p:sp>
          <p:nvSpPr>
            <p:cNvPr id="2040" name="AutoShape 880"/>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2041" name="Rectangle 881"/>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2042" name="Rectangle 882"/>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2043" name="Freeform 883"/>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044" name="Freeform 884"/>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2045" name="Line 885"/>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046" name="Freeform 886"/>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047" name="Freeform 887"/>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2048" name="Freeform 888"/>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049" name="Freeform 889"/>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2050" name="Freeform 890"/>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051" name="Freeform 891"/>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2052" name="Rectangle 892"/>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2053" name="Rectangle 893"/>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2054" name="Freeform 894"/>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055" name="Rectangle 895"/>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2056" name="Rectangle 896"/>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2057" name="Group 897"/>
          <p:cNvGrpSpPr>
            <a:grpSpLocks noChangeAspect="1"/>
          </p:cNvGrpSpPr>
          <p:nvPr/>
        </p:nvGrpSpPr>
        <p:grpSpPr bwMode="auto">
          <a:xfrm>
            <a:off x="3062338" y="3894138"/>
            <a:ext cx="215900" cy="195263"/>
            <a:chOff x="431" y="391"/>
            <a:chExt cx="573" cy="518"/>
          </a:xfrm>
        </p:grpSpPr>
        <p:sp>
          <p:nvSpPr>
            <p:cNvPr id="2058" name="AutoShape 898"/>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2059" name="Rectangle 899"/>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2060" name="Rectangle 900"/>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2061" name="Freeform 901"/>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062" name="Freeform 902"/>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2063" name="Line 903"/>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064" name="Freeform 904"/>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065" name="Freeform 905"/>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2066" name="Freeform 906"/>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067" name="Freeform 907"/>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2068" name="Freeform 908"/>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069" name="Freeform 909"/>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2070" name="Rectangle 910"/>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2071" name="Rectangle 911"/>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2072" name="Freeform 912"/>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073" name="Rectangle 913"/>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2074" name="Rectangle 914"/>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2075" name="Group 915"/>
          <p:cNvGrpSpPr>
            <a:grpSpLocks noChangeAspect="1"/>
          </p:cNvGrpSpPr>
          <p:nvPr/>
        </p:nvGrpSpPr>
        <p:grpSpPr bwMode="auto">
          <a:xfrm>
            <a:off x="3071863" y="4221163"/>
            <a:ext cx="215900" cy="195263"/>
            <a:chOff x="431" y="391"/>
            <a:chExt cx="573" cy="518"/>
          </a:xfrm>
        </p:grpSpPr>
        <p:sp>
          <p:nvSpPr>
            <p:cNvPr id="2076" name="AutoShape 916"/>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2077" name="Rectangle 917"/>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2078" name="Rectangle 918"/>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2079" name="Freeform 919"/>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080" name="Freeform 920"/>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2081" name="Line 921"/>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082" name="Freeform 922"/>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083" name="Freeform 923"/>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2084" name="Freeform 924"/>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085" name="Freeform 925"/>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2086" name="Freeform 926"/>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087" name="Freeform 927"/>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2088" name="Rectangle 928"/>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2089" name="Rectangle 929"/>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2090" name="Freeform 930"/>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091" name="Rectangle 931"/>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2092" name="Rectangle 932"/>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2093" name="Group 933"/>
          <p:cNvGrpSpPr>
            <a:grpSpLocks noChangeAspect="1"/>
          </p:cNvGrpSpPr>
          <p:nvPr/>
        </p:nvGrpSpPr>
        <p:grpSpPr bwMode="auto">
          <a:xfrm>
            <a:off x="3143300" y="4057651"/>
            <a:ext cx="215900" cy="195262"/>
            <a:chOff x="431" y="391"/>
            <a:chExt cx="573" cy="518"/>
          </a:xfrm>
        </p:grpSpPr>
        <p:sp>
          <p:nvSpPr>
            <p:cNvPr id="2094" name="AutoShape 934"/>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2095" name="Rectangle 935"/>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2096" name="Rectangle 936"/>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2097" name="Freeform 937"/>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098" name="Freeform 938"/>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2099" name="Line 939"/>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100" name="Freeform 940"/>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101" name="Freeform 941"/>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2102" name="Freeform 942"/>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103" name="Freeform 943"/>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2104" name="Freeform 944"/>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105" name="Freeform 945"/>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2106" name="Rectangle 946"/>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2107" name="Rectangle 947"/>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2108" name="Freeform 948"/>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109" name="Rectangle 949"/>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2110" name="Rectangle 950"/>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2111" name="Group 951"/>
          <p:cNvGrpSpPr>
            <a:grpSpLocks noChangeAspect="1"/>
          </p:cNvGrpSpPr>
          <p:nvPr/>
        </p:nvGrpSpPr>
        <p:grpSpPr bwMode="auto">
          <a:xfrm>
            <a:off x="3214738" y="3894138"/>
            <a:ext cx="215900" cy="195263"/>
            <a:chOff x="431" y="391"/>
            <a:chExt cx="573" cy="518"/>
          </a:xfrm>
        </p:grpSpPr>
        <p:sp>
          <p:nvSpPr>
            <p:cNvPr id="2112" name="AutoShape 952"/>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2113" name="Rectangle 953"/>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2114" name="Rectangle 954"/>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2115" name="Freeform 955"/>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116" name="Freeform 956"/>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2117" name="Line 957"/>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118" name="Freeform 958"/>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119" name="Freeform 959"/>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2120" name="Freeform 960"/>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121" name="Freeform 961"/>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2122" name="Freeform 962"/>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123" name="Freeform 963"/>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2124" name="Rectangle 964"/>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2125" name="Rectangle 965"/>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2126" name="Freeform 966"/>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127" name="Rectangle 967"/>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2128" name="Rectangle 968"/>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2129" name="Group 969"/>
          <p:cNvGrpSpPr>
            <a:grpSpLocks noChangeAspect="1"/>
          </p:cNvGrpSpPr>
          <p:nvPr/>
        </p:nvGrpSpPr>
        <p:grpSpPr bwMode="auto">
          <a:xfrm>
            <a:off x="3224263" y="4221163"/>
            <a:ext cx="215900" cy="195263"/>
            <a:chOff x="431" y="391"/>
            <a:chExt cx="573" cy="518"/>
          </a:xfrm>
        </p:grpSpPr>
        <p:sp>
          <p:nvSpPr>
            <p:cNvPr id="2130" name="AutoShape 970"/>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2131" name="Rectangle 971"/>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2132" name="Rectangle 972"/>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2133" name="Freeform 973"/>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134" name="Freeform 974"/>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2135" name="Line 975"/>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136" name="Freeform 976"/>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137" name="Freeform 977"/>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2138" name="Freeform 978"/>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139" name="Freeform 979"/>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2140" name="Freeform 980"/>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141" name="Freeform 981"/>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2142" name="Rectangle 982"/>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2143" name="Rectangle 983"/>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2144" name="Freeform 984"/>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145" name="Rectangle 985"/>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2146" name="Rectangle 986"/>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2147" name="Group 987"/>
          <p:cNvGrpSpPr>
            <a:grpSpLocks noChangeAspect="1"/>
          </p:cNvGrpSpPr>
          <p:nvPr/>
        </p:nvGrpSpPr>
        <p:grpSpPr bwMode="auto">
          <a:xfrm>
            <a:off x="3295700" y="4057651"/>
            <a:ext cx="215900" cy="195262"/>
            <a:chOff x="431" y="391"/>
            <a:chExt cx="573" cy="518"/>
          </a:xfrm>
        </p:grpSpPr>
        <p:sp>
          <p:nvSpPr>
            <p:cNvPr id="2148" name="AutoShape 988"/>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2149" name="Rectangle 989"/>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2150" name="Rectangle 990"/>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2151" name="Freeform 991"/>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152" name="Freeform 992"/>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2153" name="Line 993"/>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154" name="Freeform 994"/>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155" name="Freeform 995"/>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2156" name="Freeform 996"/>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157" name="Freeform 997"/>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2158" name="Freeform 998"/>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159" name="Freeform 999"/>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2160" name="Rectangle 1000"/>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2161" name="Rectangle 1001"/>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2162" name="Freeform 1002"/>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163" name="Rectangle 1003"/>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2164" name="Rectangle 1004"/>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2165" name="Group 1005"/>
          <p:cNvGrpSpPr>
            <a:grpSpLocks noChangeAspect="1"/>
          </p:cNvGrpSpPr>
          <p:nvPr/>
        </p:nvGrpSpPr>
        <p:grpSpPr bwMode="auto">
          <a:xfrm>
            <a:off x="3367138" y="3894138"/>
            <a:ext cx="215900" cy="195263"/>
            <a:chOff x="431" y="391"/>
            <a:chExt cx="573" cy="518"/>
          </a:xfrm>
        </p:grpSpPr>
        <p:sp>
          <p:nvSpPr>
            <p:cNvPr id="2166" name="AutoShape 1006"/>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2167" name="Rectangle 1007"/>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2168" name="Rectangle 1008"/>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2169" name="Freeform 1009"/>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170" name="Freeform 1010"/>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2171" name="Line 1011"/>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172" name="Freeform 1012"/>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173" name="Freeform 1013"/>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2174" name="Freeform 1014"/>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175" name="Freeform 1015"/>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2176" name="Freeform 1016"/>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177" name="Freeform 1017"/>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2178" name="Rectangle 1018"/>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2179" name="Rectangle 1019"/>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2180" name="Freeform 1020"/>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181" name="Rectangle 1021"/>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2182" name="Rectangle 1022"/>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2183" name="Group 1023"/>
          <p:cNvGrpSpPr>
            <a:grpSpLocks noChangeAspect="1"/>
          </p:cNvGrpSpPr>
          <p:nvPr/>
        </p:nvGrpSpPr>
        <p:grpSpPr bwMode="auto">
          <a:xfrm>
            <a:off x="3376663" y="4221163"/>
            <a:ext cx="215900" cy="195263"/>
            <a:chOff x="431" y="391"/>
            <a:chExt cx="573" cy="518"/>
          </a:xfrm>
        </p:grpSpPr>
        <p:sp>
          <p:nvSpPr>
            <p:cNvPr id="2184" name="AutoShape 1024"/>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2185" name="Rectangle 1025"/>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2186" name="Rectangle 1026"/>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2187" name="Freeform 1027"/>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188" name="Freeform 1028"/>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2189" name="Line 1029"/>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190" name="Freeform 1030"/>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191" name="Freeform 1031"/>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2192" name="Freeform 1032"/>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193" name="Freeform 1033"/>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2194" name="Freeform 1034"/>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195" name="Freeform 1035"/>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2196" name="Rectangle 1036"/>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2197" name="Rectangle 1037"/>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2198" name="Freeform 1038"/>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199" name="Rectangle 1039"/>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2200" name="Rectangle 1040"/>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2201" name="Group 1041"/>
          <p:cNvGrpSpPr>
            <a:grpSpLocks noChangeAspect="1"/>
          </p:cNvGrpSpPr>
          <p:nvPr/>
        </p:nvGrpSpPr>
        <p:grpSpPr bwMode="auto">
          <a:xfrm>
            <a:off x="3448100" y="4057651"/>
            <a:ext cx="215900" cy="195262"/>
            <a:chOff x="431" y="391"/>
            <a:chExt cx="573" cy="518"/>
          </a:xfrm>
        </p:grpSpPr>
        <p:sp>
          <p:nvSpPr>
            <p:cNvPr id="2202" name="AutoShape 1042"/>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2203" name="Rectangle 1043"/>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2204" name="Rectangle 1044"/>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2205" name="Freeform 1045"/>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206" name="Freeform 1046"/>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2207" name="Line 1047"/>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208" name="Freeform 1048"/>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209" name="Freeform 1049"/>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2210" name="Freeform 1050"/>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211" name="Freeform 1051"/>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2212" name="Freeform 1052"/>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213" name="Freeform 1053"/>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2214" name="Rectangle 1054"/>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2215" name="Rectangle 1055"/>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2216" name="Freeform 1056"/>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217" name="Rectangle 1057"/>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2218" name="Rectangle 1058"/>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grpSp>
        <p:nvGrpSpPr>
          <p:cNvPr id="2219" name="Group 1059"/>
          <p:cNvGrpSpPr>
            <a:grpSpLocks noChangeAspect="1"/>
          </p:cNvGrpSpPr>
          <p:nvPr/>
        </p:nvGrpSpPr>
        <p:grpSpPr bwMode="auto">
          <a:xfrm>
            <a:off x="3519538" y="3894138"/>
            <a:ext cx="215900" cy="195263"/>
            <a:chOff x="431" y="391"/>
            <a:chExt cx="573" cy="518"/>
          </a:xfrm>
        </p:grpSpPr>
        <p:sp>
          <p:nvSpPr>
            <p:cNvPr id="2220" name="AutoShape 1060"/>
            <p:cNvSpPr>
              <a:spLocks noChangeAspect="1" noChangeArrowheads="1" noTextEdit="1"/>
            </p:cNvSpPr>
            <p:nvPr/>
          </p:nvSpPr>
          <p:spPr bwMode="auto">
            <a:xfrm>
              <a:off x="431" y="391"/>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2221" name="Rectangle 1061"/>
            <p:cNvSpPr>
              <a:spLocks noChangeAspect="1" noChangeArrowheads="1"/>
            </p:cNvSpPr>
            <p:nvPr/>
          </p:nvSpPr>
          <p:spPr bwMode="auto">
            <a:xfrm>
              <a:off x="434" y="735"/>
              <a:ext cx="510" cy="9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2222" name="Rectangle 1062"/>
            <p:cNvSpPr>
              <a:spLocks noChangeAspect="1" noChangeArrowheads="1"/>
            </p:cNvSpPr>
            <p:nvPr/>
          </p:nvSpPr>
          <p:spPr bwMode="auto">
            <a:xfrm>
              <a:off x="435" y="736"/>
              <a:ext cx="508" cy="92"/>
            </a:xfrm>
            <a:prstGeom prst="rect">
              <a:avLst/>
            </a:prstGeom>
            <a:solidFill>
              <a:srgbClr val="7A7959"/>
            </a:solidFill>
            <a:ln w="4826">
              <a:solidFill>
                <a:srgbClr val="494936"/>
              </a:solidFill>
              <a:miter lim="800000"/>
              <a:headEnd/>
              <a:tailEnd/>
            </a:ln>
          </p:spPr>
          <p:txBody>
            <a:bodyPr/>
            <a:lstStyle/>
            <a:p>
              <a:endParaRPr lang="fr-FR"/>
            </a:p>
          </p:txBody>
        </p:sp>
        <p:sp>
          <p:nvSpPr>
            <p:cNvPr id="2223" name="Freeform 1063"/>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224" name="Freeform 1064"/>
            <p:cNvSpPr>
              <a:spLocks noChangeAspect="1"/>
            </p:cNvSpPr>
            <p:nvPr/>
          </p:nvSpPr>
          <p:spPr bwMode="auto">
            <a:xfrm>
              <a:off x="434" y="684"/>
              <a:ext cx="564" cy="51"/>
            </a:xfrm>
            <a:custGeom>
              <a:avLst/>
              <a:gdLst>
                <a:gd name="T0" fmla="*/ 0 w 564"/>
                <a:gd name="T1" fmla="*/ 51 h 51"/>
                <a:gd name="T2" fmla="*/ 54 w 564"/>
                <a:gd name="T3" fmla="*/ 0 h 51"/>
                <a:gd name="T4" fmla="*/ 564 w 564"/>
                <a:gd name="T5" fmla="*/ 0 h 51"/>
                <a:gd name="T6" fmla="*/ 510 w 564"/>
                <a:gd name="T7" fmla="*/ 51 h 51"/>
                <a:gd name="T8" fmla="*/ 0 w 564"/>
                <a:gd name="T9" fmla="*/ 51 h 51"/>
              </a:gdLst>
              <a:ahLst/>
              <a:cxnLst>
                <a:cxn ang="0">
                  <a:pos x="T0" y="T1"/>
                </a:cxn>
                <a:cxn ang="0">
                  <a:pos x="T2" y="T3"/>
                </a:cxn>
                <a:cxn ang="0">
                  <a:pos x="T4" y="T5"/>
                </a:cxn>
                <a:cxn ang="0">
                  <a:pos x="T6" y="T7"/>
                </a:cxn>
                <a:cxn ang="0">
                  <a:pos x="T8" y="T9"/>
                </a:cxn>
              </a:cxnLst>
              <a:rect l="0" t="0" r="r" b="b"/>
              <a:pathLst>
                <a:path w="564" h="51">
                  <a:moveTo>
                    <a:pt x="0" y="51"/>
                  </a:moveTo>
                  <a:lnTo>
                    <a:pt x="54" y="0"/>
                  </a:lnTo>
                  <a:lnTo>
                    <a:pt x="564" y="0"/>
                  </a:lnTo>
                  <a:lnTo>
                    <a:pt x="510" y="51"/>
                  </a:lnTo>
                  <a:lnTo>
                    <a:pt x="0" y="51"/>
                  </a:lnTo>
                  <a:close/>
                </a:path>
              </a:pathLst>
            </a:custGeom>
            <a:solidFill>
              <a:srgbClr val="C9C9B6"/>
            </a:solidFill>
            <a:ln w="4763">
              <a:solidFill>
                <a:srgbClr val="494936"/>
              </a:solidFill>
              <a:prstDash val="solid"/>
              <a:round/>
              <a:headEnd/>
              <a:tailEnd/>
            </a:ln>
          </p:spPr>
          <p:txBody>
            <a:bodyPr/>
            <a:lstStyle/>
            <a:p>
              <a:endParaRPr lang="fr-FR"/>
            </a:p>
          </p:txBody>
        </p:sp>
        <p:sp>
          <p:nvSpPr>
            <p:cNvPr id="2225" name="Line 1065"/>
            <p:cNvSpPr>
              <a:spLocks noChangeAspect="1" noChangeShapeType="1"/>
            </p:cNvSpPr>
            <p:nvPr/>
          </p:nvSpPr>
          <p:spPr bwMode="auto">
            <a:xfrm flipH="1">
              <a:off x="793" y="778"/>
              <a:ext cx="12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226" name="Freeform 1066"/>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227" name="Freeform 1067"/>
            <p:cNvSpPr>
              <a:spLocks noChangeAspect="1"/>
            </p:cNvSpPr>
            <p:nvPr/>
          </p:nvSpPr>
          <p:spPr bwMode="auto">
            <a:xfrm>
              <a:off x="944" y="684"/>
              <a:ext cx="54" cy="145"/>
            </a:xfrm>
            <a:custGeom>
              <a:avLst/>
              <a:gdLst>
                <a:gd name="T0" fmla="*/ 0 w 54"/>
                <a:gd name="T1" fmla="*/ 145 h 145"/>
                <a:gd name="T2" fmla="*/ 54 w 54"/>
                <a:gd name="T3" fmla="*/ 91 h 145"/>
                <a:gd name="T4" fmla="*/ 54 w 54"/>
                <a:gd name="T5" fmla="*/ 0 h 145"/>
                <a:gd name="T6" fmla="*/ 0 w 54"/>
                <a:gd name="T7" fmla="*/ 51 h 145"/>
                <a:gd name="T8" fmla="*/ 0 w 54"/>
                <a:gd name="T9" fmla="*/ 145 h 145"/>
              </a:gdLst>
              <a:ahLst/>
              <a:cxnLst>
                <a:cxn ang="0">
                  <a:pos x="T0" y="T1"/>
                </a:cxn>
                <a:cxn ang="0">
                  <a:pos x="T2" y="T3"/>
                </a:cxn>
                <a:cxn ang="0">
                  <a:pos x="T4" y="T5"/>
                </a:cxn>
                <a:cxn ang="0">
                  <a:pos x="T6" y="T7"/>
                </a:cxn>
                <a:cxn ang="0">
                  <a:pos x="T8" y="T9"/>
                </a:cxn>
              </a:cxnLst>
              <a:rect l="0" t="0" r="r" b="b"/>
              <a:pathLst>
                <a:path w="54" h="145">
                  <a:moveTo>
                    <a:pt x="0" y="145"/>
                  </a:moveTo>
                  <a:lnTo>
                    <a:pt x="54" y="91"/>
                  </a:lnTo>
                  <a:lnTo>
                    <a:pt x="54" y="0"/>
                  </a:lnTo>
                  <a:lnTo>
                    <a:pt x="0" y="51"/>
                  </a:lnTo>
                  <a:lnTo>
                    <a:pt x="0" y="145"/>
                  </a:lnTo>
                  <a:close/>
                </a:path>
              </a:pathLst>
            </a:custGeom>
            <a:solidFill>
              <a:srgbClr val="5E5D45"/>
            </a:solidFill>
            <a:ln w="4826">
              <a:solidFill>
                <a:srgbClr val="494936"/>
              </a:solidFill>
              <a:prstDash val="solid"/>
              <a:round/>
              <a:headEnd/>
              <a:tailEnd/>
            </a:ln>
          </p:spPr>
          <p:txBody>
            <a:bodyPr/>
            <a:lstStyle/>
            <a:p>
              <a:endParaRPr lang="fr-FR"/>
            </a:p>
          </p:txBody>
        </p:sp>
        <p:sp>
          <p:nvSpPr>
            <p:cNvPr id="2228" name="Freeform 1068"/>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229" name="Freeform 1069"/>
            <p:cNvSpPr>
              <a:spLocks noChangeAspect="1"/>
            </p:cNvSpPr>
            <p:nvPr/>
          </p:nvSpPr>
          <p:spPr bwMode="auto">
            <a:xfrm>
              <a:off x="437" y="818"/>
              <a:ext cx="450" cy="71"/>
            </a:xfrm>
            <a:custGeom>
              <a:avLst/>
              <a:gdLst>
                <a:gd name="T0" fmla="*/ 0 w 450"/>
                <a:gd name="T1" fmla="*/ 71 h 71"/>
                <a:gd name="T2" fmla="*/ 57 w 450"/>
                <a:gd name="T3" fmla="*/ 0 h 71"/>
                <a:gd name="T4" fmla="*/ 450 w 450"/>
                <a:gd name="T5" fmla="*/ 0 h 71"/>
                <a:gd name="T6" fmla="*/ 393 w 450"/>
                <a:gd name="T7" fmla="*/ 71 h 71"/>
                <a:gd name="T8" fmla="*/ 0 w 450"/>
                <a:gd name="T9" fmla="*/ 71 h 71"/>
              </a:gdLst>
              <a:ahLst/>
              <a:cxnLst>
                <a:cxn ang="0">
                  <a:pos x="T0" y="T1"/>
                </a:cxn>
                <a:cxn ang="0">
                  <a:pos x="T2" y="T3"/>
                </a:cxn>
                <a:cxn ang="0">
                  <a:pos x="T4" y="T5"/>
                </a:cxn>
                <a:cxn ang="0">
                  <a:pos x="T6" y="T7"/>
                </a:cxn>
                <a:cxn ang="0">
                  <a:pos x="T8" y="T9"/>
                </a:cxn>
              </a:cxnLst>
              <a:rect l="0" t="0" r="r" b="b"/>
              <a:pathLst>
                <a:path w="450" h="71">
                  <a:moveTo>
                    <a:pt x="0" y="71"/>
                  </a:moveTo>
                  <a:lnTo>
                    <a:pt x="57" y="0"/>
                  </a:lnTo>
                  <a:lnTo>
                    <a:pt x="450" y="0"/>
                  </a:lnTo>
                  <a:lnTo>
                    <a:pt x="393" y="71"/>
                  </a:lnTo>
                  <a:lnTo>
                    <a:pt x="0" y="71"/>
                  </a:lnTo>
                  <a:close/>
                </a:path>
              </a:pathLst>
            </a:custGeom>
            <a:solidFill>
              <a:srgbClr val="7A7959"/>
            </a:solidFill>
            <a:ln w="4826">
              <a:solidFill>
                <a:srgbClr val="494936"/>
              </a:solidFill>
              <a:prstDash val="solid"/>
              <a:round/>
              <a:headEnd/>
              <a:tailEnd/>
            </a:ln>
          </p:spPr>
          <p:txBody>
            <a:bodyPr/>
            <a:lstStyle/>
            <a:p>
              <a:endParaRPr lang="fr-FR"/>
            </a:p>
          </p:txBody>
        </p:sp>
        <p:sp>
          <p:nvSpPr>
            <p:cNvPr id="2230" name="Freeform 1070"/>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231" name="Freeform 1071"/>
            <p:cNvSpPr>
              <a:spLocks noChangeAspect="1"/>
            </p:cNvSpPr>
            <p:nvPr/>
          </p:nvSpPr>
          <p:spPr bwMode="auto">
            <a:xfrm>
              <a:off x="830" y="818"/>
              <a:ext cx="57" cy="85"/>
            </a:xfrm>
            <a:custGeom>
              <a:avLst/>
              <a:gdLst>
                <a:gd name="T0" fmla="*/ 0 w 57"/>
                <a:gd name="T1" fmla="*/ 85 h 85"/>
                <a:gd name="T2" fmla="*/ 57 w 57"/>
                <a:gd name="T3" fmla="*/ 26 h 85"/>
                <a:gd name="T4" fmla="*/ 57 w 57"/>
                <a:gd name="T5" fmla="*/ 0 h 85"/>
                <a:gd name="T6" fmla="*/ 0 w 57"/>
                <a:gd name="T7" fmla="*/ 71 h 85"/>
                <a:gd name="T8" fmla="*/ 0 w 57"/>
                <a:gd name="T9" fmla="*/ 85 h 85"/>
              </a:gdLst>
              <a:ahLst/>
              <a:cxnLst>
                <a:cxn ang="0">
                  <a:pos x="T0" y="T1"/>
                </a:cxn>
                <a:cxn ang="0">
                  <a:pos x="T2" y="T3"/>
                </a:cxn>
                <a:cxn ang="0">
                  <a:pos x="T4" y="T5"/>
                </a:cxn>
                <a:cxn ang="0">
                  <a:pos x="T6" y="T7"/>
                </a:cxn>
                <a:cxn ang="0">
                  <a:pos x="T8" y="T9"/>
                </a:cxn>
              </a:cxnLst>
              <a:rect l="0" t="0" r="r" b="b"/>
              <a:pathLst>
                <a:path w="57" h="85">
                  <a:moveTo>
                    <a:pt x="0" y="85"/>
                  </a:moveTo>
                  <a:lnTo>
                    <a:pt x="57" y="26"/>
                  </a:lnTo>
                  <a:lnTo>
                    <a:pt x="57" y="0"/>
                  </a:lnTo>
                  <a:lnTo>
                    <a:pt x="0" y="71"/>
                  </a:lnTo>
                  <a:lnTo>
                    <a:pt x="0" y="85"/>
                  </a:lnTo>
                  <a:close/>
                </a:path>
              </a:pathLst>
            </a:custGeom>
            <a:solidFill>
              <a:schemeClr val="tx2"/>
            </a:solidFill>
            <a:ln w="4826">
              <a:solidFill>
                <a:srgbClr val="494936"/>
              </a:solidFill>
              <a:prstDash val="solid"/>
              <a:round/>
              <a:headEnd/>
              <a:tailEnd/>
            </a:ln>
          </p:spPr>
          <p:txBody>
            <a:bodyPr/>
            <a:lstStyle/>
            <a:p>
              <a:endParaRPr lang="fr-FR"/>
            </a:p>
          </p:txBody>
        </p:sp>
        <p:sp>
          <p:nvSpPr>
            <p:cNvPr id="2232" name="Rectangle 1072"/>
            <p:cNvSpPr>
              <a:spLocks noChangeAspect="1" noChangeArrowheads="1"/>
            </p:cNvSpPr>
            <p:nvPr/>
          </p:nvSpPr>
          <p:spPr bwMode="auto">
            <a:xfrm>
              <a:off x="437" y="889"/>
              <a:ext cx="393" cy="14"/>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2233" name="Rectangle 1073"/>
            <p:cNvSpPr>
              <a:spLocks noChangeAspect="1" noChangeArrowheads="1"/>
            </p:cNvSpPr>
            <p:nvPr/>
          </p:nvSpPr>
          <p:spPr bwMode="auto">
            <a:xfrm>
              <a:off x="438" y="890"/>
              <a:ext cx="391" cy="12"/>
            </a:xfrm>
            <a:prstGeom prst="rect">
              <a:avLst/>
            </a:prstGeom>
            <a:solidFill>
              <a:schemeClr val="tx2"/>
            </a:solidFill>
            <a:ln w="4826">
              <a:solidFill>
                <a:srgbClr val="5E5D45"/>
              </a:solidFill>
              <a:miter lim="800000"/>
              <a:headEnd/>
              <a:tailEnd/>
            </a:ln>
          </p:spPr>
          <p:txBody>
            <a:bodyPr/>
            <a:lstStyle/>
            <a:p>
              <a:endParaRPr lang="fr-FR"/>
            </a:p>
          </p:txBody>
        </p:sp>
        <p:sp>
          <p:nvSpPr>
            <p:cNvPr id="2234" name="Freeform 1074"/>
            <p:cNvSpPr>
              <a:spLocks noChangeAspect="1"/>
            </p:cNvSpPr>
            <p:nvPr/>
          </p:nvSpPr>
          <p:spPr bwMode="auto">
            <a:xfrm>
              <a:off x="531" y="682"/>
              <a:ext cx="405" cy="36"/>
            </a:xfrm>
            <a:custGeom>
              <a:avLst/>
              <a:gdLst>
                <a:gd name="T0" fmla="*/ 0 w 405"/>
                <a:gd name="T1" fmla="*/ 40 h 40"/>
                <a:gd name="T2" fmla="*/ 43 w 405"/>
                <a:gd name="T3" fmla="*/ 0 h 40"/>
                <a:gd name="T4" fmla="*/ 405 w 405"/>
                <a:gd name="T5" fmla="*/ 0 h 40"/>
                <a:gd name="T6" fmla="*/ 365 w 405"/>
                <a:gd name="T7" fmla="*/ 40 h 40"/>
                <a:gd name="T8" fmla="*/ 0 w 405"/>
                <a:gd name="T9" fmla="*/ 40 h 40"/>
              </a:gdLst>
              <a:ahLst/>
              <a:cxnLst>
                <a:cxn ang="0">
                  <a:pos x="T0" y="T1"/>
                </a:cxn>
                <a:cxn ang="0">
                  <a:pos x="T2" y="T3"/>
                </a:cxn>
                <a:cxn ang="0">
                  <a:pos x="T4" y="T5"/>
                </a:cxn>
                <a:cxn ang="0">
                  <a:pos x="T6" y="T7"/>
                </a:cxn>
                <a:cxn ang="0">
                  <a:pos x="T8" y="T9"/>
                </a:cxn>
              </a:cxnLst>
              <a:rect l="0" t="0" r="r" b="b"/>
              <a:pathLst>
                <a:path w="405" h="40">
                  <a:moveTo>
                    <a:pt x="0" y="40"/>
                  </a:moveTo>
                  <a:lnTo>
                    <a:pt x="43" y="0"/>
                  </a:lnTo>
                  <a:lnTo>
                    <a:pt x="405" y="0"/>
                  </a:lnTo>
                  <a:lnTo>
                    <a:pt x="365" y="40"/>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a:p>
          </p:txBody>
        </p:sp>
        <p:sp>
          <p:nvSpPr>
            <p:cNvPr id="2235" name="Rectangle 1075"/>
            <p:cNvSpPr>
              <a:spLocks noChangeAspect="1" noChangeArrowheads="1"/>
            </p:cNvSpPr>
            <p:nvPr/>
          </p:nvSpPr>
          <p:spPr bwMode="auto">
            <a:xfrm>
              <a:off x="529" y="418"/>
              <a:ext cx="363" cy="285"/>
            </a:xfrm>
            <a:prstGeom prst="rect">
              <a:avLst/>
            </a:prstGeom>
            <a:solidFill>
              <a:srgbClr val="333333"/>
            </a:solidFill>
            <a:ln w="4826">
              <a:solidFill>
                <a:srgbClr val="494936"/>
              </a:solidFill>
              <a:miter lim="800000"/>
              <a:headEnd/>
              <a:tailEnd/>
            </a:ln>
          </p:spPr>
          <p:txBody>
            <a:bodyPr/>
            <a:lstStyle/>
            <a:p>
              <a:endParaRPr lang="fr-FR"/>
            </a:p>
          </p:txBody>
        </p:sp>
        <p:sp>
          <p:nvSpPr>
            <p:cNvPr id="2236" name="Rectangle 1076"/>
            <p:cNvSpPr>
              <a:spLocks noChangeAspect="1" noChangeArrowheads="1"/>
            </p:cNvSpPr>
            <p:nvPr/>
          </p:nvSpPr>
          <p:spPr bwMode="auto">
            <a:xfrm>
              <a:off x="560" y="463"/>
              <a:ext cx="301" cy="220"/>
            </a:xfrm>
            <a:prstGeom prst="rect">
              <a:avLst/>
            </a:prstGeom>
            <a:solidFill>
              <a:srgbClr val="FFFFFF"/>
            </a:solidFill>
            <a:ln w="4763">
              <a:solidFill>
                <a:srgbClr val="494936"/>
              </a:solidFill>
              <a:miter lim="800000"/>
              <a:headEnd/>
              <a:tailEnd/>
            </a:ln>
          </p:spPr>
          <p:txBody>
            <a:bodyPr/>
            <a:lstStyle/>
            <a:p>
              <a:endParaRPr lang="fr-FR"/>
            </a:p>
          </p:txBody>
        </p:sp>
      </p:grpSp>
      <p:sp>
        <p:nvSpPr>
          <p:cNvPr id="2237" name="Text Box 1077"/>
          <p:cNvSpPr txBox="1">
            <a:spLocks noChangeArrowheads="1"/>
          </p:cNvSpPr>
          <p:nvPr/>
        </p:nvSpPr>
        <p:spPr bwMode="auto">
          <a:xfrm>
            <a:off x="3740200" y="4829176"/>
            <a:ext cx="23050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fr-FR"/>
              <a:t>Gigabit Ethernet</a:t>
            </a:r>
          </a:p>
        </p:txBody>
      </p:sp>
      <p:sp>
        <p:nvSpPr>
          <p:cNvPr id="2238" name="Text Box 1078"/>
          <p:cNvSpPr txBox="1">
            <a:spLocks noChangeArrowheads="1"/>
          </p:cNvSpPr>
          <p:nvPr/>
        </p:nvSpPr>
        <p:spPr bwMode="auto">
          <a:xfrm>
            <a:off x="716013" y="4468813"/>
            <a:ext cx="23050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fr-FR"/>
              <a:t>Fast Ethernet</a:t>
            </a:r>
          </a:p>
        </p:txBody>
      </p:sp>
      <p:sp>
        <p:nvSpPr>
          <p:cNvPr id="2239" name="Text Box 1079"/>
          <p:cNvSpPr txBox="1">
            <a:spLocks noChangeArrowheads="1"/>
          </p:cNvSpPr>
          <p:nvPr/>
        </p:nvSpPr>
        <p:spPr bwMode="auto">
          <a:xfrm>
            <a:off x="7556550" y="4468813"/>
            <a:ext cx="15843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fr-FR"/>
              <a:t>Fast Ethernet</a:t>
            </a:r>
          </a:p>
        </p:txBody>
      </p:sp>
      <p:pic>
        <p:nvPicPr>
          <p:cNvPr id="2240" name="Picture 1080"/>
          <p:cNvPicPr>
            <a:picLocks noChangeAspect="1" noChangeArrowheads="1"/>
          </p:cNvPicPr>
          <p:nvPr/>
        </p:nvPicPr>
        <p:blipFill>
          <a:blip r:embed="rId3">
            <a:extLst>
              <a:ext uri="{28A0092B-C50C-407E-A947-70E740481C1C}">
                <a14:useLocalDpi xmlns:a14="http://schemas.microsoft.com/office/drawing/2010/main" val="0"/>
              </a:ext>
            </a:extLst>
          </a:blip>
          <a:srcRect l="41130" t="2406" r="11751" b="38512"/>
          <a:stretch>
            <a:fillRect/>
          </a:stretch>
        </p:blipFill>
        <p:spPr bwMode="auto">
          <a:xfrm>
            <a:off x="1797100" y="5334001"/>
            <a:ext cx="284163" cy="288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41" name="AutoShape 1081"/>
          <p:cNvSpPr>
            <a:spLocks noChangeArrowheads="1"/>
          </p:cNvSpPr>
          <p:nvPr/>
        </p:nvSpPr>
        <p:spPr bwMode="auto">
          <a:xfrm flipH="1">
            <a:off x="1868538" y="5981701"/>
            <a:ext cx="3024187" cy="358775"/>
          </a:xfrm>
          <a:prstGeom prst="wedgeRoundRectCallout">
            <a:avLst>
              <a:gd name="adj1" fmla="val 44694"/>
              <a:gd name="adj2" fmla="val -172569"/>
              <a:gd name="adj3" fmla="val 16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fr-FR"/>
              <a:t>port console : accès local</a:t>
            </a:r>
          </a:p>
        </p:txBody>
      </p:sp>
      <p:sp>
        <p:nvSpPr>
          <p:cNvPr id="2242" name="AutoShape 1082"/>
          <p:cNvSpPr>
            <a:spLocks noChangeArrowheads="1"/>
          </p:cNvSpPr>
          <p:nvPr/>
        </p:nvSpPr>
        <p:spPr bwMode="auto">
          <a:xfrm flipH="1">
            <a:off x="6980288" y="3244851"/>
            <a:ext cx="2233612" cy="431800"/>
          </a:xfrm>
          <a:prstGeom prst="wedgeRoundRectCallout">
            <a:avLst>
              <a:gd name="adj1" fmla="val 45167"/>
              <a:gd name="adj2" fmla="val 108088"/>
              <a:gd name="adj3" fmla="val 16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fr-FR" dirty="0"/>
              <a:t>accès à </a:t>
            </a:r>
            <a:r>
              <a:rPr lang="fr-FR" dirty="0">
                <a:solidFill>
                  <a:schemeClr val="bg1"/>
                </a:solidFill>
              </a:rPr>
              <a:t>distance</a:t>
            </a:r>
          </a:p>
        </p:txBody>
      </p:sp>
    </p:spTree>
    <p:extLst>
      <p:ext uri="{BB962C8B-B14F-4D97-AF65-F5344CB8AC3E}">
        <p14:creationId xmlns:p14="http://schemas.microsoft.com/office/powerpoint/2010/main" val="1658974776"/>
      </p:ext>
    </p:extLst>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3"/>
          <p:cNvSpPr txBox="1">
            <a:spLocks/>
          </p:cNvSpPr>
          <p:nvPr/>
        </p:nvSpPr>
        <p:spPr>
          <a:xfrm>
            <a:off x="11421233" y="6619875"/>
            <a:ext cx="746929" cy="2381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1pPr>
            <a:lvl2pPr marL="742950" indent="-28575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2pPr>
            <a:lvl3pPr marL="1143000" indent="-22860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3pPr>
            <a:lvl4pPr marL="1600200" indent="-22860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4pPr>
            <a:lvl5pPr marL="2057400" indent="-22860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5pPr>
            <a:lvl6pPr marL="25146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6pPr>
            <a:lvl7pPr marL="29718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7pPr>
            <a:lvl8pPr marL="34290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8pPr>
            <a:lvl9pPr marL="38862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9pPr>
          </a:lstStyle>
          <a:p>
            <a:pPr algn="r" eaLnBrk="1" hangingPunct="1"/>
            <a:fld id="{A6099D49-99EB-46B5-BBE2-692892430483}" type="slidenum">
              <a:rPr lang="en-US" altLang="fr-FR" sz="1200" smtClean="0">
                <a:solidFill>
                  <a:srgbClr val="000000"/>
                </a:solidFill>
              </a:rPr>
              <a:pPr algn="r" eaLnBrk="1" hangingPunct="1"/>
              <a:t>20</a:t>
            </a:fld>
            <a:endParaRPr lang="en-US" altLang="fr-FR" sz="1200" dirty="0">
              <a:solidFill>
                <a:srgbClr val="000000"/>
              </a:solidFill>
            </a:endParaRPr>
          </a:p>
        </p:txBody>
      </p:sp>
      <p:sp>
        <p:nvSpPr>
          <p:cNvPr id="4" name="Titre 3"/>
          <p:cNvSpPr>
            <a:spLocks noGrp="1"/>
          </p:cNvSpPr>
          <p:nvPr>
            <p:ph type="title"/>
          </p:nvPr>
        </p:nvSpPr>
        <p:spPr>
          <a:xfrm>
            <a:off x="394138" y="0"/>
            <a:ext cx="11027095" cy="685800"/>
          </a:xfrm>
        </p:spPr>
        <p:txBody>
          <a:bodyPr/>
          <a:lstStyle/>
          <a:p>
            <a:pPr>
              <a:lnSpc>
                <a:spcPct val="100000"/>
              </a:lnSpc>
            </a:pPr>
            <a:r>
              <a:rPr lang="fr-FR" sz="3200" spc="-100" dirty="0">
                <a:solidFill>
                  <a:srgbClr val="1F497D"/>
                </a:solidFill>
                <a:latin typeface="Cambria"/>
              </a:rPr>
              <a:t>Le management du switch</a:t>
            </a:r>
          </a:p>
        </p:txBody>
      </p:sp>
      <p:sp>
        <p:nvSpPr>
          <p:cNvPr id="5" name="Rectangle 4"/>
          <p:cNvSpPr/>
          <p:nvPr/>
        </p:nvSpPr>
        <p:spPr>
          <a:xfrm>
            <a:off x="132202" y="1013548"/>
            <a:ext cx="11289031" cy="5725389"/>
          </a:xfrm>
          <a:prstGeom prst="rect">
            <a:avLst/>
          </a:prstGeom>
          <a:noFill/>
          <a:ln w="38100">
            <a:gradFill>
              <a:gsLst>
                <a:gs pos="0">
                  <a:srgbClr val="000082"/>
                </a:gs>
                <a:gs pos="30000">
                  <a:srgbClr val="66008F"/>
                </a:gs>
                <a:gs pos="64999">
                  <a:srgbClr val="BA0066"/>
                </a:gs>
                <a:gs pos="89999">
                  <a:srgbClr val="FF0000"/>
                </a:gs>
                <a:gs pos="100000">
                  <a:srgbClr val="FF8200"/>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4" name="Rectangle à coins arrondis 1">
            <a:extLst>
              <a:ext uri="{FF2B5EF4-FFF2-40B4-BE49-F238E27FC236}">
                <a16:creationId xmlns:a16="http://schemas.microsoft.com/office/drawing/2014/main" id="{308AD588-9C53-4A9C-BFCF-5A0F8664F0BB}"/>
              </a:ext>
            </a:extLst>
          </p:cNvPr>
          <p:cNvSpPr/>
          <p:nvPr/>
        </p:nvSpPr>
        <p:spPr>
          <a:xfrm>
            <a:off x="500032" y="794254"/>
            <a:ext cx="10391375" cy="526726"/>
          </a:xfrm>
          <a:prstGeom prst="round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path path="circle">
              <a:fillToRect t="100000" r="100000"/>
            </a:path>
            <a:tileRect l="-100000" b="-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2800" spc="-100" dirty="0">
                <a:solidFill>
                  <a:srgbClr val="1F497D"/>
                </a:solidFill>
                <a:latin typeface="Cambria"/>
              </a:rPr>
              <a:t>L’adresse IP d’un switch</a:t>
            </a:r>
            <a:endParaRPr lang="fr-FR" altLang="fr-FR" sz="2800" spc="-100" dirty="0">
              <a:solidFill>
                <a:srgbClr val="1F497D"/>
              </a:solidFill>
              <a:latin typeface="Cambria"/>
            </a:endParaRPr>
          </a:p>
        </p:txBody>
      </p:sp>
      <p:cxnSp>
        <p:nvCxnSpPr>
          <p:cNvPr id="679" name="Connecteur droit 678">
            <a:extLst>
              <a:ext uri="{FF2B5EF4-FFF2-40B4-BE49-F238E27FC236}">
                <a16:creationId xmlns:a16="http://schemas.microsoft.com/office/drawing/2014/main" id="{AC6DD3EC-7BF1-4640-A4AD-0AB5D2D6334F}"/>
              </a:ext>
            </a:extLst>
          </p:cNvPr>
          <p:cNvCxnSpPr/>
          <p:nvPr/>
        </p:nvCxnSpPr>
        <p:spPr>
          <a:xfrm>
            <a:off x="641445" y="1132993"/>
            <a:ext cx="0" cy="5636994"/>
          </a:xfrm>
          <a:prstGeom prst="line">
            <a:avLst/>
          </a:prstGeom>
        </p:spPr>
        <p:style>
          <a:lnRef idx="1">
            <a:schemeClr val="accent1"/>
          </a:lnRef>
          <a:fillRef idx="0">
            <a:schemeClr val="accent1"/>
          </a:fillRef>
          <a:effectRef idx="0">
            <a:schemeClr val="accent1"/>
          </a:effectRef>
          <a:fontRef idx="minor">
            <a:schemeClr val="tx1"/>
          </a:fontRef>
        </p:style>
      </p:cxnSp>
      <p:sp>
        <p:nvSpPr>
          <p:cNvPr id="1087" name="Rectangle 3"/>
          <p:cNvSpPr txBox="1">
            <a:spLocks noChangeArrowheads="1"/>
          </p:cNvSpPr>
          <p:nvPr/>
        </p:nvSpPr>
        <p:spPr>
          <a:xfrm>
            <a:off x="641445" y="1324392"/>
            <a:ext cx="10481480" cy="4533900"/>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nSpc>
                <a:spcPct val="80000"/>
              </a:lnSpc>
            </a:pPr>
            <a:r>
              <a:rPr lang="fr-FR" b="1" dirty="0"/>
              <a:t>Impossible de configurer une adresse IP sur une interface physique :</a:t>
            </a:r>
          </a:p>
          <a:p>
            <a:pPr lvl="1">
              <a:lnSpc>
                <a:spcPct val="80000"/>
              </a:lnSpc>
            </a:pPr>
            <a:r>
              <a:rPr lang="fr-FR" dirty="0">
                <a:latin typeface="Courier New" pitchFamily="49" charset="0"/>
                <a:cs typeface="Courier New" pitchFamily="49" charset="0"/>
              </a:rPr>
              <a:t>configure terminal</a:t>
            </a:r>
          </a:p>
          <a:p>
            <a:pPr lvl="1">
              <a:lnSpc>
                <a:spcPct val="80000"/>
              </a:lnSpc>
            </a:pPr>
            <a:r>
              <a:rPr lang="fr-FR" dirty="0">
                <a:latin typeface="Courier New" pitchFamily="49" charset="0"/>
                <a:cs typeface="Courier New" pitchFamily="49" charset="0"/>
              </a:rPr>
              <a:t>interface </a:t>
            </a:r>
            <a:r>
              <a:rPr lang="fr-FR" b="1" dirty="0">
                <a:solidFill>
                  <a:srgbClr val="FF0000"/>
                </a:solidFill>
                <a:latin typeface="Courier New" pitchFamily="49" charset="0"/>
                <a:cs typeface="Courier New" pitchFamily="49" charset="0"/>
              </a:rPr>
              <a:t>Fa0/0</a:t>
            </a:r>
          </a:p>
          <a:p>
            <a:pPr lvl="1">
              <a:lnSpc>
                <a:spcPct val="80000"/>
              </a:lnSpc>
            </a:pPr>
            <a:r>
              <a:rPr lang="fr-FR" dirty="0" err="1">
                <a:latin typeface="Courier New" pitchFamily="49" charset="0"/>
                <a:cs typeface="Courier New" pitchFamily="49" charset="0"/>
              </a:rPr>
              <a:t>ip</a:t>
            </a:r>
            <a:r>
              <a:rPr lang="fr-FR" dirty="0">
                <a:latin typeface="Courier New" pitchFamily="49" charset="0"/>
                <a:cs typeface="Courier New" pitchFamily="49" charset="0"/>
              </a:rPr>
              <a:t> </a:t>
            </a:r>
            <a:r>
              <a:rPr lang="fr-FR" dirty="0" err="1">
                <a:latin typeface="Courier New" pitchFamily="49" charset="0"/>
                <a:cs typeface="Courier New" pitchFamily="49" charset="0"/>
              </a:rPr>
              <a:t>address</a:t>
            </a:r>
            <a:r>
              <a:rPr lang="fr-FR" dirty="0">
                <a:latin typeface="Courier New" pitchFamily="49" charset="0"/>
                <a:cs typeface="Courier New" pitchFamily="49" charset="0"/>
              </a:rPr>
              <a:t> 10.0.0.1 255.255.255.0</a:t>
            </a:r>
          </a:p>
          <a:p>
            <a:pPr lvl="1">
              <a:lnSpc>
                <a:spcPct val="80000"/>
              </a:lnSpc>
            </a:pPr>
            <a:r>
              <a:rPr lang="fr-FR" dirty="0">
                <a:solidFill>
                  <a:srgbClr val="FF0000"/>
                </a:solidFill>
                <a:latin typeface="Courier New" pitchFamily="49" charset="0"/>
                <a:cs typeface="Courier New" pitchFamily="49" charset="0"/>
              </a:rPr>
              <a:t>IP </a:t>
            </a:r>
            <a:r>
              <a:rPr lang="fr-FR" dirty="0" err="1">
                <a:solidFill>
                  <a:srgbClr val="FF0000"/>
                </a:solidFill>
                <a:latin typeface="Courier New" pitchFamily="49" charset="0"/>
                <a:cs typeface="Courier New" pitchFamily="49" charset="0"/>
              </a:rPr>
              <a:t>address</a:t>
            </a:r>
            <a:r>
              <a:rPr lang="fr-FR" dirty="0">
                <a:solidFill>
                  <a:srgbClr val="FF0000"/>
                </a:solidFill>
                <a:latin typeface="Courier New" pitchFamily="49" charset="0"/>
                <a:cs typeface="Courier New" pitchFamily="49" charset="0"/>
              </a:rPr>
              <a:t> not </a:t>
            </a:r>
            <a:r>
              <a:rPr lang="fr-FR" dirty="0" err="1">
                <a:solidFill>
                  <a:srgbClr val="FF0000"/>
                </a:solidFill>
                <a:latin typeface="Courier New" pitchFamily="49" charset="0"/>
                <a:cs typeface="Courier New" pitchFamily="49" charset="0"/>
              </a:rPr>
              <a:t>allowed</a:t>
            </a:r>
            <a:r>
              <a:rPr lang="fr-FR" dirty="0">
                <a:solidFill>
                  <a:srgbClr val="FF0000"/>
                </a:solidFill>
                <a:latin typeface="Courier New" pitchFamily="49" charset="0"/>
                <a:cs typeface="Courier New" pitchFamily="49" charset="0"/>
              </a:rPr>
              <a:t> on </a:t>
            </a:r>
            <a:r>
              <a:rPr lang="fr-FR" dirty="0">
                <a:solidFill>
                  <a:srgbClr val="0000FF"/>
                </a:solidFill>
                <a:latin typeface="Courier New" pitchFamily="49" charset="0"/>
                <a:cs typeface="Courier New" pitchFamily="49" charset="0"/>
              </a:rPr>
              <a:t>L2</a:t>
            </a:r>
            <a:r>
              <a:rPr lang="fr-FR" dirty="0">
                <a:solidFill>
                  <a:srgbClr val="FF0000"/>
                </a:solidFill>
                <a:latin typeface="Courier New" pitchFamily="49" charset="0"/>
                <a:cs typeface="Courier New" pitchFamily="49" charset="0"/>
              </a:rPr>
              <a:t> interface</a:t>
            </a:r>
          </a:p>
          <a:p>
            <a:pPr lvl="1">
              <a:lnSpc>
                <a:spcPct val="80000"/>
              </a:lnSpc>
            </a:pPr>
            <a:endParaRPr lang="fr-FR" dirty="0">
              <a:latin typeface="Courier New" pitchFamily="49" charset="0"/>
              <a:cs typeface="Courier New" pitchFamily="49" charset="0"/>
            </a:endParaRPr>
          </a:p>
          <a:p>
            <a:pPr>
              <a:lnSpc>
                <a:spcPct val="80000"/>
              </a:lnSpc>
            </a:pPr>
            <a:r>
              <a:rPr lang="fr-FR" b="1" dirty="0"/>
              <a:t>Solution : </a:t>
            </a:r>
          </a:p>
          <a:p>
            <a:pPr lvl="1">
              <a:lnSpc>
                <a:spcPct val="80000"/>
              </a:lnSpc>
            </a:pPr>
            <a:r>
              <a:rPr lang="fr-FR" dirty="0">
                <a:sym typeface="Wingdings" pitchFamily="2" charset="2"/>
              </a:rPr>
              <a:t> </a:t>
            </a:r>
            <a:r>
              <a:rPr lang="fr-FR" dirty="0"/>
              <a:t>configurer l’adresse IP sur l’interface VLAN 1 :</a:t>
            </a:r>
          </a:p>
          <a:p>
            <a:pPr lvl="1">
              <a:lnSpc>
                <a:spcPct val="80000"/>
              </a:lnSpc>
            </a:pPr>
            <a:r>
              <a:rPr lang="fr-FR" dirty="0">
                <a:latin typeface="Courier New" pitchFamily="49" charset="0"/>
                <a:cs typeface="Courier New" pitchFamily="49" charset="0"/>
              </a:rPr>
              <a:t>configure terminal</a:t>
            </a:r>
          </a:p>
          <a:p>
            <a:pPr lvl="1">
              <a:lnSpc>
                <a:spcPct val="80000"/>
              </a:lnSpc>
            </a:pPr>
            <a:r>
              <a:rPr lang="fr-FR" dirty="0">
                <a:latin typeface="Courier New" pitchFamily="49" charset="0"/>
                <a:cs typeface="Courier New" pitchFamily="49" charset="0"/>
              </a:rPr>
              <a:t>interface </a:t>
            </a:r>
            <a:r>
              <a:rPr lang="fr-FR" b="1" dirty="0">
                <a:solidFill>
                  <a:srgbClr val="33CC33"/>
                </a:solidFill>
                <a:latin typeface="Courier New" pitchFamily="49" charset="0"/>
                <a:cs typeface="Courier New" pitchFamily="49" charset="0"/>
              </a:rPr>
              <a:t>VLAN 1</a:t>
            </a:r>
          </a:p>
          <a:p>
            <a:pPr lvl="1">
              <a:lnSpc>
                <a:spcPct val="80000"/>
              </a:lnSpc>
            </a:pPr>
            <a:r>
              <a:rPr lang="fr-FR" dirty="0" err="1">
                <a:latin typeface="Courier New" pitchFamily="49" charset="0"/>
                <a:cs typeface="Courier New" pitchFamily="49" charset="0"/>
              </a:rPr>
              <a:t>ip</a:t>
            </a:r>
            <a:r>
              <a:rPr lang="fr-FR" dirty="0">
                <a:latin typeface="Courier New" pitchFamily="49" charset="0"/>
                <a:cs typeface="Courier New" pitchFamily="49" charset="0"/>
              </a:rPr>
              <a:t> </a:t>
            </a:r>
            <a:r>
              <a:rPr lang="fr-FR" dirty="0" err="1">
                <a:latin typeface="Courier New" pitchFamily="49" charset="0"/>
                <a:cs typeface="Courier New" pitchFamily="49" charset="0"/>
              </a:rPr>
              <a:t>address</a:t>
            </a:r>
            <a:r>
              <a:rPr lang="fr-FR" dirty="0">
                <a:latin typeface="Courier New" pitchFamily="49" charset="0"/>
                <a:cs typeface="Courier New" pitchFamily="49" charset="0"/>
              </a:rPr>
              <a:t> 10.0.0.1 255.255.255.0</a:t>
            </a:r>
            <a:endParaRPr lang="fr-FR" dirty="0"/>
          </a:p>
        </p:txBody>
      </p:sp>
    </p:spTree>
    <p:extLst>
      <p:ext uri="{BB962C8B-B14F-4D97-AF65-F5344CB8AC3E}">
        <p14:creationId xmlns:p14="http://schemas.microsoft.com/office/powerpoint/2010/main" val="4208797341"/>
      </p:ext>
    </p:extLst>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p:cNvSpPr>
            <a:spLocks noGrp="1"/>
          </p:cNvSpPr>
          <p:nvPr>
            <p:ph type="title" idx="4294967295"/>
          </p:nvPr>
        </p:nvSpPr>
        <p:spPr>
          <a:xfrm>
            <a:off x="452622" y="2417324"/>
            <a:ext cx="10454449" cy="750627"/>
          </a:xfrm>
          <a:prstGeom prst="rect">
            <a:avLst/>
          </a:prstGeom>
        </p:spPr>
        <p:txBody>
          <a:bodyPr>
            <a:noAutofit/>
          </a:bodyPr>
          <a:lstStyle/>
          <a:p>
            <a:pPr algn="ctr"/>
            <a:r>
              <a:rPr lang="fr-FR" sz="4600" spc="-100" dirty="0">
                <a:solidFill>
                  <a:srgbClr val="1F497D"/>
                </a:solidFill>
                <a:latin typeface="Cambria"/>
              </a:rPr>
              <a:t>Annexes </a:t>
            </a:r>
          </a:p>
        </p:txBody>
      </p:sp>
      <p:sp>
        <p:nvSpPr>
          <p:cNvPr id="12" name="Rectangle 11"/>
          <p:cNvSpPr/>
          <p:nvPr/>
        </p:nvSpPr>
        <p:spPr>
          <a:xfrm>
            <a:off x="150125" y="700976"/>
            <a:ext cx="11354938" cy="6157024"/>
          </a:xfrm>
          <a:prstGeom prst="rect">
            <a:avLst/>
          </a:prstGeom>
          <a:noFill/>
          <a:ln w="28575"/>
          <a:effectLst>
            <a:glow rad="635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5664357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3"/>
          <p:cNvSpPr txBox="1">
            <a:spLocks/>
          </p:cNvSpPr>
          <p:nvPr/>
        </p:nvSpPr>
        <p:spPr>
          <a:xfrm>
            <a:off x="11421233" y="6619875"/>
            <a:ext cx="746929" cy="2381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1pPr>
            <a:lvl2pPr marL="742950" indent="-28575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2pPr>
            <a:lvl3pPr marL="1143000" indent="-22860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3pPr>
            <a:lvl4pPr marL="1600200" indent="-22860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4pPr>
            <a:lvl5pPr marL="2057400" indent="-22860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5pPr>
            <a:lvl6pPr marL="25146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6pPr>
            <a:lvl7pPr marL="29718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7pPr>
            <a:lvl8pPr marL="34290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8pPr>
            <a:lvl9pPr marL="38862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9pPr>
          </a:lstStyle>
          <a:p>
            <a:pPr algn="r" eaLnBrk="1" hangingPunct="1"/>
            <a:fld id="{A6099D49-99EB-46B5-BBE2-692892430483}" type="slidenum">
              <a:rPr lang="en-US" altLang="fr-FR" sz="1200" smtClean="0">
                <a:solidFill>
                  <a:srgbClr val="000000"/>
                </a:solidFill>
              </a:rPr>
              <a:pPr algn="r" eaLnBrk="1" hangingPunct="1"/>
              <a:t>22</a:t>
            </a:fld>
            <a:endParaRPr lang="en-US" altLang="fr-FR" sz="1200" dirty="0">
              <a:solidFill>
                <a:srgbClr val="000000"/>
              </a:solidFill>
            </a:endParaRPr>
          </a:p>
        </p:txBody>
      </p:sp>
      <p:sp>
        <p:nvSpPr>
          <p:cNvPr id="4" name="Titre 3"/>
          <p:cNvSpPr>
            <a:spLocks noGrp="1"/>
          </p:cNvSpPr>
          <p:nvPr>
            <p:ph type="title"/>
          </p:nvPr>
        </p:nvSpPr>
        <p:spPr>
          <a:xfrm>
            <a:off x="282202" y="2333767"/>
            <a:ext cx="11027095" cy="685800"/>
          </a:xfrm>
        </p:spPr>
        <p:txBody>
          <a:bodyPr/>
          <a:lstStyle/>
          <a:p>
            <a:pPr>
              <a:lnSpc>
                <a:spcPct val="100000"/>
              </a:lnSpc>
            </a:pPr>
            <a:r>
              <a:rPr lang="en-US" altLang="fr-FR" sz="3200" spc="-100" dirty="0">
                <a:solidFill>
                  <a:srgbClr val="1F497D"/>
                </a:solidFill>
                <a:latin typeface="Cambria"/>
              </a:rPr>
              <a:t>Modes de configuration des </a:t>
            </a:r>
            <a:r>
              <a:rPr lang="en-US" altLang="fr-FR" sz="3200" spc="-100" dirty="0" err="1">
                <a:solidFill>
                  <a:srgbClr val="1F497D"/>
                </a:solidFill>
                <a:latin typeface="Cambria"/>
              </a:rPr>
              <a:t>Vlans</a:t>
            </a:r>
            <a:endParaRPr lang="fr-FR" sz="3200" spc="-100" dirty="0">
              <a:solidFill>
                <a:srgbClr val="1F497D"/>
              </a:solidFill>
              <a:latin typeface="Cambria"/>
            </a:endParaRPr>
          </a:p>
        </p:txBody>
      </p:sp>
    </p:spTree>
    <p:extLst>
      <p:ext uri="{BB962C8B-B14F-4D97-AF65-F5344CB8AC3E}">
        <p14:creationId xmlns:p14="http://schemas.microsoft.com/office/powerpoint/2010/main" val="1701577797"/>
      </p:ext>
    </p:extLst>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3"/>
          <p:cNvSpPr txBox="1">
            <a:spLocks/>
          </p:cNvSpPr>
          <p:nvPr/>
        </p:nvSpPr>
        <p:spPr>
          <a:xfrm>
            <a:off x="11421233" y="6619875"/>
            <a:ext cx="746929" cy="2381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1pPr>
            <a:lvl2pPr marL="742950" indent="-28575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2pPr>
            <a:lvl3pPr marL="1143000" indent="-22860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3pPr>
            <a:lvl4pPr marL="1600200" indent="-22860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4pPr>
            <a:lvl5pPr marL="2057400" indent="-22860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5pPr>
            <a:lvl6pPr marL="25146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6pPr>
            <a:lvl7pPr marL="29718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7pPr>
            <a:lvl8pPr marL="34290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8pPr>
            <a:lvl9pPr marL="38862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9pPr>
          </a:lstStyle>
          <a:p>
            <a:pPr algn="r" eaLnBrk="1" hangingPunct="1"/>
            <a:fld id="{A6099D49-99EB-46B5-BBE2-692892430483}" type="slidenum">
              <a:rPr lang="en-US" altLang="fr-FR" sz="1200" smtClean="0">
                <a:solidFill>
                  <a:srgbClr val="000000"/>
                </a:solidFill>
              </a:rPr>
              <a:pPr algn="r" eaLnBrk="1" hangingPunct="1"/>
              <a:t>23</a:t>
            </a:fld>
            <a:endParaRPr lang="en-US" altLang="fr-FR" sz="1200" dirty="0">
              <a:solidFill>
                <a:srgbClr val="000000"/>
              </a:solidFill>
            </a:endParaRPr>
          </a:p>
        </p:txBody>
      </p:sp>
      <p:sp>
        <p:nvSpPr>
          <p:cNvPr id="4" name="Titre 3"/>
          <p:cNvSpPr>
            <a:spLocks noGrp="1"/>
          </p:cNvSpPr>
          <p:nvPr>
            <p:ph type="title"/>
          </p:nvPr>
        </p:nvSpPr>
        <p:spPr>
          <a:xfrm>
            <a:off x="394138" y="0"/>
            <a:ext cx="11027095" cy="685800"/>
          </a:xfrm>
        </p:spPr>
        <p:txBody>
          <a:bodyPr/>
          <a:lstStyle/>
          <a:p>
            <a:pPr>
              <a:lnSpc>
                <a:spcPct val="100000"/>
              </a:lnSpc>
            </a:pPr>
            <a:r>
              <a:rPr lang="en-US" altLang="fr-FR" sz="3200" spc="-100" dirty="0">
                <a:solidFill>
                  <a:srgbClr val="1F497D"/>
                </a:solidFill>
                <a:latin typeface="Cambria"/>
              </a:rPr>
              <a:t>Modes de configuration des </a:t>
            </a:r>
            <a:r>
              <a:rPr lang="en-US" altLang="fr-FR" sz="3200" spc="-100" dirty="0" err="1">
                <a:solidFill>
                  <a:srgbClr val="1F497D"/>
                </a:solidFill>
                <a:latin typeface="Cambria"/>
              </a:rPr>
              <a:t>Vlans</a:t>
            </a:r>
            <a:endParaRPr lang="fr-FR" sz="3200" spc="-100" dirty="0">
              <a:solidFill>
                <a:srgbClr val="1F497D"/>
              </a:solidFill>
              <a:latin typeface="Cambria"/>
            </a:endParaRPr>
          </a:p>
        </p:txBody>
      </p:sp>
      <p:sp>
        <p:nvSpPr>
          <p:cNvPr id="5" name="Rectangle 4"/>
          <p:cNvSpPr/>
          <p:nvPr/>
        </p:nvSpPr>
        <p:spPr>
          <a:xfrm>
            <a:off x="132202" y="1013548"/>
            <a:ext cx="11289031" cy="1834573"/>
          </a:xfrm>
          <a:prstGeom prst="rect">
            <a:avLst/>
          </a:prstGeom>
          <a:noFill/>
          <a:ln w="38100">
            <a:gradFill>
              <a:gsLst>
                <a:gs pos="0">
                  <a:srgbClr val="000082"/>
                </a:gs>
                <a:gs pos="30000">
                  <a:srgbClr val="66008F"/>
                </a:gs>
                <a:gs pos="64999">
                  <a:srgbClr val="BA0066"/>
                </a:gs>
                <a:gs pos="89999">
                  <a:srgbClr val="FF0000"/>
                </a:gs>
                <a:gs pos="100000">
                  <a:srgbClr val="FF8200"/>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4" name="Rectangle à coins arrondis 1">
            <a:extLst>
              <a:ext uri="{FF2B5EF4-FFF2-40B4-BE49-F238E27FC236}">
                <a16:creationId xmlns:a16="http://schemas.microsoft.com/office/drawing/2014/main" id="{308AD588-9C53-4A9C-BFCF-5A0F8664F0BB}"/>
              </a:ext>
            </a:extLst>
          </p:cNvPr>
          <p:cNvSpPr/>
          <p:nvPr/>
        </p:nvSpPr>
        <p:spPr>
          <a:xfrm>
            <a:off x="500032" y="794254"/>
            <a:ext cx="10391375" cy="526726"/>
          </a:xfrm>
          <a:prstGeom prst="round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path path="circle">
              <a:fillToRect t="100000" r="100000"/>
            </a:path>
            <a:tileRect l="-100000" b="-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fr-FR" sz="2800" spc="-100" dirty="0">
                <a:solidFill>
                  <a:srgbClr val="1F497D"/>
                </a:solidFill>
                <a:latin typeface="Cambria"/>
              </a:rPr>
              <a:t>Le mode ‘Global’</a:t>
            </a:r>
          </a:p>
        </p:txBody>
      </p:sp>
      <p:sp>
        <p:nvSpPr>
          <p:cNvPr id="28" name="Rectangle 5">
            <a:extLst>
              <a:ext uri="{FF2B5EF4-FFF2-40B4-BE49-F238E27FC236}">
                <a16:creationId xmlns:a16="http://schemas.microsoft.com/office/drawing/2014/main" id="{83090A93-18CE-4CDD-91C7-78BCC26DF425}"/>
              </a:ext>
            </a:extLst>
          </p:cNvPr>
          <p:cNvSpPr>
            <a:spLocks noChangeArrowheads="1"/>
          </p:cNvSpPr>
          <p:nvPr/>
        </p:nvSpPr>
        <p:spPr bwMode="auto">
          <a:xfrm>
            <a:off x="754746" y="1391199"/>
            <a:ext cx="3912789" cy="1246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square" anchor="ctr">
            <a:spAutoFit/>
          </a:bodyPr>
          <a:lstStyle>
            <a:lvl1pPr>
              <a:defRPr sz="3000" b="1">
                <a:solidFill>
                  <a:schemeClr val="tx1"/>
                </a:solidFill>
                <a:latin typeface="Arial" panose="020B0604020202020204" pitchFamily="34" charset="0"/>
              </a:defRPr>
            </a:lvl1pPr>
            <a:lvl2pPr marL="742950" indent="-285750">
              <a:defRPr sz="3000" b="1">
                <a:solidFill>
                  <a:schemeClr val="tx1"/>
                </a:solidFill>
                <a:latin typeface="Arial" panose="020B0604020202020204" pitchFamily="34" charset="0"/>
              </a:defRPr>
            </a:lvl2pPr>
            <a:lvl3pPr marL="1143000" indent="-228600">
              <a:defRPr sz="3000" b="1">
                <a:solidFill>
                  <a:schemeClr val="tx1"/>
                </a:solidFill>
                <a:latin typeface="Arial" panose="020B0604020202020204" pitchFamily="34" charset="0"/>
              </a:defRPr>
            </a:lvl3pPr>
            <a:lvl4pPr marL="1600200" indent="-228600">
              <a:defRPr sz="3000" b="1">
                <a:solidFill>
                  <a:schemeClr val="tx1"/>
                </a:solidFill>
                <a:latin typeface="Arial" panose="020B0604020202020204" pitchFamily="34" charset="0"/>
              </a:defRPr>
            </a:lvl4pPr>
            <a:lvl5pPr marL="2057400" indent="-228600">
              <a:defRPr sz="3000" b="1">
                <a:solidFill>
                  <a:schemeClr val="tx1"/>
                </a:solidFill>
                <a:latin typeface="Arial" panose="020B0604020202020204" pitchFamily="34" charset="0"/>
              </a:defRPr>
            </a:lvl5pPr>
            <a:lvl6pPr marL="2514600" indent="-228600" eaLnBrk="0" fontAlgn="base" hangingPunct="0">
              <a:lnSpc>
                <a:spcPct val="90000"/>
              </a:lnSpc>
              <a:spcBef>
                <a:spcPct val="0"/>
              </a:spcBef>
              <a:spcAft>
                <a:spcPct val="0"/>
              </a:spcAft>
              <a:defRPr sz="3000" b="1">
                <a:solidFill>
                  <a:schemeClr val="tx1"/>
                </a:solidFill>
                <a:latin typeface="Arial" panose="020B0604020202020204" pitchFamily="34" charset="0"/>
              </a:defRPr>
            </a:lvl6pPr>
            <a:lvl7pPr marL="2971800" indent="-228600" eaLnBrk="0" fontAlgn="base" hangingPunct="0">
              <a:lnSpc>
                <a:spcPct val="90000"/>
              </a:lnSpc>
              <a:spcBef>
                <a:spcPct val="0"/>
              </a:spcBef>
              <a:spcAft>
                <a:spcPct val="0"/>
              </a:spcAft>
              <a:defRPr sz="3000" b="1">
                <a:solidFill>
                  <a:schemeClr val="tx1"/>
                </a:solidFill>
                <a:latin typeface="Arial" panose="020B0604020202020204" pitchFamily="34" charset="0"/>
              </a:defRPr>
            </a:lvl7pPr>
            <a:lvl8pPr marL="3429000" indent="-228600" eaLnBrk="0" fontAlgn="base" hangingPunct="0">
              <a:lnSpc>
                <a:spcPct val="90000"/>
              </a:lnSpc>
              <a:spcBef>
                <a:spcPct val="0"/>
              </a:spcBef>
              <a:spcAft>
                <a:spcPct val="0"/>
              </a:spcAft>
              <a:defRPr sz="3000" b="1">
                <a:solidFill>
                  <a:schemeClr val="tx1"/>
                </a:solidFill>
                <a:latin typeface="Arial" panose="020B0604020202020204" pitchFamily="34" charset="0"/>
              </a:defRPr>
            </a:lvl8pPr>
            <a:lvl9pPr marL="3886200" indent="-228600" eaLnBrk="0" fontAlgn="base" hangingPunct="0">
              <a:lnSpc>
                <a:spcPct val="90000"/>
              </a:lnSpc>
              <a:spcBef>
                <a:spcPct val="0"/>
              </a:spcBef>
              <a:spcAft>
                <a:spcPct val="0"/>
              </a:spcAft>
              <a:defRPr sz="3000" b="1">
                <a:solidFill>
                  <a:schemeClr val="tx1"/>
                </a:solidFill>
                <a:latin typeface="Arial" panose="020B0604020202020204" pitchFamily="34" charset="0"/>
              </a:defRPr>
            </a:lvl9pPr>
          </a:lstStyle>
          <a:p>
            <a:pPr>
              <a:lnSpc>
                <a:spcPct val="100000"/>
              </a:lnSpc>
            </a:pPr>
            <a:r>
              <a:rPr lang="en-US" altLang="fr-FR" sz="1500">
                <a:latin typeface="Courier New" panose="02070309020205020404" pitchFamily="49" charset="0"/>
                <a:cs typeface="Times New Roman" panose="02020603050405020304" pitchFamily="18" charset="0"/>
              </a:rPr>
              <a:t>Switch# </a:t>
            </a:r>
            <a:r>
              <a:rPr lang="en-US" altLang="fr-FR" sz="1500">
                <a:solidFill>
                  <a:schemeClr val="accent2"/>
                </a:solidFill>
                <a:latin typeface="Courier New" panose="02070309020205020404" pitchFamily="49" charset="0"/>
                <a:cs typeface="Times New Roman" panose="02020603050405020304" pitchFamily="18" charset="0"/>
              </a:rPr>
              <a:t>configure terminal</a:t>
            </a:r>
            <a:r>
              <a:rPr lang="en-US" altLang="fr-FR" sz="1500">
                <a:latin typeface="Courier New" panose="02070309020205020404" pitchFamily="49" charset="0"/>
                <a:cs typeface="Times New Roman" panose="02020603050405020304" pitchFamily="18" charset="0"/>
              </a:rPr>
              <a:t> </a:t>
            </a:r>
          </a:p>
          <a:p>
            <a:pPr>
              <a:lnSpc>
                <a:spcPct val="100000"/>
              </a:lnSpc>
            </a:pPr>
            <a:r>
              <a:rPr lang="en-US" altLang="fr-FR" sz="1500">
                <a:latin typeface="Courier New" panose="02070309020205020404" pitchFamily="49" charset="0"/>
                <a:cs typeface="Times New Roman" panose="02020603050405020304" pitchFamily="18" charset="0"/>
              </a:rPr>
              <a:t>Switch(config)# </a:t>
            </a:r>
            <a:r>
              <a:rPr lang="en-US" altLang="fr-FR" sz="1500">
                <a:solidFill>
                  <a:schemeClr val="accent2"/>
                </a:solidFill>
                <a:latin typeface="Courier New" panose="02070309020205020404" pitchFamily="49" charset="0"/>
                <a:cs typeface="Times New Roman" panose="02020603050405020304" pitchFamily="18" charset="0"/>
              </a:rPr>
              <a:t>vlan 3</a:t>
            </a:r>
            <a:r>
              <a:rPr lang="en-US" altLang="fr-FR" sz="1500">
                <a:latin typeface="Courier New" panose="02070309020205020404" pitchFamily="49" charset="0"/>
                <a:cs typeface="Times New Roman" panose="02020603050405020304" pitchFamily="18" charset="0"/>
              </a:rPr>
              <a:t> </a:t>
            </a:r>
          </a:p>
          <a:p>
            <a:pPr>
              <a:lnSpc>
                <a:spcPct val="100000"/>
              </a:lnSpc>
            </a:pPr>
            <a:r>
              <a:rPr lang="en-US" altLang="fr-FR" sz="1500">
                <a:latin typeface="Courier New" panose="02070309020205020404" pitchFamily="49" charset="0"/>
                <a:cs typeface="Times New Roman" panose="02020603050405020304" pitchFamily="18" charset="0"/>
              </a:rPr>
              <a:t>Switch(config-vlan)# </a:t>
            </a:r>
            <a:r>
              <a:rPr lang="en-US" altLang="fr-FR" sz="1500">
                <a:solidFill>
                  <a:schemeClr val="accent2"/>
                </a:solidFill>
                <a:latin typeface="Courier New" panose="02070309020205020404" pitchFamily="49" charset="0"/>
                <a:cs typeface="Times New Roman" panose="02020603050405020304" pitchFamily="18" charset="0"/>
              </a:rPr>
              <a:t>name Vlan3</a:t>
            </a:r>
          </a:p>
          <a:p>
            <a:pPr>
              <a:lnSpc>
                <a:spcPct val="100000"/>
              </a:lnSpc>
            </a:pPr>
            <a:r>
              <a:rPr lang="en-US" altLang="fr-FR" sz="1500">
                <a:latin typeface="Courier New" panose="02070309020205020404" pitchFamily="49" charset="0"/>
                <a:cs typeface="Times New Roman" panose="02020603050405020304" pitchFamily="18" charset="0"/>
              </a:rPr>
              <a:t>Switch(config-vlan)# </a:t>
            </a:r>
            <a:r>
              <a:rPr lang="en-US" altLang="fr-FR" sz="1500">
                <a:solidFill>
                  <a:schemeClr val="accent2"/>
                </a:solidFill>
                <a:latin typeface="Courier New" panose="02070309020205020404" pitchFamily="49" charset="0"/>
                <a:cs typeface="Times New Roman" panose="02020603050405020304" pitchFamily="18" charset="0"/>
              </a:rPr>
              <a:t>exit</a:t>
            </a:r>
            <a:r>
              <a:rPr lang="en-US" altLang="fr-FR" sz="1500">
                <a:latin typeface="Courier New" panose="02070309020205020404" pitchFamily="49" charset="0"/>
                <a:cs typeface="Times New Roman" panose="02020603050405020304" pitchFamily="18" charset="0"/>
              </a:rPr>
              <a:t> </a:t>
            </a:r>
          </a:p>
          <a:p>
            <a:pPr>
              <a:lnSpc>
                <a:spcPct val="100000"/>
              </a:lnSpc>
            </a:pPr>
            <a:r>
              <a:rPr lang="en-US" altLang="fr-FR" sz="1500">
                <a:latin typeface="Courier New" panose="02070309020205020404" pitchFamily="49" charset="0"/>
                <a:cs typeface="Times New Roman" panose="02020603050405020304" pitchFamily="18" charset="0"/>
              </a:rPr>
              <a:t>Switch(config)# </a:t>
            </a:r>
            <a:r>
              <a:rPr lang="en-US" altLang="fr-FR" sz="1500">
                <a:solidFill>
                  <a:schemeClr val="accent2"/>
                </a:solidFill>
                <a:latin typeface="Courier New" panose="02070309020205020404" pitchFamily="49" charset="0"/>
                <a:cs typeface="Times New Roman" panose="02020603050405020304" pitchFamily="18" charset="0"/>
              </a:rPr>
              <a:t>end</a:t>
            </a:r>
          </a:p>
        </p:txBody>
      </p:sp>
      <p:sp>
        <p:nvSpPr>
          <p:cNvPr id="33" name="Rectangle 5">
            <a:extLst>
              <a:ext uri="{FF2B5EF4-FFF2-40B4-BE49-F238E27FC236}">
                <a16:creationId xmlns:a16="http://schemas.microsoft.com/office/drawing/2014/main" id="{47D91A50-1A04-4EA8-A5CF-8D8DBE34466C}"/>
              </a:ext>
            </a:extLst>
          </p:cNvPr>
          <p:cNvSpPr>
            <a:spLocks noChangeArrowheads="1"/>
          </p:cNvSpPr>
          <p:nvPr/>
        </p:nvSpPr>
        <p:spPr bwMode="auto">
          <a:xfrm>
            <a:off x="791259" y="3855244"/>
            <a:ext cx="2698750" cy="192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nchor="ctr">
            <a:spAutoFit/>
          </a:bodyPr>
          <a:lstStyle>
            <a:lvl1pPr>
              <a:defRPr sz="3000" b="1">
                <a:solidFill>
                  <a:schemeClr val="tx1"/>
                </a:solidFill>
                <a:latin typeface="Arial" panose="020B0604020202020204" pitchFamily="34" charset="0"/>
              </a:defRPr>
            </a:lvl1pPr>
            <a:lvl2pPr marL="742950" indent="-285750">
              <a:defRPr sz="3000" b="1">
                <a:solidFill>
                  <a:schemeClr val="tx1"/>
                </a:solidFill>
                <a:latin typeface="Arial" panose="020B0604020202020204" pitchFamily="34" charset="0"/>
              </a:defRPr>
            </a:lvl2pPr>
            <a:lvl3pPr marL="1143000" indent="-228600">
              <a:defRPr sz="3000" b="1">
                <a:solidFill>
                  <a:schemeClr val="tx1"/>
                </a:solidFill>
                <a:latin typeface="Arial" panose="020B0604020202020204" pitchFamily="34" charset="0"/>
              </a:defRPr>
            </a:lvl3pPr>
            <a:lvl4pPr marL="1600200" indent="-228600">
              <a:defRPr sz="3000" b="1">
                <a:solidFill>
                  <a:schemeClr val="tx1"/>
                </a:solidFill>
                <a:latin typeface="Arial" panose="020B0604020202020204" pitchFamily="34" charset="0"/>
              </a:defRPr>
            </a:lvl4pPr>
            <a:lvl5pPr marL="2057400" indent="-228600">
              <a:defRPr sz="3000" b="1">
                <a:solidFill>
                  <a:schemeClr val="tx1"/>
                </a:solidFill>
                <a:latin typeface="Arial" panose="020B0604020202020204" pitchFamily="34" charset="0"/>
              </a:defRPr>
            </a:lvl5pPr>
            <a:lvl6pPr marL="2514600" indent="-228600" eaLnBrk="0" fontAlgn="base" hangingPunct="0">
              <a:lnSpc>
                <a:spcPct val="90000"/>
              </a:lnSpc>
              <a:spcBef>
                <a:spcPct val="0"/>
              </a:spcBef>
              <a:spcAft>
                <a:spcPct val="0"/>
              </a:spcAft>
              <a:defRPr sz="3000" b="1">
                <a:solidFill>
                  <a:schemeClr val="tx1"/>
                </a:solidFill>
                <a:latin typeface="Arial" panose="020B0604020202020204" pitchFamily="34" charset="0"/>
              </a:defRPr>
            </a:lvl6pPr>
            <a:lvl7pPr marL="2971800" indent="-228600" eaLnBrk="0" fontAlgn="base" hangingPunct="0">
              <a:lnSpc>
                <a:spcPct val="90000"/>
              </a:lnSpc>
              <a:spcBef>
                <a:spcPct val="0"/>
              </a:spcBef>
              <a:spcAft>
                <a:spcPct val="0"/>
              </a:spcAft>
              <a:defRPr sz="3000" b="1">
                <a:solidFill>
                  <a:schemeClr val="tx1"/>
                </a:solidFill>
                <a:latin typeface="Arial" panose="020B0604020202020204" pitchFamily="34" charset="0"/>
              </a:defRPr>
            </a:lvl7pPr>
            <a:lvl8pPr marL="3429000" indent="-228600" eaLnBrk="0" fontAlgn="base" hangingPunct="0">
              <a:lnSpc>
                <a:spcPct val="90000"/>
              </a:lnSpc>
              <a:spcBef>
                <a:spcPct val="0"/>
              </a:spcBef>
              <a:spcAft>
                <a:spcPct val="0"/>
              </a:spcAft>
              <a:defRPr sz="3000" b="1">
                <a:solidFill>
                  <a:schemeClr val="tx1"/>
                </a:solidFill>
                <a:latin typeface="Arial" panose="020B0604020202020204" pitchFamily="34" charset="0"/>
              </a:defRPr>
            </a:lvl8pPr>
            <a:lvl9pPr marL="3886200" indent="-228600" eaLnBrk="0" fontAlgn="base" hangingPunct="0">
              <a:lnSpc>
                <a:spcPct val="90000"/>
              </a:lnSpc>
              <a:spcBef>
                <a:spcPct val="0"/>
              </a:spcBef>
              <a:spcAft>
                <a:spcPct val="0"/>
              </a:spcAft>
              <a:defRPr sz="3000" b="1">
                <a:solidFill>
                  <a:schemeClr val="tx1"/>
                </a:solidFill>
                <a:latin typeface="Arial" panose="020B0604020202020204" pitchFamily="34" charset="0"/>
              </a:defRPr>
            </a:lvl9pPr>
          </a:lstStyle>
          <a:p>
            <a:pPr>
              <a:lnSpc>
                <a:spcPct val="100000"/>
              </a:lnSpc>
            </a:pPr>
            <a:r>
              <a:rPr lang="en-US" altLang="fr-FR" sz="1500">
                <a:latin typeface="Courier New" panose="02070309020205020404" pitchFamily="49" charset="0"/>
                <a:cs typeface="Times New Roman" panose="02020603050405020304" pitchFamily="18" charset="0"/>
              </a:rPr>
              <a:t>Switch# </a:t>
            </a:r>
            <a:r>
              <a:rPr lang="en-US" altLang="fr-FR" sz="1500">
                <a:solidFill>
                  <a:schemeClr val="accent2"/>
                </a:solidFill>
                <a:latin typeface="Courier New" panose="02070309020205020404" pitchFamily="49" charset="0"/>
                <a:cs typeface="Times New Roman" panose="02020603050405020304" pitchFamily="18" charset="0"/>
              </a:rPr>
              <a:t>vlan database</a:t>
            </a:r>
            <a:r>
              <a:rPr lang="en-US" altLang="fr-FR" sz="1500">
                <a:latin typeface="Courier New" panose="02070309020205020404" pitchFamily="49" charset="0"/>
                <a:cs typeface="Times New Roman" panose="02020603050405020304" pitchFamily="18" charset="0"/>
              </a:rPr>
              <a:t> </a:t>
            </a:r>
          </a:p>
          <a:p>
            <a:pPr>
              <a:lnSpc>
                <a:spcPct val="100000"/>
              </a:lnSpc>
            </a:pPr>
            <a:r>
              <a:rPr lang="en-US" altLang="fr-FR" sz="1500">
                <a:latin typeface="Courier New" panose="02070309020205020404" pitchFamily="49" charset="0"/>
                <a:cs typeface="Times New Roman" panose="02020603050405020304" pitchFamily="18" charset="0"/>
              </a:rPr>
              <a:t>Switch(vlan)# </a:t>
            </a:r>
            <a:r>
              <a:rPr lang="en-US" altLang="fr-FR" sz="1500">
                <a:solidFill>
                  <a:schemeClr val="accent2"/>
                </a:solidFill>
                <a:latin typeface="Courier New" panose="02070309020205020404" pitchFamily="49" charset="0"/>
                <a:cs typeface="Times New Roman" panose="02020603050405020304" pitchFamily="18" charset="0"/>
              </a:rPr>
              <a:t>vlan 3</a:t>
            </a:r>
            <a:r>
              <a:rPr lang="en-US" altLang="fr-FR" sz="1500">
                <a:latin typeface="Courier New" panose="02070309020205020404" pitchFamily="49" charset="0"/>
                <a:cs typeface="Times New Roman" panose="02020603050405020304" pitchFamily="18" charset="0"/>
              </a:rPr>
              <a:t> </a:t>
            </a:r>
          </a:p>
          <a:p>
            <a:pPr>
              <a:lnSpc>
                <a:spcPct val="100000"/>
              </a:lnSpc>
            </a:pPr>
            <a:endParaRPr lang="en-US" altLang="fr-FR" sz="1500">
              <a:latin typeface="Courier New" panose="02070309020205020404" pitchFamily="49" charset="0"/>
              <a:cs typeface="Times New Roman" panose="02020603050405020304" pitchFamily="18" charset="0"/>
            </a:endParaRPr>
          </a:p>
          <a:p>
            <a:pPr>
              <a:lnSpc>
                <a:spcPct val="100000"/>
              </a:lnSpc>
            </a:pPr>
            <a:r>
              <a:rPr lang="en-US" altLang="fr-FR" sz="1500">
                <a:latin typeface="Courier New" panose="02070309020205020404" pitchFamily="49" charset="0"/>
                <a:cs typeface="Times New Roman" panose="02020603050405020304" pitchFamily="18" charset="0"/>
              </a:rPr>
              <a:t>VLAN 3 added:</a:t>
            </a:r>
          </a:p>
          <a:p>
            <a:pPr>
              <a:lnSpc>
                <a:spcPct val="100000"/>
              </a:lnSpc>
            </a:pPr>
            <a:r>
              <a:rPr lang="en-US" altLang="fr-FR" sz="1500">
                <a:latin typeface="Courier New" panose="02070309020205020404" pitchFamily="49" charset="0"/>
                <a:cs typeface="Times New Roman" panose="02020603050405020304" pitchFamily="18" charset="0"/>
              </a:rPr>
              <a:t>    Name: VLAN0003</a:t>
            </a:r>
          </a:p>
          <a:p>
            <a:pPr>
              <a:lnSpc>
                <a:spcPct val="100000"/>
              </a:lnSpc>
            </a:pPr>
            <a:r>
              <a:rPr lang="en-US" altLang="fr-FR" sz="1500">
                <a:latin typeface="Courier New" panose="02070309020205020404" pitchFamily="49" charset="0"/>
                <a:cs typeface="Times New Roman" panose="02020603050405020304" pitchFamily="18" charset="0"/>
              </a:rPr>
              <a:t>Switch(vlan)# </a:t>
            </a:r>
            <a:r>
              <a:rPr lang="en-US" altLang="fr-FR" sz="1500">
                <a:solidFill>
                  <a:schemeClr val="accent2"/>
                </a:solidFill>
                <a:latin typeface="Courier New" panose="02070309020205020404" pitchFamily="49" charset="0"/>
                <a:cs typeface="Times New Roman" panose="02020603050405020304" pitchFamily="18" charset="0"/>
              </a:rPr>
              <a:t>exit</a:t>
            </a:r>
            <a:r>
              <a:rPr lang="en-US" altLang="fr-FR" sz="1500">
                <a:latin typeface="Courier New" panose="02070309020205020404" pitchFamily="49" charset="0"/>
                <a:cs typeface="Times New Roman" panose="02020603050405020304" pitchFamily="18" charset="0"/>
              </a:rPr>
              <a:t> </a:t>
            </a:r>
          </a:p>
          <a:p>
            <a:pPr>
              <a:lnSpc>
                <a:spcPct val="100000"/>
              </a:lnSpc>
            </a:pPr>
            <a:r>
              <a:rPr lang="en-US" altLang="fr-FR" sz="1500">
                <a:latin typeface="Courier New" panose="02070309020205020404" pitchFamily="49" charset="0"/>
                <a:cs typeface="Times New Roman" panose="02020603050405020304" pitchFamily="18" charset="0"/>
              </a:rPr>
              <a:t>APPLY completed.</a:t>
            </a:r>
          </a:p>
          <a:p>
            <a:pPr>
              <a:lnSpc>
                <a:spcPct val="100000"/>
              </a:lnSpc>
            </a:pPr>
            <a:r>
              <a:rPr lang="en-US" altLang="fr-FR" sz="1500">
                <a:latin typeface="Courier New" panose="02070309020205020404" pitchFamily="49" charset="0"/>
                <a:cs typeface="Times New Roman" panose="02020603050405020304" pitchFamily="18" charset="0"/>
              </a:rPr>
              <a:t>Exiting....</a:t>
            </a:r>
          </a:p>
        </p:txBody>
      </p:sp>
      <p:sp>
        <p:nvSpPr>
          <p:cNvPr id="50" name="Rectangle 49">
            <a:extLst>
              <a:ext uri="{FF2B5EF4-FFF2-40B4-BE49-F238E27FC236}">
                <a16:creationId xmlns:a16="http://schemas.microsoft.com/office/drawing/2014/main" id="{F9E02883-4BC6-42C4-AB33-932AC2034F41}"/>
              </a:ext>
            </a:extLst>
          </p:cNvPr>
          <p:cNvSpPr/>
          <p:nvPr/>
        </p:nvSpPr>
        <p:spPr>
          <a:xfrm>
            <a:off x="151874" y="3304472"/>
            <a:ext cx="11289031" cy="2973498"/>
          </a:xfrm>
          <a:prstGeom prst="rect">
            <a:avLst/>
          </a:prstGeom>
          <a:noFill/>
          <a:ln w="38100">
            <a:gradFill>
              <a:gsLst>
                <a:gs pos="0">
                  <a:srgbClr val="000082"/>
                </a:gs>
                <a:gs pos="30000">
                  <a:srgbClr val="66008F"/>
                </a:gs>
                <a:gs pos="64999">
                  <a:srgbClr val="BA0066"/>
                </a:gs>
                <a:gs pos="89999">
                  <a:srgbClr val="FF0000"/>
                </a:gs>
                <a:gs pos="100000">
                  <a:srgbClr val="FF8200"/>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 name="Rectangle à coins arrondis 1">
            <a:extLst>
              <a:ext uri="{FF2B5EF4-FFF2-40B4-BE49-F238E27FC236}">
                <a16:creationId xmlns:a16="http://schemas.microsoft.com/office/drawing/2014/main" id="{7D8AFE7B-8067-46CA-944D-5986CA27E475}"/>
              </a:ext>
            </a:extLst>
          </p:cNvPr>
          <p:cNvSpPr/>
          <p:nvPr/>
        </p:nvSpPr>
        <p:spPr>
          <a:xfrm>
            <a:off x="394138" y="3045457"/>
            <a:ext cx="10391375" cy="526726"/>
          </a:xfrm>
          <a:prstGeom prst="round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path path="circle">
              <a:fillToRect t="100000" r="100000"/>
            </a:path>
            <a:tileRect l="-100000" b="-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fr-FR" sz="2800" spc="-100" dirty="0">
                <a:solidFill>
                  <a:srgbClr val="1F497D"/>
                </a:solidFill>
                <a:latin typeface="Cambria"/>
              </a:rPr>
              <a:t>Le mode ‘Database’</a:t>
            </a:r>
          </a:p>
        </p:txBody>
      </p:sp>
    </p:spTree>
    <p:extLst>
      <p:ext uri="{BB962C8B-B14F-4D97-AF65-F5344CB8AC3E}">
        <p14:creationId xmlns:p14="http://schemas.microsoft.com/office/powerpoint/2010/main" val="1535271597"/>
      </p:ext>
    </p:extLst>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3"/>
          <p:cNvSpPr txBox="1">
            <a:spLocks/>
          </p:cNvSpPr>
          <p:nvPr/>
        </p:nvSpPr>
        <p:spPr>
          <a:xfrm>
            <a:off x="11421233" y="6619875"/>
            <a:ext cx="746929" cy="2381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1pPr>
            <a:lvl2pPr marL="742950" indent="-28575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2pPr>
            <a:lvl3pPr marL="1143000" indent="-22860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3pPr>
            <a:lvl4pPr marL="1600200" indent="-22860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4pPr>
            <a:lvl5pPr marL="2057400" indent="-22860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5pPr>
            <a:lvl6pPr marL="25146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6pPr>
            <a:lvl7pPr marL="29718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7pPr>
            <a:lvl8pPr marL="34290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8pPr>
            <a:lvl9pPr marL="38862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9pPr>
          </a:lstStyle>
          <a:p>
            <a:pPr algn="r" eaLnBrk="1" hangingPunct="1"/>
            <a:fld id="{A6099D49-99EB-46B5-BBE2-692892430483}" type="slidenum">
              <a:rPr lang="en-US" altLang="fr-FR" sz="1200" smtClean="0">
                <a:solidFill>
                  <a:srgbClr val="000000"/>
                </a:solidFill>
              </a:rPr>
              <a:pPr algn="r" eaLnBrk="1" hangingPunct="1"/>
              <a:t>24</a:t>
            </a:fld>
            <a:endParaRPr lang="en-US" altLang="fr-FR" sz="1200" dirty="0">
              <a:solidFill>
                <a:srgbClr val="000000"/>
              </a:solidFill>
            </a:endParaRPr>
          </a:p>
        </p:txBody>
      </p:sp>
      <p:sp>
        <p:nvSpPr>
          <p:cNvPr id="4" name="Titre 3"/>
          <p:cNvSpPr>
            <a:spLocks noGrp="1"/>
          </p:cNvSpPr>
          <p:nvPr>
            <p:ph type="title"/>
          </p:nvPr>
        </p:nvSpPr>
        <p:spPr>
          <a:xfrm>
            <a:off x="394138" y="0"/>
            <a:ext cx="11027095" cy="685800"/>
          </a:xfrm>
        </p:spPr>
        <p:txBody>
          <a:bodyPr/>
          <a:lstStyle/>
          <a:p>
            <a:pPr>
              <a:lnSpc>
                <a:spcPct val="100000"/>
              </a:lnSpc>
            </a:pPr>
            <a:r>
              <a:rPr lang="en-US" altLang="fr-FR" sz="3200" spc="-100" dirty="0">
                <a:solidFill>
                  <a:srgbClr val="1F497D"/>
                </a:solidFill>
                <a:latin typeface="Cambria"/>
              </a:rPr>
              <a:t>Administration des VLANs</a:t>
            </a:r>
            <a:endParaRPr lang="fr-FR" sz="3200" spc="-100" dirty="0">
              <a:solidFill>
                <a:srgbClr val="1F497D"/>
              </a:solidFill>
              <a:latin typeface="Cambria"/>
            </a:endParaRPr>
          </a:p>
        </p:txBody>
      </p:sp>
      <p:sp>
        <p:nvSpPr>
          <p:cNvPr id="5" name="Rectangle 4"/>
          <p:cNvSpPr/>
          <p:nvPr/>
        </p:nvSpPr>
        <p:spPr>
          <a:xfrm>
            <a:off x="132202" y="1013548"/>
            <a:ext cx="11289031" cy="5725389"/>
          </a:xfrm>
          <a:prstGeom prst="rect">
            <a:avLst/>
          </a:prstGeom>
          <a:noFill/>
          <a:ln w="38100">
            <a:gradFill>
              <a:gsLst>
                <a:gs pos="0">
                  <a:srgbClr val="000082"/>
                </a:gs>
                <a:gs pos="30000">
                  <a:srgbClr val="66008F"/>
                </a:gs>
                <a:gs pos="64999">
                  <a:srgbClr val="BA0066"/>
                </a:gs>
                <a:gs pos="89999">
                  <a:srgbClr val="FF0000"/>
                </a:gs>
                <a:gs pos="100000">
                  <a:srgbClr val="FF8200"/>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4" name="Rectangle à coins arrondis 1">
            <a:extLst>
              <a:ext uri="{FF2B5EF4-FFF2-40B4-BE49-F238E27FC236}">
                <a16:creationId xmlns:a16="http://schemas.microsoft.com/office/drawing/2014/main" id="{308AD588-9C53-4A9C-BFCF-5A0F8664F0BB}"/>
              </a:ext>
            </a:extLst>
          </p:cNvPr>
          <p:cNvSpPr/>
          <p:nvPr/>
        </p:nvSpPr>
        <p:spPr>
          <a:xfrm>
            <a:off x="500032" y="794254"/>
            <a:ext cx="10391375" cy="526726"/>
          </a:xfrm>
          <a:prstGeom prst="round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path path="circle">
              <a:fillToRect t="100000" r="100000"/>
            </a:path>
            <a:tileRect l="-100000" b="-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altLang="fr-FR" sz="2800" spc="-100">
                <a:solidFill>
                  <a:srgbClr val="1F497D"/>
                </a:solidFill>
                <a:latin typeface="Cambria"/>
              </a:rPr>
              <a:t>Commandes pour l’administration de VLANs</a:t>
            </a:r>
          </a:p>
        </p:txBody>
      </p:sp>
      <p:pic>
        <p:nvPicPr>
          <p:cNvPr id="1741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2282" y="1742642"/>
            <a:ext cx="8991600" cy="426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2624676"/>
      </p:ext>
    </p:extLst>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3"/>
          <p:cNvSpPr txBox="1">
            <a:spLocks/>
          </p:cNvSpPr>
          <p:nvPr/>
        </p:nvSpPr>
        <p:spPr>
          <a:xfrm>
            <a:off x="11421233" y="6619875"/>
            <a:ext cx="746929" cy="2381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1pPr>
            <a:lvl2pPr marL="742950" indent="-28575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2pPr>
            <a:lvl3pPr marL="1143000" indent="-22860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3pPr>
            <a:lvl4pPr marL="1600200" indent="-22860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4pPr>
            <a:lvl5pPr marL="2057400" indent="-22860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5pPr>
            <a:lvl6pPr marL="25146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6pPr>
            <a:lvl7pPr marL="29718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7pPr>
            <a:lvl8pPr marL="34290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8pPr>
            <a:lvl9pPr marL="38862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9pPr>
          </a:lstStyle>
          <a:p>
            <a:pPr algn="r" eaLnBrk="1" hangingPunct="1"/>
            <a:fld id="{A6099D49-99EB-46B5-BBE2-692892430483}" type="slidenum">
              <a:rPr lang="en-US" altLang="fr-FR" sz="1200" smtClean="0">
                <a:solidFill>
                  <a:srgbClr val="000000"/>
                </a:solidFill>
              </a:rPr>
              <a:pPr algn="r" eaLnBrk="1" hangingPunct="1"/>
              <a:t>25</a:t>
            </a:fld>
            <a:endParaRPr lang="en-US" altLang="fr-FR" sz="1200" dirty="0">
              <a:solidFill>
                <a:srgbClr val="000000"/>
              </a:solidFill>
            </a:endParaRPr>
          </a:p>
        </p:txBody>
      </p:sp>
      <p:sp>
        <p:nvSpPr>
          <p:cNvPr id="4" name="Titre 3"/>
          <p:cNvSpPr>
            <a:spLocks noGrp="1"/>
          </p:cNvSpPr>
          <p:nvPr>
            <p:ph type="title"/>
          </p:nvPr>
        </p:nvSpPr>
        <p:spPr>
          <a:xfrm>
            <a:off x="394138" y="0"/>
            <a:ext cx="11027095" cy="685800"/>
          </a:xfrm>
        </p:spPr>
        <p:txBody>
          <a:bodyPr/>
          <a:lstStyle/>
          <a:p>
            <a:pPr>
              <a:lnSpc>
                <a:spcPct val="100000"/>
              </a:lnSpc>
            </a:pPr>
            <a:r>
              <a:rPr lang="en-US" altLang="fr-FR" sz="3200" spc="-100" dirty="0">
                <a:solidFill>
                  <a:srgbClr val="1F497D"/>
                </a:solidFill>
                <a:latin typeface="Cambria"/>
              </a:rPr>
              <a:t>Configuration des ports</a:t>
            </a:r>
            <a:endParaRPr lang="fr-FR" sz="3200" spc="-100" dirty="0">
              <a:solidFill>
                <a:srgbClr val="1F497D"/>
              </a:solidFill>
              <a:latin typeface="Cambria"/>
            </a:endParaRPr>
          </a:p>
        </p:txBody>
      </p:sp>
      <p:sp>
        <p:nvSpPr>
          <p:cNvPr id="5" name="Rectangle 4"/>
          <p:cNvSpPr/>
          <p:nvPr/>
        </p:nvSpPr>
        <p:spPr>
          <a:xfrm>
            <a:off x="132202" y="1013548"/>
            <a:ext cx="11289031" cy="5725389"/>
          </a:xfrm>
          <a:prstGeom prst="rect">
            <a:avLst/>
          </a:prstGeom>
          <a:noFill/>
          <a:ln w="38100">
            <a:gradFill>
              <a:gsLst>
                <a:gs pos="0">
                  <a:srgbClr val="000082"/>
                </a:gs>
                <a:gs pos="30000">
                  <a:srgbClr val="66008F"/>
                </a:gs>
                <a:gs pos="64999">
                  <a:srgbClr val="BA0066"/>
                </a:gs>
                <a:gs pos="89999">
                  <a:srgbClr val="FF0000"/>
                </a:gs>
                <a:gs pos="100000">
                  <a:srgbClr val="FF8200"/>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4" name="Rectangle à coins arrondis 1">
            <a:extLst>
              <a:ext uri="{FF2B5EF4-FFF2-40B4-BE49-F238E27FC236}">
                <a16:creationId xmlns:a16="http://schemas.microsoft.com/office/drawing/2014/main" id="{308AD588-9C53-4A9C-BFCF-5A0F8664F0BB}"/>
              </a:ext>
            </a:extLst>
          </p:cNvPr>
          <p:cNvSpPr/>
          <p:nvPr/>
        </p:nvSpPr>
        <p:spPr>
          <a:xfrm>
            <a:off x="500032" y="794254"/>
            <a:ext cx="10391375" cy="526726"/>
          </a:xfrm>
          <a:prstGeom prst="round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path path="circle">
              <a:fillToRect t="100000" r="100000"/>
            </a:path>
            <a:tileRect l="-100000" b="-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altLang="fr-FR" sz="2800" spc="-100" dirty="0">
                <a:solidFill>
                  <a:srgbClr val="1F497D"/>
                </a:solidFill>
                <a:latin typeface="Cambria"/>
              </a:rPr>
              <a:t>Modes de configuration des ports</a:t>
            </a:r>
          </a:p>
        </p:txBody>
      </p:sp>
      <p:pic>
        <p:nvPicPr>
          <p:cNvPr id="1843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1422" y="1407689"/>
            <a:ext cx="9650302" cy="50228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93391021"/>
      </p:ext>
    </p:extLst>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3"/>
          <p:cNvSpPr txBox="1">
            <a:spLocks/>
          </p:cNvSpPr>
          <p:nvPr/>
        </p:nvSpPr>
        <p:spPr>
          <a:xfrm>
            <a:off x="11421233" y="6619875"/>
            <a:ext cx="746929" cy="2381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1pPr>
            <a:lvl2pPr marL="742950" indent="-28575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2pPr>
            <a:lvl3pPr marL="1143000" indent="-22860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3pPr>
            <a:lvl4pPr marL="1600200" indent="-22860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4pPr>
            <a:lvl5pPr marL="2057400" indent="-22860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5pPr>
            <a:lvl6pPr marL="25146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6pPr>
            <a:lvl7pPr marL="29718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7pPr>
            <a:lvl8pPr marL="34290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8pPr>
            <a:lvl9pPr marL="38862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9pPr>
          </a:lstStyle>
          <a:p>
            <a:pPr algn="r" eaLnBrk="1" hangingPunct="1"/>
            <a:fld id="{A6099D49-99EB-46B5-BBE2-692892430483}" type="slidenum">
              <a:rPr lang="en-US" altLang="fr-FR" sz="1200" smtClean="0">
                <a:solidFill>
                  <a:srgbClr val="000000"/>
                </a:solidFill>
              </a:rPr>
              <a:pPr algn="r" eaLnBrk="1" hangingPunct="1"/>
              <a:t>26</a:t>
            </a:fld>
            <a:endParaRPr lang="en-US" altLang="fr-FR" sz="1200" dirty="0">
              <a:solidFill>
                <a:srgbClr val="000000"/>
              </a:solidFill>
            </a:endParaRPr>
          </a:p>
        </p:txBody>
      </p:sp>
      <p:sp>
        <p:nvSpPr>
          <p:cNvPr id="4" name="Titre 3"/>
          <p:cNvSpPr>
            <a:spLocks noGrp="1"/>
          </p:cNvSpPr>
          <p:nvPr>
            <p:ph type="title"/>
          </p:nvPr>
        </p:nvSpPr>
        <p:spPr>
          <a:xfrm>
            <a:off x="394138" y="0"/>
            <a:ext cx="11027095" cy="685800"/>
          </a:xfrm>
        </p:spPr>
        <p:txBody>
          <a:bodyPr/>
          <a:lstStyle/>
          <a:p>
            <a:pPr>
              <a:lnSpc>
                <a:spcPct val="100000"/>
              </a:lnSpc>
            </a:pPr>
            <a:r>
              <a:rPr lang="en-US" altLang="fr-FR" sz="3200" spc="-100" dirty="0" err="1">
                <a:solidFill>
                  <a:srgbClr val="1F497D"/>
                </a:solidFill>
                <a:latin typeface="Cambria"/>
              </a:rPr>
              <a:t>Filtrage</a:t>
            </a:r>
            <a:r>
              <a:rPr lang="en-US" altLang="fr-FR" sz="3200" spc="-100" dirty="0">
                <a:solidFill>
                  <a:srgbClr val="1F497D"/>
                </a:solidFill>
                <a:latin typeface="Cambria"/>
              </a:rPr>
              <a:t> des VLANs </a:t>
            </a:r>
            <a:r>
              <a:rPr lang="en-US" altLang="fr-FR" sz="3200" spc="-100" dirty="0" err="1">
                <a:solidFill>
                  <a:srgbClr val="1F497D"/>
                </a:solidFill>
                <a:latin typeface="Cambria"/>
              </a:rPr>
              <a:t>sur</a:t>
            </a:r>
            <a:r>
              <a:rPr lang="en-US" altLang="fr-FR" sz="3200" spc="-100" dirty="0">
                <a:solidFill>
                  <a:srgbClr val="1F497D"/>
                </a:solidFill>
                <a:latin typeface="Cambria"/>
              </a:rPr>
              <a:t> port trunk</a:t>
            </a:r>
            <a:endParaRPr lang="fr-FR" sz="3200" spc="-100" dirty="0">
              <a:solidFill>
                <a:srgbClr val="1F497D"/>
              </a:solidFill>
              <a:latin typeface="Cambria"/>
            </a:endParaRPr>
          </a:p>
        </p:txBody>
      </p:sp>
      <p:sp>
        <p:nvSpPr>
          <p:cNvPr id="5" name="Rectangle 4"/>
          <p:cNvSpPr/>
          <p:nvPr/>
        </p:nvSpPr>
        <p:spPr>
          <a:xfrm>
            <a:off x="132202" y="1013548"/>
            <a:ext cx="11289031" cy="5725389"/>
          </a:xfrm>
          <a:prstGeom prst="rect">
            <a:avLst/>
          </a:prstGeom>
          <a:noFill/>
          <a:ln w="38100">
            <a:gradFill>
              <a:gsLst>
                <a:gs pos="0">
                  <a:srgbClr val="000082"/>
                </a:gs>
                <a:gs pos="30000">
                  <a:srgbClr val="66008F"/>
                </a:gs>
                <a:gs pos="64999">
                  <a:srgbClr val="BA0066"/>
                </a:gs>
                <a:gs pos="89999">
                  <a:srgbClr val="FF0000"/>
                </a:gs>
                <a:gs pos="100000">
                  <a:srgbClr val="FF8200"/>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4" name="Rectangle à coins arrondis 1">
            <a:extLst>
              <a:ext uri="{FF2B5EF4-FFF2-40B4-BE49-F238E27FC236}">
                <a16:creationId xmlns:a16="http://schemas.microsoft.com/office/drawing/2014/main" id="{308AD588-9C53-4A9C-BFCF-5A0F8664F0BB}"/>
              </a:ext>
            </a:extLst>
          </p:cNvPr>
          <p:cNvSpPr/>
          <p:nvPr/>
        </p:nvSpPr>
        <p:spPr>
          <a:xfrm>
            <a:off x="500032" y="794254"/>
            <a:ext cx="10391375" cy="526726"/>
          </a:xfrm>
          <a:prstGeom prst="round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path path="circle">
              <a:fillToRect t="100000" r="100000"/>
            </a:path>
            <a:tileRect l="-100000" b="-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altLang="fr-FR" sz="2800" spc="-100" dirty="0">
                <a:solidFill>
                  <a:srgbClr val="1F497D"/>
                </a:solidFill>
                <a:latin typeface="Cambria"/>
              </a:rPr>
              <a:t>Filtrage des </a:t>
            </a:r>
            <a:r>
              <a:rPr lang="fr-FR" altLang="fr-FR" sz="2800" spc="-100" dirty="0" err="1">
                <a:solidFill>
                  <a:srgbClr val="1F497D"/>
                </a:solidFill>
                <a:latin typeface="Cambria"/>
              </a:rPr>
              <a:t>VLANs</a:t>
            </a:r>
            <a:r>
              <a:rPr lang="fr-FR" altLang="fr-FR" sz="2800" spc="-100" dirty="0">
                <a:solidFill>
                  <a:srgbClr val="1F497D"/>
                </a:solidFill>
                <a:latin typeface="Cambria"/>
              </a:rPr>
              <a:t> sur port </a:t>
            </a:r>
            <a:r>
              <a:rPr lang="fr-FR" altLang="fr-FR" sz="2800" spc="-100" dirty="0" err="1">
                <a:solidFill>
                  <a:srgbClr val="1F497D"/>
                </a:solidFill>
                <a:latin typeface="Cambria"/>
              </a:rPr>
              <a:t>trunk</a:t>
            </a:r>
            <a:endParaRPr lang="fr-FR" altLang="fr-FR" sz="2800" spc="-100" dirty="0">
              <a:solidFill>
                <a:srgbClr val="1F497D"/>
              </a:solidFill>
              <a:latin typeface="Cambria"/>
            </a:endParaRPr>
          </a:p>
        </p:txBody>
      </p:sp>
      <p:pic>
        <p:nvPicPr>
          <p:cNvPr id="1945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2794" y="1503472"/>
            <a:ext cx="8705850" cy="290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03925219"/>
      </p:ext>
    </p:extLst>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3"/>
          <p:cNvSpPr txBox="1">
            <a:spLocks/>
          </p:cNvSpPr>
          <p:nvPr/>
        </p:nvSpPr>
        <p:spPr>
          <a:xfrm>
            <a:off x="11421233" y="6619875"/>
            <a:ext cx="746929" cy="2381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1pPr>
            <a:lvl2pPr marL="742950" indent="-28575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2pPr>
            <a:lvl3pPr marL="1143000" indent="-22860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3pPr>
            <a:lvl4pPr marL="1600200" indent="-22860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4pPr>
            <a:lvl5pPr marL="2057400" indent="-22860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5pPr>
            <a:lvl6pPr marL="25146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6pPr>
            <a:lvl7pPr marL="29718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7pPr>
            <a:lvl8pPr marL="34290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8pPr>
            <a:lvl9pPr marL="38862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9pPr>
          </a:lstStyle>
          <a:p>
            <a:pPr algn="r" eaLnBrk="1" hangingPunct="1"/>
            <a:fld id="{A6099D49-99EB-46B5-BBE2-692892430483}" type="slidenum">
              <a:rPr lang="en-US" altLang="fr-FR" sz="1200" smtClean="0">
                <a:solidFill>
                  <a:srgbClr val="000000"/>
                </a:solidFill>
              </a:rPr>
              <a:pPr algn="r" eaLnBrk="1" hangingPunct="1"/>
              <a:t>27</a:t>
            </a:fld>
            <a:endParaRPr lang="en-US" altLang="fr-FR" sz="1200" dirty="0">
              <a:solidFill>
                <a:srgbClr val="000000"/>
              </a:solidFill>
            </a:endParaRPr>
          </a:p>
        </p:txBody>
      </p:sp>
      <p:sp>
        <p:nvSpPr>
          <p:cNvPr id="4" name="Titre 3"/>
          <p:cNvSpPr>
            <a:spLocks noGrp="1"/>
          </p:cNvSpPr>
          <p:nvPr>
            <p:ph type="title"/>
          </p:nvPr>
        </p:nvSpPr>
        <p:spPr>
          <a:xfrm>
            <a:off x="394138" y="0"/>
            <a:ext cx="11027095" cy="685800"/>
          </a:xfrm>
        </p:spPr>
        <p:txBody>
          <a:bodyPr/>
          <a:lstStyle/>
          <a:p>
            <a:pPr>
              <a:lnSpc>
                <a:spcPct val="100000"/>
              </a:lnSpc>
            </a:pPr>
            <a:r>
              <a:rPr lang="fr-FR" sz="3200" spc="-100" dirty="0">
                <a:solidFill>
                  <a:srgbClr val="1F497D"/>
                </a:solidFill>
                <a:latin typeface="Cambria"/>
              </a:rPr>
              <a:t>VLANs multi-</a:t>
            </a:r>
            <a:r>
              <a:rPr lang="fr-FR" sz="3200" spc="-100" dirty="0" err="1">
                <a:solidFill>
                  <a:srgbClr val="1F497D"/>
                </a:solidFill>
                <a:latin typeface="Cambria"/>
              </a:rPr>
              <a:t>switchs</a:t>
            </a:r>
            <a:r>
              <a:rPr lang="fr-FR" sz="3200" spc="-100" dirty="0">
                <a:solidFill>
                  <a:srgbClr val="1F497D"/>
                </a:solidFill>
                <a:latin typeface="Cambria"/>
              </a:rPr>
              <a:t> (</a:t>
            </a:r>
            <a:r>
              <a:rPr lang="fr-FR" sz="3200" spc="-100" dirty="0" err="1">
                <a:solidFill>
                  <a:srgbClr val="1F497D"/>
                </a:solidFill>
                <a:latin typeface="Cambria"/>
              </a:rPr>
              <a:t>cont</a:t>
            </a:r>
            <a:r>
              <a:rPr lang="fr-FR" sz="3200" spc="-100" dirty="0">
                <a:solidFill>
                  <a:srgbClr val="1F497D"/>
                </a:solidFill>
                <a:latin typeface="Cambria"/>
              </a:rPr>
              <a:t>.)</a:t>
            </a:r>
            <a:endParaRPr lang="fr-FR" sz="3200" spc="-100" dirty="0">
              <a:solidFill>
                <a:srgbClr val="1F497D"/>
              </a:solidFill>
              <a:latin typeface="Cambria"/>
              <a:ea typeface="+mj-ea"/>
              <a:cs typeface="+mj-cs"/>
            </a:endParaRPr>
          </a:p>
        </p:txBody>
      </p:sp>
      <p:sp>
        <p:nvSpPr>
          <p:cNvPr id="5" name="Rectangle 4"/>
          <p:cNvSpPr/>
          <p:nvPr/>
        </p:nvSpPr>
        <p:spPr>
          <a:xfrm>
            <a:off x="132202" y="1013548"/>
            <a:ext cx="11289031" cy="5725389"/>
          </a:xfrm>
          <a:prstGeom prst="rect">
            <a:avLst/>
          </a:prstGeom>
          <a:noFill/>
          <a:ln w="38100">
            <a:gradFill>
              <a:gsLst>
                <a:gs pos="0">
                  <a:srgbClr val="000082"/>
                </a:gs>
                <a:gs pos="30000">
                  <a:srgbClr val="66008F"/>
                </a:gs>
                <a:gs pos="64999">
                  <a:srgbClr val="BA0066"/>
                </a:gs>
                <a:gs pos="89999">
                  <a:srgbClr val="FF0000"/>
                </a:gs>
                <a:gs pos="100000">
                  <a:srgbClr val="FF8200"/>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Rectangle à coins arrondis 1"/>
          <p:cNvSpPr/>
          <p:nvPr/>
        </p:nvSpPr>
        <p:spPr>
          <a:xfrm>
            <a:off x="500032" y="794254"/>
            <a:ext cx="10391375" cy="526726"/>
          </a:xfrm>
          <a:prstGeom prst="round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path path="circle">
              <a:fillToRect t="100000" r="100000"/>
            </a:path>
            <a:tileRect l="-100000" b="-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2800" dirty="0">
                <a:solidFill>
                  <a:schemeClr val="tx1"/>
                </a:solidFill>
              </a:rPr>
              <a:t>Frame </a:t>
            </a:r>
            <a:r>
              <a:rPr lang="fr-FR" sz="2800" dirty="0" err="1">
                <a:solidFill>
                  <a:schemeClr val="tx1"/>
                </a:solidFill>
              </a:rPr>
              <a:t>Tagging</a:t>
            </a:r>
            <a:r>
              <a:rPr lang="fr-FR" sz="2800" dirty="0">
                <a:solidFill>
                  <a:schemeClr val="tx1"/>
                </a:solidFill>
              </a:rPr>
              <a:t> </a:t>
            </a:r>
          </a:p>
        </p:txBody>
      </p:sp>
      <p:graphicFrame>
        <p:nvGraphicFramePr>
          <p:cNvPr id="41" name="Group 245"/>
          <p:cNvGraphicFramePr>
            <a:graphicFrameLocks noGrp="1"/>
          </p:cNvGraphicFramePr>
          <p:nvPr>
            <p:extLst>
              <p:ext uri="{D42A27DB-BD31-4B8C-83A1-F6EECF244321}">
                <p14:modId xmlns:p14="http://schemas.microsoft.com/office/powerpoint/2010/main" val="390557465"/>
              </p:ext>
            </p:extLst>
          </p:nvPr>
        </p:nvGraphicFramePr>
        <p:xfrm>
          <a:off x="194603" y="1931483"/>
          <a:ext cx="5582114" cy="3739896"/>
        </p:xfrm>
        <a:graphic>
          <a:graphicData uri="http://schemas.openxmlformats.org/drawingml/2006/table">
            <a:tbl>
              <a:tblPr/>
              <a:tblGrid>
                <a:gridCol w="1121579">
                  <a:extLst>
                    <a:ext uri="{9D8B030D-6E8A-4147-A177-3AD203B41FA5}">
                      <a16:colId xmlns:a16="http://schemas.microsoft.com/office/drawing/2014/main" val="20000"/>
                    </a:ext>
                  </a:extLst>
                </a:gridCol>
                <a:gridCol w="4460535">
                  <a:extLst>
                    <a:ext uri="{9D8B030D-6E8A-4147-A177-3AD203B41FA5}">
                      <a16:colId xmlns:a16="http://schemas.microsoft.com/office/drawing/2014/main" val="20001"/>
                    </a:ext>
                  </a:extLst>
                </a:gridCol>
              </a:tblGrid>
              <a:tr h="4318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0" fontAlgn="base" latinLnBrk="0" hangingPunct="0">
                        <a:lnSpc>
                          <a:spcPct val="100000"/>
                        </a:lnSpc>
                        <a:spcBef>
                          <a:spcPct val="30000"/>
                        </a:spcBef>
                        <a:spcAft>
                          <a:spcPct val="0"/>
                        </a:spcAft>
                        <a:buClr>
                          <a:schemeClr val="hlink"/>
                        </a:buClr>
                        <a:buSzPct val="75000"/>
                        <a:buFont typeface="Wingdings" pitchFamily="2" charset="2"/>
                        <a:buNone/>
                        <a:tabLst/>
                      </a:pPr>
                      <a:r>
                        <a:rPr kumimoji="0" lang="en-GB" sz="1800" b="1" i="0" u="none" strike="noStrike" cap="none" normalizeH="0" baseline="0" dirty="0">
                          <a:ln>
                            <a:noFill/>
                          </a:ln>
                          <a:solidFill>
                            <a:schemeClr val="tx1"/>
                          </a:solidFill>
                          <a:effectLst/>
                          <a:latin typeface="Arial" pitchFamily="34" charset="0"/>
                        </a:rPr>
                        <a:t>TPID</a:t>
                      </a:r>
                    </a:p>
                  </a:txBody>
                  <a:tcPr anchor="ctr" horzOverflow="overflow">
                    <a:lnL w="28575" cap="flat" cmpd="sng" algn="ctr">
                      <a:solidFill>
                        <a:srgbClr val="0000D4"/>
                      </a:solidFill>
                      <a:prstDash val="solid"/>
                      <a:round/>
                      <a:headEnd type="none" w="med" len="med"/>
                      <a:tailEnd type="none" w="med" len="med"/>
                    </a:lnL>
                    <a:lnR w="12700" cap="flat" cmpd="sng" algn="ctr">
                      <a:solidFill>
                        <a:srgbClr val="0000D4"/>
                      </a:solidFill>
                      <a:prstDash val="solid"/>
                      <a:round/>
                      <a:headEnd type="none" w="med" len="med"/>
                      <a:tailEnd type="none" w="med" len="med"/>
                    </a:lnR>
                    <a:lnT w="28575" cap="flat" cmpd="sng" algn="ctr">
                      <a:solidFill>
                        <a:srgbClr val="0000D4"/>
                      </a:solidFill>
                      <a:prstDash val="solid"/>
                      <a:round/>
                      <a:headEnd type="none" w="med" len="med"/>
                      <a:tailEnd type="none" w="med" len="med"/>
                    </a:lnT>
                    <a:lnB w="12700" cap="flat" cmpd="sng" algn="ctr">
                      <a:solidFill>
                        <a:srgbClr val="0000D4"/>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0" fontAlgn="base" latinLnBrk="0" hangingPunct="0">
                        <a:lnSpc>
                          <a:spcPct val="100000"/>
                        </a:lnSpc>
                        <a:spcBef>
                          <a:spcPct val="30000"/>
                        </a:spcBef>
                        <a:spcAft>
                          <a:spcPct val="0"/>
                        </a:spcAft>
                        <a:buClr>
                          <a:schemeClr val="hlink"/>
                        </a:buClr>
                        <a:buSzPct val="75000"/>
                        <a:buFont typeface="Wingdings" pitchFamily="2" charset="2"/>
                        <a:buNone/>
                        <a:tabLst/>
                      </a:pPr>
                      <a:r>
                        <a:rPr kumimoji="0" lang="fr-FR" sz="1800" b="1" i="0" u="none" strike="noStrike" cap="none" normalizeH="0" baseline="0" noProof="0" dirty="0">
                          <a:ln>
                            <a:noFill/>
                          </a:ln>
                          <a:solidFill>
                            <a:schemeClr val="tx1"/>
                          </a:solidFill>
                          <a:effectLst/>
                          <a:latin typeface="Arial" pitchFamily="34" charset="0"/>
                        </a:rPr>
                        <a:t>Tag Protocol Identifier (</a:t>
                      </a:r>
                      <a:r>
                        <a:rPr kumimoji="0" lang="fr-FR" sz="1800" b="1" i="0" u="none" strike="noStrike" cap="none" normalizeH="0" baseline="0" noProof="0" dirty="0" err="1">
                          <a:ln>
                            <a:noFill/>
                          </a:ln>
                          <a:solidFill>
                            <a:srgbClr val="0000FF"/>
                          </a:solidFill>
                          <a:effectLst/>
                          <a:latin typeface="Arial" pitchFamily="34" charset="0"/>
                        </a:rPr>
                        <a:t>EtherType</a:t>
                      </a:r>
                      <a:r>
                        <a:rPr kumimoji="0" lang="fr-FR" sz="1800" b="1" i="0" u="none" strike="noStrike" cap="none" normalizeH="0" baseline="0" noProof="0" dirty="0">
                          <a:ln>
                            <a:noFill/>
                          </a:ln>
                          <a:solidFill>
                            <a:schemeClr val="tx1"/>
                          </a:solidFill>
                          <a:effectLst/>
                          <a:latin typeface="Arial" pitchFamily="34" charset="0"/>
                        </a:rPr>
                        <a:t>)</a:t>
                      </a:r>
                      <a:r>
                        <a:rPr kumimoji="0" lang="fr-FR" sz="1800" b="1" i="0" u="none" strike="noStrike" cap="none" normalizeH="0" baseline="0" noProof="0" dirty="0">
                          <a:ln>
                            <a:noFill/>
                          </a:ln>
                          <a:solidFill>
                            <a:srgbClr val="FF0000"/>
                          </a:solidFill>
                          <a:effectLst/>
                          <a:latin typeface="Arial" pitchFamily="34" charset="0"/>
                        </a:rPr>
                        <a:t>: 0x8100 trame est taguée avec le protocole </a:t>
                      </a:r>
                      <a:r>
                        <a:rPr kumimoji="0" lang="fr-FR" sz="1800" b="1" i="0" u="none" strike="noStrike" cap="none" normalizeH="0" baseline="0" noProof="0" dirty="0">
                          <a:ln>
                            <a:noFill/>
                          </a:ln>
                          <a:solidFill>
                            <a:srgbClr val="0000FF"/>
                          </a:solidFill>
                          <a:effectLst/>
                          <a:latin typeface="Arial" pitchFamily="34" charset="0"/>
                        </a:rPr>
                        <a:t>802.1Q-tagged</a:t>
                      </a:r>
                      <a:r>
                        <a:rPr kumimoji="0" lang="fr-FR" sz="1800" b="1" i="0" u="none" strike="noStrike" cap="none" normalizeH="0" baseline="0" noProof="0" dirty="0">
                          <a:ln>
                            <a:noFill/>
                          </a:ln>
                          <a:solidFill>
                            <a:srgbClr val="0033CC"/>
                          </a:solidFill>
                          <a:effectLst/>
                          <a:latin typeface="Arial" pitchFamily="34" charset="0"/>
                        </a:rPr>
                        <a:t> (/Cisco : </a:t>
                      </a:r>
                      <a:r>
                        <a:rPr kumimoji="0" lang="fr-FR" sz="1800" b="1" i="0" u="none" strike="noStrike" cap="none" normalizeH="0" baseline="0" noProof="0" dirty="0">
                          <a:ln>
                            <a:noFill/>
                          </a:ln>
                          <a:solidFill>
                            <a:srgbClr val="0000FF"/>
                          </a:solidFill>
                          <a:effectLst/>
                          <a:latin typeface="Arial" pitchFamily="34" charset="0"/>
                        </a:rPr>
                        <a:t>ISL</a:t>
                      </a:r>
                      <a:r>
                        <a:rPr kumimoji="0" lang="fr-FR" sz="1800" b="1" i="0" u="none" strike="noStrike" cap="none" normalizeH="0" baseline="0" noProof="0" dirty="0">
                          <a:ln>
                            <a:noFill/>
                          </a:ln>
                          <a:solidFill>
                            <a:srgbClr val="0033CC"/>
                          </a:solidFill>
                          <a:effectLst/>
                          <a:latin typeface="Arial" pitchFamily="34" charset="0"/>
                        </a:rPr>
                        <a:t>)</a:t>
                      </a:r>
                      <a:r>
                        <a:rPr kumimoji="0" lang="fr-FR" sz="1800" b="1" i="0" u="none" strike="noStrike" cap="none" normalizeH="0" baseline="0" noProof="0" dirty="0">
                          <a:ln>
                            <a:noFill/>
                          </a:ln>
                          <a:solidFill>
                            <a:schemeClr val="tx1"/>
                          </a:solidFill>
                          <a:effectLst/>
                          <a:latin typeface="Arial" pitchFamily="34" charset="0"/>
                        </a:rPr>
                        <a:t>.</a:t>
                      </a:r>
                    </a:p>
                  </a:txBody>
                  <a:tcPr horzOverflow="overflow">
                    <a:lnL w="12700" cap="flat" cmpd="sng" algn="ctr">
                      <a:solidFill>
                        <a:srgbClr val="0000D4"/>
                      </a:solidFill>
                      <a:prstDash val="solid"/>
                      <a:round/>
                      <a:headEnd type="none" w="med" len="med"/>
                      <a:tailEnd type="none" w="med" len="med"/>
                    </a:lnL>
                    <a:lnR w="28575" cap="flat" cmpd="sng" algn="ctr">
                      <a:solidFill>
                        <a:srgbClr val="0000D4"/>
                      </a:solidFill>
                      <a:prstDash val="solid"/>
                      <a:round/>
                      <a:headEnd type="none" w="med" len="med"/>
                      <a:tailEnd type="none" w="med" len="med"/>
                    </a:lnR>
                    <a:lnT w="28575" cap="flat" cmpd="sng" algn="ctr">
                      <a:solidFill>
                        <a:srgbClr val="0000D4"/>
                      </a:solidFill>
                      <a:prstDash val="solid"/>
                      <a:round/>
                      <a:headEnd type="none" w="med" len="med"/>
                      <a:tailEnd type="none" w="med" len="med"/>
                    </a:lnT>
                    <a:lnB w="12700" cap="flat" cmpd="sng" algn="ctr">
                      <a:solidFill>
                        <a:srgbClr val="0000D4"/>
                      </a:solidFill>
                      <a:prstDash val="solid"/>
                      <a:round/>
                      <a:headEnd type="none" w="med" len="med"/>
                      <a:tailEnd type="none" w="med" len="med"/>
                    </a:lnB>
                    <a:lnTlToBr>
                      <a:noFill/>
                    </a:lnTlToBr>
                    <a:lnBlToTr>
                      <a:noFill/>
                    </a:lnBlToTr>
                    <a:solidFill>
                      <a:schemeClr val="accent2">
                        <a:lumMod val="20000"/>
                        <a:lumOff val="80000"/>
                      </a:schemeClr>
                    </a:solidFill>
                  </a:tcPr>
                </a:tc>
                <a:extLst>
                  <a:ext uri="{0D108BD9-81ED-4DB2-BD59-A6C34878D82A}">
                    <a16:rowId xmlns:a16="http://schemas.microsoft.com/office/drawing/2014/main" val="10000"/>
                  </a:ext>
                </a:extLst>
              </a:tr>
              <a:tr h="4318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0" fontAlgn="base" latinLnBrk="0" hangingPunct="0">
                        <a:lnSpc>
                          <a:spcPct val="100000"/>
                        </a:lnSpc>
                        <a:spcBef>
                          <a:spcPct val="30000"/>
                        </a:spcBef>
                        <a:spcAft>
                          <a:spcPct val="0"/>
                        </a:spcAft>
                        <a:buClr>
                          <a:schemeClr val="hlink"/>
                        </a:buClr>
                        <a:buSzPct val="75000"/>
                        <a:buFont typeface="Wingdings" pitchFamily="2" charset="2"/>
                        <a:buNone/>
                        <a:tabLst/>
                      </a:pPr>
                      <a:r>
                        <a:rPr kumimoji="0" lang="en-GB" sz="1800" b="1" i="0" u="none" strike="noStrike" cap="none" normalizeH="0" baseline="0" dirty="0">
                          <a:ln>
                            <a:noFill/>
                          </a:ln>
                          <a:solidFill>
                            <a:schemeClr val="tx1"/>
                          </a:solidFill>
                          <a:effectLst/>
                          <a:latin typeface="Arial" pitchFamily="34" charset="0"/>
                        </a:rPr>
                        <a:t>PRI</a:t>
                      </a:r>
                    </a:p>
                  </a:txBody>
                  <a:tcPr anchor="ctr" horzOverflow="overflow">
                    <a:lnL w="28575" cap="flat" cmpd="sng" algn="ctr">
                      <a:solidFill>
                        <a:srgbClr val="0000D4"/>
                      </a:solidFill>
                      <a:prstDash val="solid"/>
                      <a:round/>
                      <a:headEnd type="none" w="med" len="med"/>
                      <a:tailEnd type="none" w="med" len="med"/>
                    </a:lnL>
                    <a:lnR w="12700" cap="flat" cmpd="sng" algn="ctr">
                      <a:solidFill>
                        <a:srgbClr val="0000D4"/>
                      </a:solidFill>
                      <a:prstDash val="solid"/>
                      <a:round/>
                      <a:headEnd type="none" w="med" len="med"/>
                      <a:tailEnd type="none" w="med" len="med"/>
                    </a:lnR>
                    <a:lnT w="12700" cap="flat" cmpd="sng" algn="ctr">
                      <a:solidFill>
                        <a:srgbClr val="0000D4"/>
                      </a:solidFill>
                      <a:prstDash val="solid"/>
                      <a:round/>
                      <a:headEnd type="none" w="med" len="med"/>
                      <a:tailEnd type="none" w="med" len="med"/>
                    </a:lnT>
                    <a:lnB w="12700" cap="flat" cmpd="sng" algn="ctr">
                      <a:solidFill>
                        <a:srgbClr val="0000D4"/>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0" fontAlgn="base" latinLnBrk="0" hangingPunct="0">
                        <a:lnSpc>
                          <a:spcPct val="100000"/>
                        </a:lnSpc>
                        <a:spcBef>
                          <a:spcPct val="30000"/>
                        </a:spcBef>
                        <a:spcAft>
                          <a:spcPct val="0"/>
                        </a:spcAft>
                        <a:buClr>
                          <a:schemeClr val="hlink"/>
                        </a:buClr>
                        <a:buSzPct val="75000"/>
                        <a:buFont typeface="Wingdings" pitchFamily="2" charset="2"/>
                        <a:buNone/>
                        <a:tabLst/>
                      </a:pPr>
                      <a:r>
                        <a:rPr kumimoji="0" lang="en-GB" sz="1800" b="1" i="0" u="none" strike="noStrike" cap="none" normalizeH="0" baseline="0" dirty="0">
                          <a:ln>
                            <a:noFill/>
                          </a:ln>
                          <a:solidFill>
                            <a:srgbClr val="0033CC"/>
                          </a:solidFill>
                          <a:effectLst/>
                          <a:latin typeface="Arial" pitchFamily="34" charset="0"/>
                        </a:rPr>
                        <a:t>IEEE 802.1p : Champs </a:t>
                      </a:r>
                      <a:r>
                        <a:rPr kumimoji="0" lang="en-GB" sz="1800" b="1" i="0" u="none" strike="noStrike" cap="none" normalizeH="0" baseline="0" dirty="0" err="1">
                          <a:ln>
                            <a:noFill/>
                          </a:ln>
                          <a:solidFill>
                            <a:srgbClr val="0033CC"/>
                          </a:solidFill>
                          <a:effectLst/>
                          <a:latin typeface="Arial" pitchFamily="34" charset="0"/>
                        </a:rPr>
                        <a:t>priorité</a:t>
                      </a:r>
                      <a:r>
                        <a:rPr kumimoji="0" lang="en-GB" sz="1800" b="1" i="0" u="none" strike="noStrike" cap="none" normalizeH="0" baseline="0" dirty="0">
                          <a:ln>
                            <a:noFill/>
                          </a:ln>
                          <a:solidFill>
                            <a:srgbClr val="0033CC"/>
                          </a:solidFill>
                          <a:effectLst/>
                          <a:latin typeface="Arial" pitchFamily="34" charset="0"/>
                        </a:rPr>
                        <a:t> </a:t>
                      </a:r>
                      <a:r>
                        <a:rPr kumimoji="0" lang="en-GB" sz="1800" b="1" i="0" u="none" strike="noStrike" cap="none" normalizeH="0" baseline="0" dirty="0">
                          <a:ln>
                            <a:noFill/>
                          </a:ln>
                          <a:solidFill>
                            <a:schemeClr val="tx1"/>
                          </a:solidFill>
                          <a:effectLst/>
                          <a:latin typeface="Arial" pitchFamily="34" charset="0"/>
                        </a:rPr>
                        <a:t> </a:t>
                      </a:r>
                      <a:r>
                        <a:rPr kumimoji="0" lang="en-GB" sz="1800" b="1" i="1" u="none" strike="noStrike" cap="none" normalizeH="0" baseline="0" dirty="0">
                          <a:ln>
                            <a:noFill/>
                          </a:ln>
                          <a:solidFill>
                            <a:schemeClr val="tx1"/>
                          </a:solidFill>
                          <a:effectLst/>
                          <a:latin typeface="Arial" pitchFamily="34" charset="0"/>
                        </a:rPr>
                        <a:t>(also called class of service, or </a:t>
                      </a:r>
                      <a:r>
                        <a:rPr kumimoji="0" lang="en-GB" sz="1800" b="1" i="1" u="none" strike="noStrike" cap="none" normalizeH="0" baseline="0" dirty="0" err="1">
                          <a:ln>
                            <a:noFill/>
                          </a:ln>
                          <a:solidFill>
                            <a:schemeClr val="tx1"/>
                          </a:solidFill>
                          <a:effectLst/>
                          <a:latin typeface="Arial" pitchFamily="34" charset="0"/>
                        </a:rPr>
                        <a:t>CoS</a:t>
                      </a:r>
                      <a:r>
                        <a:rPr kumimoji="0" lang="en-GB" sz="1800" b="1" i="1" u="none" strike="noStrike" cap="none" normalizeH="0" baseline="0" dirty="0">
                          <a:ln>
                            <a:noFill/>
                          </a:ln>
                          <a:solidFill>
                            <a:schemeClr val="tx1"/>
                          </a:solidFill>
                          <a:effectLst/>
                          <a:latin typeface="Arial" pitchFamily="34" charset="0"/>
                        </a:rPr>
                        <a:t>, field)</a:t>
                      </a:r>
                      <a:br>
                        <a:rPr kumimoji="0" lang="en-GB" sz="1800" b="1" i="1" u="none" strike="noStrike" cap="none" normalizeH="0" baseline="0" dirty="0">
                          <a:ln>
                            <a:noFill/>
                          </a:ln>
                          <a:solidFill>
                            <a:schemeClr val="tx1"/>
                          </a:solidFill>
                          <a:effectLst/>
                          <a:latin typeface="Arial" pitchFamily="34" charset="0"/>
                        </a:rPr>
                      </a:br>
                      <a:r>
                        <a:rPr kumimoji="0" lang="en-GB" sz="1800" b="1" i="0" u="none" strike="noStrike" cap="none" normalizeH="0" baseline="0" dirty="0">
                          <a:ln>
                            <a:noFill/>
                          </a:ln>
                          <a:solidFill>
                            <a:srgbClr val="0000FF"/>
                          </a:solidFill>
                          <a:effectLst/>
                          <a:latin typeface="Arial" pitchFamily="34" charset="0"/>
                        </a:rPr>
                        <a:t>7</a:t>
                      </a:r>
                      <a:r>
                        <a:rPr kumimoji="0" lang="en-GB" sz="1800" b="1" i="0" u="none" strike="noStrike" cap="none" normalizeH="0" baseline="0" dirty="0">
                          <a:ln>
                            <a:noFill/>
                          </a:ln>
                          <a:solidFill>
                            <a:schemeClr val="tx1"/>
                          </a:solidFill>
                          <a:effectLst/>
                          <a:latin typeface="Arial" pitchFamily="34" charset="0"/>
                        </a:rPr>
                        <a:t>=highest priority, </a:t>
                      </a:r>
                    </a:p>
                    <a:p>
                      <a:pPr marL="0" marR="0" lvl="0" indent="0" algn="l" defTabSz="914400" rtl="0" eaLnBrk="0" fontAlgn="base" latinLnBrk="0" hangingPunct="0">
                        <a:lnSpc>
                          <a:spcPct val="100000"/>
                        </a:lnSpc>
                        <a:spcBef>
                          <a:spcPct val="30000"/>
                        </a:spcBef>
                        <a:spcAft>
                          <a:spcPct val="0"/>
                        </a:spcAft>
                        <a:buClr>
                          <a:schemeClr val="hlink"/>
                        </a:buClr>
                        <a:buSzPct val="75000"/>
                        <a:buFont typeface="Wingdings" pitchFamily="2" charset="2"/>
                        <a:buNone/>
                        <a:tabLst/>
                      </a:pPr>
                      <a:r>
                        <a:rPr kumimoji="0" lang="en-GB" sz="1800" b="1" i="0" u="none" strike="noStrike" cap="none" normalizeH="0" baseline="0" dirty="0">
                          <a:ln>
                            <a:noFill/>
                          </a:ln>
                          <a:solidFill>
                            <a:srgbClr val="0000FF"/>
                          </a:solidFill>
                          <a:effectLst/>
                          <a:latin typeface="Arial" pitchFamily="34" charset="0"/>
                        </a:rPr>
                        <a:t>0</a:t>
                      </a:r>
                      <a:r>
                        <a:rPr kumimoji="0" lang="en-GB" sz="1800" b="1" i="0" u="none" strike="noStrike" cap="none" normalizeH="0" baseline="0" dirty="0">
                          <a:ln>
                            <a:noFill/>
                          </a:ln>
                          <a:solidFill>
                            <a:schemeClr val="tx1"/>
                          </a:solidFill>
                          <a:effectLst/>
                          <a:latin typeface="Arial" pitchFamily="34" charset="0"/>
                        </a:rPr>
                        <a:t>=lowest</a:t>
                      </a:r>
                    </a:p>
                  </a:txBody>
                  <a:tcPr horzOverflow="overflow">
                    <a:lnL w="12700" cap="flat" cmpd="sng" algn="ctr">
                      <a:solidFill>
                        <a:srgbClr val="0000D4"/>
                      </a:solidFill>
                      <a:prstDash val="solid"/>
                      <a:round/>
                      <a:headEnd type="none" w="med" len="med"/>
                      <a:tailEnd type="none" w="med" len="med"/>
                    </a:lnL>
                    <a:lnR w="28575" cap="flat" cmpd="sng" algn="ctr">
                      <a:solidFill>
                        <a:srgbClr val="0000D4"/>
                      </a:solidFill>
                      <a:prstDash val="solid"/>
                      <a:round/>
                      <a:headEnd type="none" w="med" len="med"/>
                      <a:tailEnd type="none" w="med" len="med"/>
                    </a:lnR>
                    <a:lnT w="12700" cap="flat" cmpd="sng" algn="ctr">
                      <a:solidFill>
                        <a:srgbClr val="0000D4"/>
                      </a:solidFill>
                      <a:prstDash val="solid"/>
                      <a:round/>
                      <a:headEnd type="none" w="med" len="med"/>
                      <a:tailEnd type="none" w="med" len="med"/>
                    </a:lnT>
                    <a:lnB w="12700" cap="flat" cmpd="sng" algn="ctr">
                      <a:solidFill>
                        <a:srgbClr val="0000D4"/>
                      </a:solidFill>
                      <a:prstDash val="solid"/>
                      <a:round/>
                      <a:headEnd type="none" w="med" len="med"/>
                      <a:tailEnd type="none" w="med" len="med"/>
                    </a:lnB>
                    <a:lnTlToBr>
                      <a:noFill/>
                    </a:lnTlToBr>
                    <a:lnBlToTr>
                      <a:noFill/>
                    </a:lnBlToTr>
                    <a:solidFill>
                      <a:schemeClr val="accent2">
                        <a:lumMod val="20000"/>
                        <a:lumOff val="80000"/>
                      </a:schemeClr>
                    </a:solidFill>
                  </a:tcPr>
                </a:tc>
                <a:extLst>
                  <a:ext uri="{0D108BD9-81ED-4DB2-BD59-A6C34878D82A}">
                    <a16:rowId xmlns:a16="http://schemas.microsoft.com/office/drawing/2014/main" val="10001"/>
                  </a:ext>
                </a:extLst>
              </a:tr>
              <a:tr h="531813">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0" fontAlgn="base" latinLnBrk="0" hangingPunct="0">
                        <a:lnSpc>
                          <a:spcPct val="100000"/>
                        </a:lnSpc>
                        <a:spcBef>
                          <a:spcPct val="30000"/>
                        </a:spcBef>
                        <a:spcAft>
                          <a:spcPct val="0"/>
                        </a:spcAft>
                        <a:buClr>
                          <a:schemeClr val="hlink"/>
                        </a:buClr>
                        <a:buSzPct val="75000"/>
                        <a:buFont typeface="Wingdings" pitchFamily="2" charset="2"/>
                        <a:buNone/>
                        <a:tabLst/>
                      </a:pPr>
                      <a:r>
                        <a:rPr kumimoji="0" lang="en-GB" sz="1800" b="1" i="0" u="none" strike="noStrike" cap="none" normalizeH="0" baseline="0" dirty="0">
                          <a:ln>
                            <a:noFill/>
                          </a:ln>
                          <a:solidFill>
                            <a:schemeClr val="tx1"/>
                          </a:solidFill>
                          <a:effectLst/>
                          <a:latin typeface="Arial" pitchFamily="34" charset="0"/>
                        </a:rPr>
                        <a:t>CFI</a:t>
                      </a:r>
                    </a:p>
                  </a:txBody>
                  <a:tcPr anchor="ctr" horzOverflow="overflow">
                    <a:lnL w="28575" cap="flat" cmpd="sng" algn="ctr">
                      <a:solidFill>
                        <a:srgbClr val="0000D4"/>
                      </a:solidFill>
                      <a:prstDash val="solid"/>
                      <a:round/>
                      <a:headEnd type="none" w="med" len="med"/>
                      <a:tailEnd type="none" w="med" len="med"/>
                    </a:lnL>
                    <a:lnR w="12700" cap="flat" cmpd="sng" algn="ctr">
                      <a:solidFill>
                        <a:srgbClr val="0000D4"/>
                      </a:solidFill>
                      <a:prstDash val="solid"/>
                      <a:round/>
                      <a:headEnd type="none" w="med" len="med"/>
                      <a:tailEnd type="none" w="med" len="med"/>
                    </a:lnR>
                    <a:lnT w="12700" cap="flat" cmpd="sng" algn="ctr">
                      <a:solidFill>
                        <a:srgbClr val="0000D4"/>
                      </a:solidFill>
                      <a:prstDash val="solid"/>
                      <a:round/>
                      <a:headEnd type="none" w="med" len="med"/>
                      <a:tailEnd type="none" w="med" len="med"/>
                    </a:lnT>
                    <a:lnB w="12700" cap="flat" cmpd="sng" algn="ctr">
                      <a:solidFill>
                        <a:srgbClr val="0000D4"/>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0" fontAlgn="base" latinLnBrk="0" hangingPunct="0">
                        <a:lnSpc>
                          <a:spcPct val="100000"/>
                        </a:lnSpc>
                        <a:spcBef>
                          <a:spcPct val="30000"/>
                        </a:spcBef>
                        <a:spcAft>
                          <a:spcPct val="0"/>
                        </a:spcAft>
                        <a:buClr>
                          <a:schemeClr val="hlink"/>
                        </a:buClr>
                        <a:buSzPct val="75000"/>
                        <a:buFont typeface="Wingdings" pitchFamily="2" charset="2"/>
                        <a:buNone/>
                        <a:tabLst/>
                      </a:pPr>
                      <a:r>
                        <a:rPr kumimoji="0" lang="en-GB" sz="1800" b="1" i="0" u="none" strike="noStrike" cap="none" normalizeH="0" baseline="0" dirty="0">
                          <a:ln>
                            <a:noFill/>
                          </a:ln>
                          <a:solidFill>
                            <a:schemeClr val="tx1"/>
                          </a:solidFill>
                          <a:effectLst/>
                          <a:latin typeface="Arial" pitchFamily="34" charset="0"/>
                        </a:rPr>
                        <a:t>Canonical Format Identifier:</a:t>
                      </a:r>
                      <a:br>
                        <a:rPr kumimoji="0" lang="en-GB" sz="1800" b="1" i="0" u="none" strike="noStrike" cap="none" normalizeH="0" baseline="0" dirty="0">
                          <a:ln>
                            <a:noFill/>
                          </a:ln>
                          <a:solidFill>
                            <a:schemeClr val="tx1"/>
                          </a:solidFill>
                          <a:effectLst/>
                          <a:latin typeface="Arial" pitchFamily="34" charset="0"/>
                        </a:rPr>
                      </a:br>
                      <a:r>
                        <a:rPr kumimoji="0" lang="en-GB" sz="1800" b="1" i="0" u="none" strike="noStrike" cap="none" normalizeH="0" baseline="0" dirty="0">
                          <a:ln>
                            <a:noFill/>
                          </a:ln>
                          <a:solidFill>
                            <a:srgbClr val="0000FF"/>
                          </a:solidFill>
                          <a:effectLst/>
                          <a:latin typeface="Arial" pitchFamily="34" charset="0"/>
                        </a:rPr>
                        <a:t>0</a:t>
                      </a:r>
                      <a:r>
                        <a:rPr kumimoji="0" lang="en-GB" sz="1800" b="1" i="0" u="none" strike="noStrike" cap="none" normalizeH="0" baseline="0" dirty="0">
                          <a:ln>
                            <a:noFill/>
                          </a:ln>
                          <a:solidFill>
                            <a:schemeClr val="tx1"/>
                          </a:solidFill>
                          <a:effectLst/>
                          <a:latin typeface="Arial" pitchFamily="34" charset="0"/>
                        </a:rPr>
                        <a:t> = CSMA/CD frame</a:t>
                      </a:r>
                    </a:p>
                  </a:txBody>
                  <a:tcPr horzOverflow="overflow">
                    <a:lnL w="12700" cap="flat" cmpd="sng" algn="ctr">
                      <a:solidFill>
                        <a:srgbClr val="0000D4"/>
                      </a:solidFill>
                      <a:prstDash val="solid"/>
                      <a:round/>
                      <a:headEnd type="none" w="med" len="med"/>
                      <a:tailEnd type="none" w="med" len="med"/>
                    </a:lnL>
                    <a:lnR w="28575" cap="flat" cmpd="sng" algn="ctr">
                      <a:solidFill>
                        <a:srgbClr val="0000D4"/>
                      </a:solidFill>
                      <a:prstDash val="solid"/>
                      <a:round/>
                      <a:headEnd type="none" w="med" len="med"/>
                      <a:tailEnd type="none" w="med" len="med"/>
                    </a:lnR>
                    <a:lnT w="12700" cap="flat" cmpd="sng" algn="ctr">
                      <a:solidFill>
                        <a:srgbClr val="0000D4"/>
                      </a:solidFill>
                      <a:prstDash val="solid"/>
                      <a:round/>
                      <a:headEnd type="none" w="med" len="med"/>
                      <a:tailEnd type="none" w="med" len="med"/>
                    </a:lnT>
                    <a:lnB w="12700" cap="flat" cmpd="sng" algn="ctr">
                      <a:solidFill>
                        <a:srgbClr val="0000D4"/>
                      </a:solidFill>
                      <a:prstDash val="solid"/>
                      <a:round/>
                      <a:headEnd type="none" w="med" len="med"/>
                      <a:tailEnd type="none" w="med" len="med"/>
                    </a:lnB>
                    <a:lnTlToBr>
                      <a:noFill/>
                    </a:lnTlToBr>
                    <a:lnBlToTr>
                      <a:noFill/>
                    </a:lnBlToTr>
                    <a:solidFill>
                      <a:schemeClr val="accent2">
                        <a:lumMod val="20000"/>
                        <a:lumOff val="80000"/>
                      </a:schemeClr>
                    </a:solidFill>
                  </a:tcPr>
                </a:tc>
                <a:extLst>
                  <a:ext uri="{0D108BD9-81ED-4DB2-BD59-A6C34878D82A}">
                    <a16:rowId xmlns:a16="http://schemas.microsoft.com/office/drawing/2014/main" val="10002"/>
                  </a:ext>
                </a:extLst>
              </a:tr>
              <a:tr h="7493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0" fontAlgn="base" latinLnBrk="0" hangingPunct="0">
                        <a:lnSpc>
                          <a:spcPct val="100000"/>
                        </a:lnSpc>
                        <a:spcBef>
                          <a:spcPct val="30000"/>
                        </a:spcBef>
                        <a:spcAft>
                          <a:spcPct val="0"/>
                        </a:spcAft>
                        <a:buClr>
                          <a:schemeClr val="hlink"/>
                        </a:buClr>
                        <a:buSzPct val="75000"/>
                        <a:buFont typeface="Wingdings" pitchFamily="2" charset="2"/>
                        <a:buNone/>
                        <a:tabLst/>
                      </a:pPr>
                      <a:r>
                        <a:rPr kumimoji="0" lang="en-GB" sz="1800" b="1" i="0" u="none" strike="noStrike" cap="none" normalizeH="0" baseline="0" dirty="0">
                          <a:ln>
                            <a:noFill/>
                          </a:ln>
                          <a:solidFill>
                            <a:schemeClr val="tx1"/>
                          </a:solidFill>
                          <a:effectLst/>
                          <a:latin typeface="Arial" pitchFamily="34" charset="0"/>
                        </a:rPr>
                        <a:t>VLAN ID</a:t>
                      </a:r>
                    </a:p>
                  </a:txBody>
                  <a:tcPr anchor="ctr" horzOverflow="overflow">
                    <a:lnL w="28575" cap="flat" cmpd="sng" algn="ctr">
                      <a:solidFill>
                        <a:srgbClr val="0000D4"/>
                      </a:solidFill>
                      <a:prstDash val="solid"/>
                      <a:round/>
                      <a:headEnd type="none" w="med" len="med"/>
                      <a:tailEnd type="none" w="med" len="med"/>
                    </a:lnL>
                    <a:lnR w="12700" cap="flat" cmpd="sng" algn="ctr">
                      <a:solidFill>
                        <a:srgbClr val="0000D4"/>
                      </a:solidFill>
                      <a:prstDash val="solid"/>
                      <a:round/>
                      <a:headEnd type="none" w="med" len="med"/>
                      <a:tailEnd type="none" w="med" len="med"/>
                    </a:lnR>
                    <a:lnT w="12700" cap="flat" cmpd="sng" algn="ctr">
                      <a:solidFill>
                        <a:srgbClr val="0000D4"/>
                      </a:solidFill>
                      <a:prstDash val="solid"/>
                      <a:round/>
                      <a:headEnd type="none" w="med" len="med"/>
                      <a:tailEnd type="none" w="med" len="med"/>
                    </a:lnT>
                    <a:lnB w="28575" cap="flat" cmpd="sng" algn="ctr">
                      <a:solidFill>
                        <a:srgbClr val="0000D4"/>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0" fontAlgn="base" latinLnBrk="0" hangingPunct="0">
                        <a:lnSpc>
                          <a:spcPct val="100000"/>
                        </a:lnSpc>
                        <a:spcBef>
                          <a:spcPct val="30000"/>
                        </a:spcBef>
                        <a:spcAft>
                          <a:spcPct val="0"/>
                        </a:spcAft>
                        <a:buClr>
                          <a:schemeClr val="hlink"/>
                        </a:buClr>
                        <a:buSzPct val="75000"/>
                        <a:buFont typeface="Wingdings" pitchFamily="2" charset="2"/>
                        <a:buNone/>
                        <a:tabLst/>
                      </a:pPr>
                      <a:r>
                        <a:rPr kumimoji="0" lang="en-GB" sz="1800" b="1" i="0" u="none" strike="noStrike" cap="none" normalizeH="0" baseline="0" dirty="0">
                          <a:ln>
                            <a:noFill/>
                          </a:ln>
                          <a:solidFill>
                            <a:schemeClr val="tx1"/>
                          </a:solidFill>
                          <a:effectLst/>
                          <a:latin typeface="Arial" pitchFamily="34" charset="0"/>
                        </a:rPr>
                        <a:t>12-bit VLAN </a:t>
                      </a:r>
                      <a:r>
                        <a:rPr kumimoji="0" lang="en-GB" sz="1800" b="1" i="0" u="none" strike="noStrike" cap="none" normalizeH="0" baseline="0" dirty="0" err="1">
                          <a:ln>
                            <a:noFill/>
                          </a:ln>
                          <a:solidFill>
                            <a:schemeClr val="tx1"/>
                          </a:solidFill>
                          <a:effectLst/>
                          <a:latin typeface="Arial" pitchFamily="34" charset="0"/>
                        </a:rPr>
                        <a:t>IDentifier</a:t>
                      </a:r>
                      <a:br>
                        <a:rPr kumimoji="0" lang="en-GB" sz="1800" b="1" i="0" u="none" strike="noStrike" cap="none" normalizeH="0" baseline="0" dirty="0">
                          <a:ln>
                            <a:noFill/>
                          </a:ln>
                          <a:solidFill>
                            <a:schemeClr val="tx1"/>
                          </a:solidFill>
                          <a:effectLst/>
                          <a:latin typeface="Arial" pitchFamily="34" charset="0"/>
                        </a:rPr>
                      </a:br>
                      <a:r>
                        <a:rPr kumimoji="0" lang="en-GB" sz="1800" b="1" i="0" u="none" strike="noStrike" cap="none" normalizeH="0" baseline="0" dirty="0">
                          <a:ln>
                            <a:noFill/>
                          </a:ln>
                          <a:solidFill>
                            <a:schemeClr val="tx1"/>
                          </a:solidFill>
                          <a:effectLst/>
                          <a:latin typeface="Arial" pitchFamily="34" charset="0"/>
                        </a:rPr>
                        <a:t>poss. values 2 – 4094</a:t>
                      </a:r>
                      <a:br>
                        <a:rPr kumimoji="0" lang="en-GB" sz="1800" b="1" i="0" u="none" strike="noStrike" cap="none" normalizeH="0" baseline="0" dirty="0">
                          <a:ln>
                            <a:noFill/>
                          </a:ln>
                          <a:solidFill>
                            <a:schemeClr val="tx1"/>
                          </a:solidFill>
                          <a:effectLst/>
                          <a:latin typeface="Arial" pitchFamily="34" charset="0"/>
                        </a:rPr>
                      </a:br>
                      <a:r>
                        <a:rPr kumimoji="0" lang="en-GB" sz="1800" b="1" i="0" u="none" strike="noStrike" cap="none" normalizeH="0" baseline="0" dirty="0">
                          <a:ln>
                            <a:noFill/>
                          </a:ln>
                          <a:solidFill>
                            <a:srgbClr val="FF0000"/>
                          </a:solidFill>
                          <a:effectLst/>
                          <a:latin typeface="Arial" pitchFamily="34" charset="0"/>
                        </a:rPr>
                        <a:t>0, 1 and 4095 are reserved</a:t>
                      </a:r>
                    </a:p>
                  </a:txBody>
                  <a:tcPr horzOverflow="overflow">
                    <a:lnL w="12700" cap="flat" cmpd="sng" algn="ctr">
                      <a:solidFill>
                        <a:srgbClr val="0000D4"/>
                      </a:solidFill>
                      <a:prstDash val="solid"/>
                      <a:round/>
                      <a:headEnd type="none" w="med" len="med"/>
                      <a:tailEnd type="none" w="med" len="med"/>
                    </a:lnL>
                    <a:lnR w="28575" cap="flat" cmpd="sng" algn="ctr">
                      <a:solidFill>
                        <a:srgbClr val="0000D4"/>
                      </a:solidFill>
                      <a:prstDash val="solid"/>
                      <a:round/>
                      <a:headEnd type="none" w="med" len="med"/>
                      <a:tailEnd type="none" w="med" len="med"/>
                    </a:lnR>
                    <a:lnT w="12700" cap="flat" cmpd="sng" algn="ctr">
                      <a:solidFill>
                        <a:srgbClr val="0000D4"/>
                      </a:solidFill>
                      <a:prstDash val="solid"/>
                      <a:round/>
                      <a:headEnd type="none" w="med" len="med"/>
                      <a:tailEnd type="none" w="med" len="med"/>
                    </a:lnT>
                    <a:lnB w="28575" cap="flat" cmpd="sng" algn="ctr">
                      <a:solidFill>
                        <a:srgbClr val="0000D4"/>
                      </a:solidFill>
                      <a:prstDash val="solid"/>
                      <a:round/>
                      <a:headEnd type="none" w="med" len="med"/>
                      <a:tailEnd type="none" w="med" len="med"/>
                    </a:lnB>
                    <a:lnTlToBr>
                      <a:noFill/>
                    </a:lnTlToBr>
                    <a:lnBlToTr>
                      <a:noFill/>
                    </a:lnBlToTr>
                    <a:solidFill>
                      <a:schemeClr val="accent2">
                        <a:lumMod val="20000"/>
                        <a:lumOff val="80000"/>
                      </a:schemeClr>
                    </a:solidFill>
                  </a:tcPr>
                </a:tc>
                <a:extLst>
                  <a:ext uri="{0D108BD9-81ED-4DB2-BD59-A6C34878D82A}">
                    <a16:rowId xmlns:a16="http://schemas.microsoft.com/office/drawing/2014/main" val="10003"/>
                  </a:ext>
                </a:extLst>
              </a:tr>
            </a:tbl>
          </a:graphicData>
        </a:graphic>
      </p:graphicFrame>
      <p:grpSp>
        <p:nvGrpSpPr>
          <p:cNvPr id="3" name="Groupe 2"/>
          <p:cNvGrpSpPr/>
          <p:nvPr/>
        </p:nvGrpSpPr>
        <p:grpSpPr>
          <a:xfrm>
            <a:off x="5744694" y="1390295"/>
            <a:ext cx="5470810" cy="4768569"/>
            <a:chOff x="6292137" y="1498096"/>
            <a:chExt cx="4573437" cy="4584704"/>
          </a:xfrm>
        </p:grpSpPr>
        <p:sp>
          <p:nvSpPr>
            <p:cNvPr id="8" name="Line 4"/>
            <p:cNvSpPr>
              <a:spLocks noChangeShapeType="1"/>
            </p:cNvSpPr>
            <p:nvPr/>
          </p:nvSpPr>
          <p:spPr bwMode="auto">
            <a:xfrm flipH="1">
              <a:off x="7341324" y="3826958"/>
              <a:ext cx="52388" cy="1039813"/>
            </a:xfrm>
            <a:prstGeom prst="line">
              <a:avLst/>
            </a:prstGeom>
            <a:noFill/>
            <a:ln w="12700">
              <a:solidFill>
                <a:srgbClr val="DD0806"/>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Text" lastClr="000000"/>
                </a:solidFill>
                <a:effectLst/>
                <a:uLnTx/>
                <a:uFillTx/>
              </a:endParaRPr>
            </a:p>
          </p:txBody>
        </p:sp>
        <p:sp>
          <p:nvSpPr>
            <p:cNvPr id="10" name="Line 5"/>
            <p:cNvSpPr>
              <a:spLocks noChangeShapeType="1"/>
            </p:cNvSpPr>
            <p:nvPr/>
          </p:nvSpPr>
          <p:spPr bwMode="auto">
            <a:xfrm>
              <a:off x="7750899" y="3833308"/>
              <a:ext cx="2327275" cy="895354"/>
            </a:xfrm>
            <a:prstGeom prst="line">
              <a:avLst/>
            </a:prstGeom>
            <a:noFill/>
            <a:ln w="12700">
              <a:solidFill>
                <a:srgbClr val="DD0806"/>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Text" lastClr="000000"/>
                </a:solidFill>
                <a:effectLst/>
                <a:uLnTx/>
                <a:uFillTx/>
              </a:endParaRPr>
            </a:p>
          </p:txBody>
        </p:sp>
        <p:grpSp>
          <p:nvGrpSpPr>
            <p:cNvPr id="11" name="Group 201"/>
            <p:cNvGrpSpPr>
              <a:grpSpLocks/>
            </p:cNvGrpSpPr>
            <p:nvPr/>
          </p:nvGrpSpPr>
          <p:grpSpPr bwMode="auto">
            <a:xfrm>
              <a:off x="6909524" y="4390524"/>
              <a:ext cx="3462338" cy="1692276"/>
              <a:chOff x="3086" y="2861"/>
              <a:chExt cx="2181" cy="1066"/>
            </a:xfrm>
          </p:grpSpPr>
          <p:sp>
            <p:nvSpPr>
              <p:cNvPr id="12" name="Rectangle 9"/>
              <p:cNvSpPr>
                <a:spLocks noChangeArrowheads="1"/>
              </p:cNvSpPr>
              <p:nvPr/>
            </p:nvSpPr>
            <p:spPr bwMode="blackWhite">
              <a:xfrm>
                <a:off x="3364" y="3121"/>
                <a:ext cx="1718" cy="462"/>
              </a:xfrm>
              <a:prstGeom prst="rect">
                <a:avLst/>
              </a:prstGeom>
              <a:solidFill>
                <a:srgbClr val="FFFF00"/>
              </a:solidFill>
              <a:ln w="12700">
                <a:solidFill>
                  <a:srgbClr val="0000D4"/>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Text" lastClr="000000"/>
                  </a:solidFill>
                  <a:effectLst/>
                  <a:uLnTx/>
                  <a:uFillTx/>
                </a:endParaRPr>
              </a:p>
            </p:txBody>
          </p:sp>
          <p:sp>
            <p:nvSpPr>
              <p:cNvPr id="13" name="Line 10"/>
              <p:cNvSpPr>
                <a:spLocks noChangeShapeType="1"/>
              </p:cNvSpPr>
              <p:nvPr/>
            </p:nvSpPr>
            <p:spPr bwMode="blackWhite">
              <a:xfrm>
                <a:off x="4086" y="3121"/>
                <a:ext cx="2" cy="806"/>
              </a:xfrm>
              <a:prstGeom prst="line">
                <a:avLst/>
              </a:prstGeom>
              <a:noFill/>
              <a:ln w="12700">
                <a:solidFill>
                  <a:srgbClr val="0000D4"/>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Text" lastClr="000000"/>
                  </a:solidFill>
                  <a:effectLst/>
                  <a:uLnTx/>
                  <a:uFillTx/>
                </a:endParaRPr>
              </a:p>
            </p:txBody>
          </p:sp>
          <p:sp>
            <p:nvSpPr>
              <p:cNvPr id="14" name="Line 11"/>
              <p:cNvSpPr>
                <a:spLocks noChangeShapeType="1"/>
              </p:cNvSpPr>
              <p:nvPr/>
            </p:nvSpPr>
            <p:spPr bwMode="blackWhite">
              <a:xfrm>
                <a:off x="4233" y="3121"/>
                <a:ext cx="0" cy="462"/>
              </a:xfrm>
              <a:prstGeom prst="line">
                <a:avLst/>
              </a:prstGeom>
              <a:noFill/>
              <a:ln w="12700">
                <a:solidFill>
                  <a:srgbClr val="0000D4"/>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Text" lastClr="000000"/>
                  </a:solidFill>
                  <a:effectLst/>
                  <a:uLnTx/>
                  <a:uFillTx/>
                </a:endParaRPr>
              </a:p>
            </p:txBody>
          </p:sp>
          <p:sp>
            <p:nvSpPr>
              <p:cNvPr id="15" name="Line 12"/>
              <p:cNvSpPr>
                <a:spLocks noChangeShapeType="1"/>
              </p:cNvSpPr>
              <p:nvPr/>
            </p:nvSpPr>
            <p:spPr bwMode="blackWhite">
              <a:xfrm>
                <a:off x="4288" y="3121"/>
                <a:ext cx="0" cy="462"/>
              </a:xfrm>
              <a:prstGeom prst="line">
                <a:avLst/>
              </a:prstGeom>
              <a:noFill/>
              <a:ln w="12700">
                <a:solidFill>
                  <a:srgbClr val="0000D4"/>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Text" lastClr="000000"/>
                  </a:solidFill>
                  <a:effectLst/>
                  <a:uLnTx/>
                  <a:uFillTx/>
                </a:endParaRPr>
              </a:p>
            </p:txBody>
          </p:sp>
          <p:sp>
            <p:nvSpPr>
              <p:cNvPr id="16" name="Line 13"/>
              <p:cNvSpPr>
                <a:spLocks noChangeShapeType="1"/>
              </p:cNvSpPr>
              <p:nvPr/>
            </p:nvSpPr>
            <p:spPr bwMode="blackWhite">
              <a:xfrm>
                <a:off x="5082" y="3121"/>
                <a:ext cx="0" cy="462"/>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Text" lastClr="000000"/>
                  </a:solidFill>
                  <a:effectLst/>
                  <a:uLnTx/>
                  <a:uFillTx/>
                </a:endParaRPr>
              </a:p>
            </p:txBody>
          </p:sp>
          <p:sp>
            <p:nvSpPr>
              <p:cNvPr id="17" name="Text Box 14"/>
              <p:cNvSpPr txBox="1">
                <a:spLocks noChangeArrowheads="1"/>
              </p:cNvSpPr>
              <p:nvPr/>
            </p:nvSpPr>
            <p:spPr bwMode="blackWhite">
              <a:xfrm>
                <a:off x="3603" y="3275"/>
                <a:ext cx="280" cy="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400" b="1" i="0" u="none" strike="noStrike" kern="0" cap="none" spc="0" normalizeH="0" baseline="0" noProof="0" dirty="0">
                    <a:ln>
                      <a:noFill/>
                    </a:ln>
                    <a:effectLst/>
                    <a:uLnTx/>
                    <a:uFillTx/>
                  </a:rPr>
                  <a:t>TPID</a:t>
                </a:r>
              </a:p>
            </p:txBody>
          </p:sp>
          <p:sp>
            <p:nvSpPr>
              <p:cNvPr id="18" name="Freeform 15"/>
              <p:cNvSpPr>
                <a:spLocks/>
              </p:cNvSpPr>
              <p:nvPr/>
            </p:nvSpPr>
            <p:spPr bwMode="blackWhite">
              <a:xfrm>
                <a:off x="4166" y="3544"/>
                <a:ext cx="183" cy="182"/>
              </a:xfrm>
              <a:custGeom>
                <a:avLst/>
                <a:gdLst>
                  <a:gd name="T0" fmla="*/ 0 w 183"/>
                  <a:gd name="T1" fmla="*/ 0 h 110"/>
                  <a:gd name="T2" fmla="*/ 0 w 183"/>
                  <a:gd name="T3" fmla="*/ 110 h 110"/>
                  <a:gd name="T4" fmla="*/ 183 w 183"/>
                  <a:gd name="T5" fmla="*/ 110 h 110"/>
                </a:gdLst>
                <a:ahLst/>
                <a:cxnLst>
                  <a:cxn ang="0">
                    <a:pos x="T0" y="T1"/>
                  </a:cxn>
                  <a:cxn ang="0">
                    <a:pos x="T2" y="T3"/>
                  </a:cxn>
                  <a:cxn ang="0">
                    <a:pos x="T4" y="T5"/>
                  </a:cxn>
                </a:cxnLst>
                <a:rect l="0" t="0" r="r" b="b"/>
                <a:pathLst>
                  <a:path w="183" h="110">
                    <a:moveTo>
                      <a:pt x="0" y="0"/>
                    </a:moveTo>
                    <a:lnTo>
                      <a:pt x="0" y="110"/>
                    </a:lnTo>
                    <a:lnTo>
                      <a:pt x="183" y="110"/>
                    </a:lnTo>
                  </a:path>
                </a:pathLst>
              </a:custGeom>
              <a:noFill/>
              <a:ln w="12700" cap="flat" cmpd="sng">
                <a:solidFill>
                  <a:srgbClr val="0000D4"/>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Text" lastClr="000000"/>
                  </a:solidFill>
                  <a:effectLst/>
                  <a:uLnTx/>
                  <a:uFillTx/>
                </a:endParaRPr>
              </a:p>
            </p:txBody>
          </p:sp>
          <p:sp>
            <p:nvSpPr>
              <p:cNvPr id="19" name="Text Box 16"/>
              <p:cNvSpPr txBox="1">
                <a:spLocks noChangeArrowheads="1"/>
              </p:cNvSpPr>
              <p:nvPr/>
            </p:nvSpPr>
            <p:spPr bwMode="blackWhite">
              <a:xfrm>
                <a:off x="4333" y="3572"/>
                <a:ext cx="934" cy="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1400" b="1" i="0" u="none" strike="noStrike" kern="0" cap="none" spc="0" normalizeH="0" baseline="0" noProof="0" dirty="0">
                    <a:ln>
                      <a:noFill/>
                    </a:ln>
                    <a:effectLst/>
                    <a:uLnTx/>
                    <a:uFillTx/>
                  </a:rPr>
                  <a:t>CFI</a:t>
                </a:r>
              </a:p>
            </p:txBody>
          </p:sp>
          <p:sp>
            <p:nvSpPr>
              <p:cNvPr id="20" name="Text Box 17"/>
              <p:cNvSpPr txBox="1">
                <a:spLocks noChangeArrowheads="1"/>
              </p:cNvSpPr>
              <p:nvPr/>
            </p:nvSpPr>
            <p:spPr bwMode="blackWhite">
              <a:xfrm>
                <a:off x="4333" y="3666"/>
                <a:ext cx="901" cy="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1400" b="1" i="0" u="none" strike="noStrike" kern="0" cap="none" spc="0" normalizeH="0" baseline="0" noProof="0" dirty="0" err="1">
                    <a:ln>
                      <a:noFill/>
                    </a:ln>
                    <a:solidFill>
                      <a:schemeClr val="tx1">
                        <a:lumMod val="95000"/>
                        <a:lumOff val="5000"/>
                      </a:schemeClr>
                    </a:solidFill>
                    <a:effectLst/>
                    <a:uLnTx/>
                    <a:uFillTx/>
                  </a:rPr>
                  <a:t>CoS</a:t>
                </a:r>
                <a:r>
                  <a:rPr kumimoji="0" lang="en-GB" sz="1400" b="1" i="0" u="none" strike="noStrike" kern="0" cap="none" spc="0" normalizeH="0" baseline="0" noProof="0" dirty="0">
                    <a:ln>
                      <a:noFill/>
                    </a:ln>
                    <a:solidFill>
                      <a:schemeClr val="tx1">
                        <a:lumMod val="95000"/>
                        <a:lumOff val="5000"/>
                      </a:schemeClr>
                    </a:solidFill>
                    <a:effectLst/>
                    <a:uLnTx/>
                    <a:uFillTx/>
                  </a:rPr>
                  <a:t> (PRI) (802.1p)</a:t>
                </a:r>
              </a:p>
            </p:txBody>
          </p:sp>
          <p:sp>
            <p:nvSpPr>
              <p:cNvPr id="21" name="Text Box 18"/>
              <p:cNvSpPr txBox="1">
                <a:spLocks noChangeArrowheads="1"/>
              </p:cNvSpPr>
              <p:nvPr/>
            </p:nvSpPr>
            <p:spPr bwMode="blackWhite">
              <a:xfrm>
                <a:off x="4384" y="3227"/>
                <a:ext cx="551" cy="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400" b="1" i="0" u="none" strike="noStrike" kern="0" cap="none" spc="0" normalizeH="0" baseline="0" noProof="0" dirty="0">
                    <a:ln>
                      <a:noFill/>
                    </a:ln>
                    <a:effectLst/>
                    <a:uLnTx/>
                    <a:uFillTx/>
                  </a:rPr>
                  <a:t>N° du VLAN</a:t>
                </a:r>
              </a:p>
            </p:txBody>
          </p:sp>
          <p:sp>
            <p:nvSpPr>
              <p:cNvPr id="22" name="Text Box 19"/>
              <p:cNvSpPr txBox="1">
                <a:spLocks noChangeArrowheads="1"/>
              </p:cNvSpPr>
              <p:nvPr/>
            </p:nvSpPr>
            <p:spPr bwMode="blackWhite">
              <a:xfrm>
                <a:off x="3086" y="2949"/>
                <a:ext cx="29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dirty="0">
                    <a:ln>
                      <a:noFill/>
                    </a:ln>
                    <a:solidFill>
                      <a:srgbClr val="0000D4"/>
                    </a:solidFill>
                    <a:effectLst/>
                    <a:uLnTx/>
                    <a:uFillTx/>
                  </a:rPr>
                  <a:t>bits</a:t>
                </a:r>
              </a:p>
            </p:txBody>
          </p:sp>
          <p:sp>
            <p:nvSpPr>
              <p:cNvPr id="23" name="Text Box 20"/>
              <p:cNvSpPr txBox="1">
                <a:spLocks noChangeArrowheads="1"/>
              </p:cNvSpPr>
              <p:nvPr/>
            </p:nvSpPr>
            <p:spPr bwMode="blackWhite">
              <a:xfrm>
                <a:off x="3610" y="2861"/>
                <a:ext cx="25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dirty="0">
                    <a:ln>
                      <a:noFill/>
                    </a:ln>
                    <a:solidFill>
                      <a:srgbClr val="0000D4"/>
                    </a:solidFill>
                    <a:effectLst/>
                    <a:uLnTx/>
                    <a:uFillTx/>
                  </a:rPr>
                  <a:t>16</a:t>
                </a:r>
              </a:p>
            </p:txBody>
          </p:sp>
          <p:sp>
            <p:nvSpPr>
              <p:cNvPr id="24" name="Text Box 21"/>
              <p:cNvSpPr txBox="1">
                <a:spLocks noChangeArrowheads="1"/>
              </p:cNvSpPr>
              <p:nvPr/>
            </p:nvSpPr>
            <p:spPr bwMode="blackWhite">
              <a:xfrm>
                <a:off x="4085" y="2878"/>
                <a:ext cx="17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dirty="0">
                    <a:ln>
                      <a:noFill/>
                    </a:ln>
                    <a:solidFill>
                      <a:srgbClr val="0000D4"/>
                    </a:solidFill>
                    <a:effectLst/>
                    <a:uLnTx/>
                    <a:uFillTx/>
                  </a:rPr>
                  <a:t>3</a:t>
                </a:r>
              </a:p>
            </p:txBody>
          </p:sp>
          <p:sp>
            <p:nvSpPr>
              <p:cNvPr id="25" name="Text Box 22"/>
              <p:cNvSpPr txBox="1">
                <a:spLocks noChangeArrowheads="1"/>
              </p:cNvSpPr>
              <p:nvPr/>
            </p:nvSpPr>
            <p:spPr bwMode="blackWhite">
              <a:xfrm>
                <a:off x="4208" y="2878"/>
                <a:ext cx="17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dirty="0">
                    <a:ln>
                      <a:noFill/>
                    </a:ln>
                    <a:solidFill>
                      <a:srgbClr val="0000D4"/>
                    </a:solidFill>
                    <a:effectLst/>
                    <a:uLnTx/>
                    <a:uFillTx/>
                  </a:rPr>
                  <a:t>1</a:t>
                </a:r>
              </a:p>
            </p:txBody>
          </p:sp>
          <p:sp>
            <p:nvSpPr>
              <p:cNvPr id="26" name="Text Box 23"/>
              <p:cNvSpPr txBox="1">
                <a:spLocks noChangeArrowheads="1"/>
              </p:cNvSpPr>
              <p:nvPr/>
            </p:nvSpPr>
            <p:spPr bwMode="blackWhite">
              <a:xfrm>
                <a:off x="4517" y="2886"/>
                <a:ext cx="29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dirty="0">
                    <a:ln>
                      <a:noFill/>
                    </a:ln>
                    <a:solidFill>
                      <a:srgbClr val="0000D4"/>
                    </a:solidFill>
                    <a:effectLst/>
                    <a:uLnTx/>
                    <a:uFillTx/>
                  </a:rPr>
                  <a:t>12</a:t>
                </a:r>
              </a:p>
            </p:txBody>
          </p:sp>
          <p:sp>
            <p:nvSpPr>
              <p:cNvPr id="27" name="Freeform 24"/>
              <p:cNvSpPr>
                <a:spLocks/>
              </p:cNvSpPr>
              <p:nvPr/>
            </p:nvSpPr>
            <p:spPr bwMode="blackWhite">
              <a:xfrm>
                <a:off x="4262" y="3544"/>
                <a:ext cx="69" cy="92"/>
              </a:xfrm>
              <a:custGeom>
                <a:avLst/>
                <a:gdLst>
                  <a:gd name="T0" fmla="*/ 0 w 183"/>
                  <a:gd name="T1" fmla="*/ 0 h 110"/>
                  <a:gd name="T2" fmla="*/ 0 w 183"/>
                  <a:gd name="T3" fmla="*/ 110 h 110"/>
                  <a:gd name="T4" fmla="*/ 183 w 183"/>
                  <a:gd name="T5" fmla="*/ 110 h 110"/>
                </a:gdLst>
                <a:ahLst/>
                <a:cxnLst>
                  <a:cxn ang="0">
                    <a:pos x="T0" y="T1"/>
                  </a:cxn>
                  <a:cxn ang="0">
                    <a:pos x="T2" y="T3"/>
                  </a:cxn>
                  <a:cxn ang="0">
                    <a:pos x="T4" y="T5"/>
                  </a:cxn>
                </a:cxnLst>
                <a:rect l="0" t="0" r="r" b="b"/>
                <a:pathLst>
                  <a:path w="183" h="110">
                    <a:moveTo>
                      <a:pt x="0" y="0"/>
                    </a:moveTo>
                    <a:lnTo>
                      <a:pt x="0" y="110"/>
                    </a:lnTo>
                    <a:lnTo>
                      <a:pt x="183" y="110"/>
                    </a:lnTo>
                  </a:path>
                </a:pathLst>
              </a:custGeom>
              <a:noFill/>
              <a:ln w="12700" cap="flat" cmpd="sng">
                <a:solidFill>
                  <a:srgbClr val="0000D4"/>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Text" lastClr="000000"/>
                  </a:solidFill>
                  <a:effectLst/>
                  <a:uLnTx/>
                  <a:uFillTx/>
                </a:endParaRPr>
              </a:p>
            </p:txBody>
          </p:sp>
        </p:grpSp>
        <p:grpSp>
          <p:nvGrpSpPr>
            <p:cNvPr id="28" name="Group 202"/>
            <p:cNvGrpSpPr>
              <a:grpSpLocks/>
            </p:cNvGrpSpPr>
            <p:nvPr/>
          </p:nvGrpSpPr>
          <p:grpSpPr bwMode="auto">
            <a:xfrm>
              <a:off x="6385649" y="3411033"/>
              <a:ext cx="4479925" cy="433388"/>
              <a:chOff x="2756" y="2244"/>
              <a:chExt cx="2822" cy="273"/>
            </a:xfrm>
          </p:grpSpPr>
          <p:sp>
            <p:nvSpPr>
              <p:cNvPr id="29" name="Rectangle 26"/>
              <p:cNvSpPr>
                <a:spLocks noChangeArrowheads="1"/>
              </p:cNvSpPr>
              <p:nvPr/>
            </p:nvSpPr>
            <p:spPr bwMode="blackWhite">
              <a:xfrm>
                <a:off x="2756" y="2244"/>
                <a:ext cx="2822" cy="273"/>
              </a:xfrm>
              <a:prstGeom prst="rect">
                <a:avLst/>
              </a:prstGeom>
              <a:solidFill>
                <a:schemeClr val="accent6">
                  <a:lumMod val="20000"/>
                  <a:lumOff val="80000"/>
                </a:schemeClr>
              </a:solidFill>
              <a:ln w="12700">
                <a:solidFill>
                  <a:srgbClr val="0000D4"/>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endParaRPr>
              </a:p>
            </p:txBody>
          </p:sp>
          <p:sp>
            <p:nvSpPr>
              <p:cNvPr id="30" name="Line 27"/>
              <p:cNvSpPr>
                <a:spLocks noChangeShapeType="1"/>
              </p:cNvSpPr>
              <p:nvPr/>
            </p:nvSpPr>
            <p:spPr bwMode="blackWhite">
              <a:xfrm>
                <a:off x="3820" y="2245"/>
                <a:ext cx="0" cy="272"/>
              </a:xfrm>
              <a:prstGeom prst="line">
                <a:avLst/>
              </a:prstGeom>
              <a:noFill/>
              <a:ln w="12700">
                <a:solidFill>
                  <a:srgbClr val="0000D4"/>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Text" lastClr="000000"/>
                  </a:solidFill>
                  <a:effectLst/>
                  <a:uLnTx/>
                  <a:uFillTx/>
                </a:endParaRPr>
              </a:p>
            </p:txBody>
          </p:sp>
          <p:sp>
            <p:nvSpPr>
              <p:cNvPr id="31" name="Line 28"/>
              <p:cNvSpPr>
                <a:spLocks noChangeShapeType="1"/>
              </p:cNvSpPr>
              <p:nvPr/>
            </p:nvSpPr>
            <p:spPr bwMode="blackWhite">
              <a:xfrm>
                <a:off x="5352" y="2245"/>
                <a:ext cx="0" cy="272"/>
              </a:xfrm>
              <a:prstGeom prst="line">
                <a:avLst/>
              </a:prstGeom>
              <a:noFill/>
              <a:ln w="12700">
                <a:solidFill>
                  <a:srgbClr val="0000D4"/>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Text" lastClr="000000"/>
                  </a:solidFill>
                  <a:effectLst/>
                  <a:uLnTx/>
                  <a:uFillTx/>
                </a:endParaRPr>
              </a:p>
            </p:txBody>
          </p:sp>
          <p:sp>
            <p:nvSpPr>
              <p:cNvPr id="32" name="Text Box 29"/>
              <p:cNvSpPr txBox="1">
                <a:spLocks noChangeArrowheads="1"/>
              </p:cNvSpPr>
              <p:nvPr/>
            </p:nvSpPr>
            <p:spPr bwMode="blackWhite">
              <a:xfrm>
                <a:off x="5345" y="2304"/>
                <a:ext cx="196" cy="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GB" sz="1000" kern="0" dirty="0">
                    <a:solidFill>
                      <a:srgbClr val="0000D4"/>
                    </a:solidFill>
                  </a:rPr>
                  <a:t>FCS</a:t>
                </a:r>
                <a:endParaRPr kumimoji="0" lang="en-GB" sz="1000" b="0" i="0" u="none" strike="noStrike" kern="0" cap="none" spc="0" normalizeH="0" baseline="0" noProof="0" dirty="0">
                  <a:ln>
                    <a:noFill/>
                  </a:ln>
                  <a:solidFill>
                    <a:srgbClr val="0000D4"/>
                  </a:solidFill>
                  <a:effectLst/>
                  <a:uLnTx/>
                  <a:uFillTx/>
                </a:endParaRPr>
              </a:p>
            </p:txBody>
          </p:sp>
          <p:sp>
            <p:nvSpPr>
              <p:cNvPr id="33" name="Text Box 30"/>
              <p:cNvSpPr txBox="1">
                <a:spLocks noChangeArrowheads="1"/>
              </p:cNvSpPr>
              <p:nvPr/>
            </p:nvSpPr>
            <p:spPr bwMode="blackWhite">
              <a:xfrm>
                <a:off x="4230" y="2304"/>
                <a:ext cx="452"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srgbClr val="0000D4"/>
                    </a:solidFill>
                    <a:effectLst/>
                    <a:uLnTx/>
                    <a:uFillTx/>
                  </a:rPr>
                  <a:t>Data field</a:t>
                </a:r>
              </a:p>
            </p:txBody>
          </p:sp>
          <p:sp>
            <p:nvSpPr>
              <p:cNvPr id="34" name="Text Box 31"/>
              <p:cNvSpPr txBox="1">
                <a:spLocks noChangeArrowheads="1"/>
              </p:cNvSpPr>
              <p:nvPr/>
            </p:nvSpPr>
            <p:spPr bwMode="blackWhite">
              <a:xfrm>
                <a:off x="2790" y="2256"/>
                <a:ext cx="232" cy="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effectLst/>
                    <a:uLnTx/>
                    <a:uFillTx/>
                  </a:rPr>
                  <a:t>MAC</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effectLst/>
                    <a:uLnTx/>
                    <a:uFillTx/>
                  </a:rPr>
                  <a:t>DA</a:t>
                </a:r>
              </a:p>
            </p:txBody>
          </p:sp>
          <p:sp>
            <p:nvSpPr>
              <p:cNvPr id="35" name="Line 32"/>
              <p:cNvSpPr>
                <a:spLocks noChangeShapeType="1"/>
              </p:cNvSpPr>
              <p:nvPr/>
            </p:nvSpPr>
            <p:spPr bwMode="blackWhite">
              <a:xfrm>
                <a:off x="3076" y="2245"/>
                <a:ext cx="0" cy="272"/>
              </a:xfrm>
              <a:prstGeom prst="line">
                <a:avLst/>
              </a:prstGeom>
              <a:noFill/>
              <a:ln w="12700">
                <a:solidFill>
                  <a:srgbClr val="0000D4"/>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Text" lastClr="000000"/>
                  </a:solidFill>
                  <a:effectLst/>
                  <a:uLnTx/>
                  <a:uFillTx/>
                </a:endParaRPr>
              </a:p>
            </p:txBody>
          </p:sp>
          <p:sp>
            <p:nvSpPr>
              <p:cNvPr id="36" name="Text Box 33"/>
              <p:cNvSpPr txBox="1">
                <a:spLocks noChangeArrowheads="1"/>
              </p:cNvSpPr>
              <p:nvPr/>
            </p:nvSpPr>
            <p:spPr bwMode="blackWhite">
              <a:xfrm>
                <a:off x="3120" y="2256"/>
                <a:ext cx="232" cy="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effectLst/>
                    <a:uLnTx/>
                    <a:uFillTx/>
                  </a:rPr>
                  <a:t>MAC</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effectLst/>
                    <a:uLnTx/>
                    <a:uFillTx/>
                  </a:rPr>
                  <a:t>SA</a:t>
                </a:r>
              </a:p>
            </p:txBody>
          </p:sp>
          <p:sp>
            <p:nvSpPr>
              <p:cNvPr id="37" name="Text Box 34"/>
              <p:cNvSpPr txBox="1">
                <a:spLocks noChangeArrowheads="1"/>
              </p:cNvSpPr>
              <p:nvPr/>
            </p:nvSpPr>
            <p:spPr bwMode="blackWhite">
              <a:xfrm>
                <a:off x="3575" y="2256"/>
                <a:ext cx="29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0000D4"/>
                    </a:solidFill>
                    <a:effectLst/>
                    <a:uLnTx/>
                    <a:uFillTx/>
                  </a:rPr>
                  <a:t>Type</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0000D4"/>
                    </a:solidFill>
                    <a:effectLst/>
                    <a:uLnTx/>
                    <a:uFillTx/>
                  </a:rPr>
                  <a:t>/Len</a:t>
                </a:r>
              </a:p>
            </p:txBody>
          </p:sp>
          <p:sp>
            <p:nvSpPr>
              <p:cNvPr id="38" name="Rectangle 35"/>
              <p:cNvSpPr>
                <a:spLocks noChangeArrowheads="1"/>
              </p:cNvSpPr>
              <p:nvPr/>
            </p:nvSpPr>
            <p:spPr bwMode="blackWhite">
              <a:xfrm>
                <a:off x="3396" y="2244"/>
                <a:ext cx="220" cy="272"/>
              </a:xfrm>
              <a:prstGeom prst="rect">
                <a:avLst/>
              </a:prstGeom>
              <a:solidFill>
                <a:srgbClr val="02ABEA"/>
              </a:solidFill>
              <a:ln w="12700">
                <a:solidFill>
                  <a:srgbClr val="0000D4"/>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Text" lastClr="000000"/>
                  </a:solidFill>
                  <a:effectLst/>
                  <a:uLnTx/>
                  <a:uFillTx/>
                </a:endParaRPr>
              </a:p>
            </p:txBody>
          </p:sp>
          <p:sp>
            <p:nvSpPr>
              <p:cNvPr id="39" name="Text Box 36"/>
              <p:cNvSpPr txBox="1">
                <a:spLocks noChangeArrowheads="1"/>
              </p:cNvSpPr>
              <p:nvPr/>
            </p:nvSpPr>
            <p:spPr bwMode="blackWhite">
              <a:xfrm>
                <a:off x="3367" y="2304"/>
                <a:ext cx="293"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effectLst/>
                    <a:uLnTx/>
                    <a:uFillTx/>
                  </a:rPr>
                  <a:t>TAG</a:t>
                </a:r>
              </a:p>
            </p:txBody>
          </p:sp>
        </p:grpSp>
        <p:sp>
          <p:nvSpPr>
            <p:cNvPr id="40" name="Text Box 91"/>
            <p:cNvSpPr txBox="1">
              <a:spLocks noChangeArrowheads="1"/>
            </p:cNvSpPr>
            <p:nvPr/>
          </p:nvSpPr>
          <p:spPr bwMode="blackWhite">
            <a:xfrm>
              <a:off x="7550874" y="2903033"/>
              <a:ext cx="2054585" cy="3550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b="1" u="none" strike="noStrike" kern="0" cap="none" spc="0" normalizeH="0" baseline="0" noProof="0" dirty="0">
                  <a:ln>
                    <a:noFill/>
                  </a:ln>
                  <a:effectLst/>
                  <a:uLnTx/>
                  <a:uFillTx/>
                </a:rPr>
                <a:t>802.1p/Q tagged frame</a:t>
              </a:r>
            </a:p>
          </p:txBody>
        </p:sp>
        <p:sp>
          <p:nvSpPr>
            <p:cNvPr id="42" name="Text Box 139"/>
            <p:cNvSpPr txBox="1">
              <a:spLocks noChangeArrowheads="1"/>
            </p:cNvSpPr>
            <p:nvPr/>
          </p:nvSpPr>
          <p:spPr bwMode="auto">
            <a:xfrm>
              <a:off x="10200563" y="2123571"/>
              <a:ext cx="596596" cy="2959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400" b="0" i="0" u="none" strike="noStrike" kern="0" cap="none" spc="0" normalizeH="0" baseline="0" noProof="0" dirty="0">
                  <a:ln>
                    <a:noFill/>
                  </a:ln>
                  <a:solidFill>
                    <a:srgbClr val="0000D4"/>
                  </a:solidFill>
                  <a:effectLst/>
                  <a:uLnTx/>
                  <a:uFillTx/>
                </a:rPr>
                <a:t>VLAN 3</a:t>
              </a:r>
            </a:p>
          </p:txBody>
        </p:sp>
        <p:sp>
          <p:nvSpPr>
            <p:cNvPr id="43" name="Freeform 140"/>
            <p:cNvSpPr>
              <a:spLocks/>
            </p:cNvSpPr>
            <p:nvPr/>
          </p:nvSpPr>
          <p:spPr bwMode="blackWhite">
            <a:xfrm flipV="1">
              <a:off x="7001599" y="1666371"/>
              <a:ext cx="3219450" cy="1146175"/>
            </a:xfrm>
            <a:custGeom>
              <a:avLst/>
              <a:gdLst>
                <a:gd name="T0" fmla="*/ 373 w 1920"/>
                <a:gd name="T1" fmla="*/ 456 h 685"/>
                <a:gd name="T2" fmla="*/ 185 w 1920"/>
                <a:gd name="T3" fmla="*/ 456 h 685"/>
                <a:gd name="T4" fmla="*/ 89 w 1920"/>
                <a:gd name="T5" fmla="*/ 456 h 685"/>
                <a:gd name="T6" fmla="*/ 21 w 1920"/>
                <a:gd name="T7" fmla="*/ 504 h 685"/>
                <a:gd name="T8" fmla="*/ 9 w 1920"/>
                <a:gd name="T9" fmla="*/ 584 h 685"/>
                <a:gd name="T10" fmla="*/ 73 w 1920"/>
                <a:gd name="T11" fmla="*/ 644 h 685"/>
                <a:gd name="T12" fmla="*/ 193 w 1920"/>
                <a:gd name="T13" fmla="*/ 656 h 685"/>
                <a:gd name="T14" fmla="*/ 885 w 1920"/>
                <a:gd name="T15" fmla="*/ 628 h 685"/>
                <a:gd name="T16" fmla="*/ 1025 w 1920"/>
                <a:gd name="T17" fmla="*/ 312 h 685"/>
                <a:gd name="T18" fmla="*/ 1245 w 1920"/>
                <a:gd name="T19" fmla="*/ 236 h 685"/>
                <a:gd name="T20" fmla="*/ 1513 w 1920"/>
                <a:gd name="T21" fmla="*/ 236 h 685"/>
                <a:gd name="T22" fmla="*/ 1849 w 1920"/>
                <a:gd name="T23" fmla="*/ 216 h 685"/>
                <a:gd name="T24" fmla="*/ 1897 w 1920"/>
                <a:gd name="T25" fmla="*/ 52 h 685"/>
                <a:gd name="T26" fmla="*/ 1713 w 1920"/>
                <a:gd name="T27" fmla="*/ 4 h 685"/>
                <a:gd name="T28" fmla="*/ 1325 w 1920"/>
                <a:gd name="T29" fmla="*/ 28 h 685"/>
                <a:gd name="T30" fmla="*/ 1013 w 1920"/>
                <a:gd name="T31" fmla="*/ 120 h 685"/>
                <a:gd name="T32" fmla="*/ 845 w 1920"/>
                <a:gd name="T33" fmla="*/ 416 h 685"/>
                <a:gd name="T34" fmla="*/ 373 w 1920"/>
                <a:gd name="T35" fmla="*/ 456 h 6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20" h="685">
                  <a:moveTo>
                    <a:pt x="373" y="456"/>
                  </a:moveTo>
                  <a:cubicBezTo>
                    <a:pt x="263" y="463"/>
                    <a:pt x="232" y="456"/>
                    <a:pt x="185" y="456"/>
                  </a:cubicBezTo>
                  <a:cubicBezTo>
                    <a:pt x="138" y="456"/>
                    <a:pt x="116" y="448"/>
                    <a:pt x="89" y="456"/>
                  </a:cubicBezTo>
                  <a:cubicBezTo>
                    <a:pt x="62" y="464"/>
                    <a:pt x="34" y="483"/>
                    <a:pt x="21" y="504"/>
                  </a:cubicBezTo>
                  <a:cubicBezTo>
                    <a:pt x="8" y="525"/>
                    <a:pt x="0" y="561"/>
                    <a:pt x="9" y="584"/>
                  </a:cubicBezTo>
                  <a:cubicBezTo>
                    <a:pt x="18" y="607"/>
                    <a:pt x="42" y="632"/>
                    <a:pt x="73" y="644"/>
                  </a:cubicBezTo>
                  <a:cubicBezTo>
                    <a:pt x="104" y="656"/>
                    <a:pt x="58" y="659"/>
                    <a:pt x="193" y="656"/>
                  </a:cubicBezTo>
                  <a:cubicBezTo>
                    <a:pt x="328" y="653"/>
                    <a:pt x="746" y="685"/>
                    <a:pt x="885" y="628"/>
                  </a:cubicBezTo>
                  <a:cubicBezTo>
                    <a:pt x="1024" y="571"/>
                    <a:pt x="965" y="377"/>
                    <a:pt x="1025" y="312"/>
                  </a:cubicBezTo>
                  <a:cubicBezTo>
                    <a:pt x="1085" y="247"/>
                    <a:pt x="1164" y="249"/>
                    <a:pt x="1245" y="236"/>
                  </a:cubicBezTo>
                  <a:cubicBezTo>
                    <a:pt x="1326" y="223"/>
                    <a:pt x="1412" y="239"/>
                    <a:pt x="1513" y="236"/>
                  </a:cubicBezTo>
                  <a:cubicBezTo>
                    <a:pt x="1614" y="233"/>
                    <a:pt x="1785" y="247"/>
                    <a:pt x="1849" y="216"/>
                  </a:cubicBezTo>
                  <a:cubicBezTo>
                    <a:pt x="1913" y="185"/>
                    <a:pt x="1920" y="87"/>
                    <a:pt x="1897" y="52"/>
                  </a:cubicBezTo>
                  <a:cubicBezTo>
                    <a:pt x="1874" y="17"/>
                    <a:pt x="1808" y="8"/>
                    <a:pt x="1713" y="4"/>
                  </a:cubicBezTo>
                  <a:cubicBezTo>
                    <a:pt x="1618" y="0"/>
                    <a:pt x="1442" y="9"/>
                    <a:pt x="1325" y="28"/>
                  </a:cubicBezTo>
                  <a:cubicBezTo>
                    <a:pt x="1208" y="47"/>
                    <a:pt x="1093" y="55"/>
                    <a:pt x="1013" y="120"/>
                  </a:cubicBezTo>
                  <a:cubicBezTo>
                    <a:pt x="933" y="185"/>
                    <a:pt x="954" y="361"/>
                    <a:pt x="845" y="416"/>
                  </a:cubicBezTo>
                  <a:cubicBezTo>
                    <a:pt x="736" y="471"/>
                    <a:pt x="483" y="449"/>
                    <a:pt x="373" y="456"/>
                  </a:cubicBezTo>
                  <a:close/>
                </a:path>
              </a:pathLst>
            </a:custGeom>
            <a:solidFill>
              <a:srgbClr val="C0C0C0"/>
            </a:solidFill>
            <a:ln w="12700" cap="flat" cmpd="sng">
              <a:solidFill>
                <a:srgbClr val="00000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Text" lastClr="000000"/>
                </a:solidFill>
                <a:effectLst/>
                <a:uLnTx/>
                <a:uFillTx/>
              </a:endParaRPr>
            </a:p>
          </p:txBody>
        </p:sp>
        <p:sp>
          <p:nvSpPr>
            <p:cNvPr id="44" name="AutoShape 141"/>
            <p:cNvSpPr>
              <a:spLocks noChangeArrowheads="1"/>
            </p:cNvSpPr>
            <p:nvPr/>
          </p:nvSpPr>
          <p:spPr bwMode="blackWhite">
            <a:xfrm>
              <a:off x="6950799" y="2050546"/>
              <a:ext cx="3232150" cy="369887"/>
            </a:xfrm>
            <a:prstGeom prst="roundRect">
              <a:avLst>
                <a:gd name="adj" fmla="val 16667"/>
              </a:avLst>
            </a:prstGeom>
            <a:solidFill>
              <a:srgbClr val="FFFF66"/>
            </a:solidFill>
            <a:ln w="12700">
              <a:solidFill>
                <a:srgbClr val="000000"/>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Text" lastClr="000000"/>
                </a:solidFill>
                <a:effectLst/>
                <a:uLnTx/>
                <a:uFillTx/>
              </a:endParaRPr>
            </a:p>
          </p:txBody>
        </p:sp>
        <p:sp>
          <p:nvSpPr>
            <p:cNvPr id="45" name="Freeform 142"/>
            <p:cNvSpPr>
              <a:spLocks/>
            </p:cNvSpPr>
            <p:nvPr/>
          </p:nvSpPr>
          <p:spPr bwMode="blackWhite">
            <a:xfrm>
              <a:off x="6944449" y="1653671"/>
              <a:ext cx="3217863" cy="1149350"/>
            </a:xfrm>
            <a:custGeom>
              <a:avLst/>
              <a:gdLst>
                <a:gd name="T0" fmla="*/ 373 w 1920"/>
                <a:gd name="T1" fmla="*/ 456 h 685"/>
                <a:gd name="T2" fmla="*/ 185 w 1920"/>
                <a:gd name="T3" fmla="*/ 456 h 685"/>
                <a:gd name="T4" fmla="*/ 89 w 1920"/>
                <a:gd name="T5" fmla="*/ 456 h 685"/>
                <a:gd name="T6" fmla="*/ 21 w 1920"/>
                <a:gd name="T7" fmla="*/ 504 h 685"/>
                <a:gd name="T8" fmla="*/ 9 w 1920"/>
                <a:gd name="T9" fmla="*/ 584 h 685"/>
                <a:gd name="T10" fmla="*/ 73 w 1920"/>
                <a:gd name="T11" fmla="*/ 644 h 685"/>
                <a:gd name="T12" fmla="*/ 193 w 1920"/>
                <a:gd name="T13" fmla="*/ 656 h 685"/>
                <a:gd name="T14" fmla="*/ 885 w 1920"/>
                <a:gd name="T15" fmla="*/ 628 h 685"/>
                <a:gd name="T16" fmla="*/ 1025 w 1920"/>
                <a:gd name="T17" fmla="*/ 312 h 685"/>
                <a:gd name="T18" fmla="*/ 1245 w 1920"/>
                <a:gd name="T19" fmla="*/ 236 h 685"/>
                <a:gd name="T20" fmla="*/ 1513 w 1920"/>
                <a:gd name="T21" fmla="*/ 236 h 685"/>
                <a:gd name="T22" fmla="*/ 1849 w 1920"/>
                <a:gd name="T23" fmla="*/ 216 h 685"/>
                <a:gd name="T24" fmla="*/ 1897 w 1920"/>
                <a:gd name="T25" fmla="*/ 52 h 685"/>
                <a:gd name="T26" fmla="*/ 1713 w 1920"/>
                <a:gd name="T27" fmla="*/ 4 h 685"/>
                <a:gd name="T28" fmla="*/ 1325 w 1920"/>
                <a:gd name="T29" fmla="*/ 28 h 685"/>
                <a:gd name="T30" fmla="*/ 1013 w 1920"/>
                <a:gd name="T31" fmla="*/ 120 h 685"/>
                <a:gd name="T32" fmla="*/ 845 w 1920"/>
                <a:gd name="T33" fmla="*/ 416 h 685"/>
                <a:gd name="T34" fmla="*/ 373 w 1920"/>
                <a:gd name="T35" fmla="*/ 456 h 6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20" h="685">
                  <a:moveTo>
                    <a:pt x="373" y="456"/>
                  </a:moveTo>
                  <a:cubicBezTo>
                    <a:pt x="263" y="463"/>
                    <a:pt x="232" y="456"/>
                    <a:pt x="185" y="456"/>
                  </a:cubicBezTo>
                  <a:cubicBezTo>
                    <a:pt x="138" y="456"/>
                    <a:pt x="116" y="448"/>
                    <a:pt x="89" y="456"/>
                  </a:cubicBezTo>
                  <a:cubicBezTo>
                    <a:pt x="62" y="464"/>
                    <a:pt x="34" y="483"/>
                    <a:pt x="21" y="504"/>
                  </a:cubicBezTo>
                  <a:cubicBezTo>
                    <a:pt x="8" y="525"/>
                    <a:pt x="0" y="561"/>
                    <a:pt x="9" y="584"/>
                  </a:cubicBezTo>
                  <a:cubicBezTo>
                    <a:pt x="18" y="607"/>
                    <a:pt x="42" y="632"/>
                    <a:pt x="73" y="644"/>
                  </a:cubicBezTo>
                  <a:cubicBezTo>
                    <a:pt x="104" y="656"/>
                    <a:pt x="58" y="659"/>
                    <a:pt x="193" y="656"/>
                  </a:cubicBezTo>
                  <a:cubicBezTo>
                    <a:pt x="328" y="653"/>
                    <a:pt x="746" y="685"/>
                    <a:pt x="885" y="628"/>
                  </a:cubicBezTo>
                  <a:cubicBezTo>
                    <a:pt x="1024" y="571"/>
                    <a:pt x="965" y="377"/>
                    <a:pt x="1025" y="312"/>
                  </a:cubicBezTo>
                  <a:cubicBezTo>
                    <a:pt x="1085" y="247"/>
                    <a:pt x="1164" y="249"/>
                    <a:pt x="1245" y="236"/>
                  </a:cubicBezTo>
                  <a:cubicBezTo>
                    <a:pt x="1326" y="223"/>
                    <a:pt x="1412" y="239"/>
                    <a:pt x="1513" y="236"/>
                  </a:cubicBezTo>
                  <a:cubicBezTo>
                    <a:pt x="1614" y="233"/>
                    <a:pt x="1785" y="247"/>
                    <a:pt x="1849" y="216"/>
                  </a:cubicBezTo>
                  <a:cubicBezTo>
                    <a:pt x="1913" y="185"/>
                    <a:pt x="1920" y="87"/>
                    <a:pt x="1897" y="52"/>
                  </a:cubicBezTo>
                  <a:cubicBezTo>
                    <a:pt x="1874" y="17"/>
                    <a:pt x="1808" y="8"/>
                    <a:pt x="1713" y="4"/>
                  </a:cubicBezTo>
                  <a:cubicBezTo>
                    <a:pt x="1618" y="0"/>
                    <a:pt x="1442" y="9"/>
                    <a:pt x="1325" y="28"/>
                  </a:cubicBezTo>
                  <a:cubicBezTo>
                    <a:pt x="1208" y="47"/>
                    <a:pt x="1093" y="55"/>
                    <a:pt x="1013" y="120"/>
                  </a:cubicBezTo>
                  <a:cubicBezTo>
                    <a:pt x="933" y="185"/>
                    <a:pt x="954" y="361"/>
                    <a:pt x="845" y="416"/>
                  </a:cubicBezTo>
                  <a:cubicBezTo>
                    <a:pt x="736" y="471"/>
                    <a:pt x="483" y="449"/>
                    <a:pt x="373" y="456"/>
                  </a:cubicBezTo>
                  <a:close/>
                </a:path>
              </a:pathLst>
            </a:custGeom>
            <a:solidFill>
              <a:srgbClr val="FF5050"/>
            </a:solidFill>
            <a:ln w="12700" cap="flat" cmpd="sng">
              <a:solidFill>
                <a:srgbClr val="00000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Text" lastClr="000000"/>
                </a:solidFill>
                <a:effectLst/>
                <a:uLnTx/>
                <a:uFillTx/>
              </a:endParaRPr>
            </a:p>
          </p:txBody>
        </p:sp>
        <p:grpSp>
          <p:nvGrpSpPr>
            <p:cNvPr id="46" name="Group 143"/>
            <p:cNvGrpSpPr>
              <a:grpSpLocks/>
            </p:cNvGrpSpPr>
            <p:nvPr/>
          </p:nvGrpSpPr>
          <p:grpSpPr bwMode="auto">
            <a:xfrm>
              <a:off x="7236549" y="1874333"/>
              <a:ext cx="44450" cy="714375"/>
              <a:chOff x="1992" y="960"/>
              <a:chExt cx="144" cy="2400"/>
            </a:xfrm>
          </p:grpSpPr>
          <p:sp>
            <p:nvSpPr>
              <p:cNvPr id="47" name="Rectangle 144"/>
              <p:cNvSpPr>
                <a:spLocks noChangeArrowheads="1"/>
              </p:cNvSpPr>
              <p:nvPr/>
            </p:nvSpPr>
            <p:spPr bwMode="auto">
              <a:xfrm>
                <a:off x="1992" y="960"/>
                <a:ext cx="144" cy="192"/>
              </a:xfrm>
              <a:prstGeom prst="rect">
                <a:avLst/>
              </a:prstGeom>
              <a:solidFill>
                <a:srgbClr val="80808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Text" lastClr="000000"/>
                  </a:solidFill>
                  <a:effectLst/>
                  <a:uLnTx/>
                  <a:uFillTx/>
                </a:endParaRPr>
              </a:p>
            </p:txBody>
          </p:sp>
          <p:sp>
            <p:nvSpPr>
              <p:cNvPr id="48" name="Rectangle 145"/>
              <p:cNvSpPr>
                <a:spLocks noChangeArrowheads="1"/>
              </p:cNvSpPr>
              <p:nvPr/>
            </p:nvSpPr>
            <p:spPr bwMode="auto">
              <a:xfrm>
                <a:off x="1992" y="1275"/>
                <a:ext cx="144" cy="192"/>
              </a:xfrm>
              <a:prstGeom prst="rect">
                <a:avLst/>
              </a:prstGeom>
              <a:solidFill>
                <a:srgbClr val="80808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Text" lastClr="000000"/>
                  </a:solidFill>
                  <a:effectLst/>
                  <a:uLnTx/>
                  <a:uFillTx/>
                </a:endParaRPr>
              </a:p>
            </p:txBody>
          </p:sp>
          <p:sp>
            <p:nvSpPr>
              <p:cNvPr id="49" name="Rectangle 146"/>
              <p:cNvSpPr>
                <a:spLocks noChangeArrowheads="1"/>
              </p:cNvSpPr>
              <p:nvPr/>
            </p:nvSpPr>
            <p:spPr bwMode="auto">
              <a:xfrm>
                <a:off x="1992" y="1590"/>
                <a:ext cx="144" cy="192"/>
              </a:xfrm>
              <a:prstGeom prst="rect">
                <a:avLst/>
              </a:prstGeom>
              <a:solidFill>
                <a:srgbClr val="80808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Text" lastClr="000000"/>
                  </a:solidFill>
                  <a:effectLst/>
                  <a:uLnTx/>
                  <a:uFillTx/>
                </a:endParaRPr>
              </a:p>
            </p:txBody>
          </p:sp>
          <p:sp>
            <p:nvSpPr>
              <p:cNvPr id="50" name="Rectangle 147"/>
              <p:cNvSpPr>
                <a:spLocks noChangeArrowheads="1"/>
              </p:cNvSpPr>
              <p:nvPr/>
            </p:nvSpPr>
            <p:spPr bwMode="auto">
              <a:xfrm>
                <a:off x="1992" y="1906"/>
                <a:ext cx="144" cy="192"/>
              </a:xfrm>
              <a:prstGeom prst="rect">
                <a:avLst/>
              </a:prstGeom>
              <a:solidFill>
                <a:srgbClr val="80808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Text" lastClr="000000"/>
                  </a:solidFill>
                  <a:effectLst/>
                  <a:uLnTx/>
                  <a:uFillTx/>
                </a:endParaRPr>
              </a:p>
            </p:txBody>
          </p:sp>
          <p:sp>
            <p:nvSpPr>
              <p:cNvPr id="51" name="Rectangle 148"/>
              <p:cNvSpPr>
                <a:spLocks noChangeArrowheads="1"/>
              </p:cNvSpPr>
              <p:nvPr/>
            </p:nvSpPr>
            <p:spPr bwMode="auto">
              <a:xfrm>
                <a:off x="1992" y="3168"/>
                <a:ext cx="144" cy="192"/>
              </a:xfrm>
              <a:prstGeom prst="rect">
                <a:avLst/>
              </a:prstGeom>
              <a:solidFill>
                <a:srgbClr val="80808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Text" lastClr="000000"/>
                  </a:solidFill>
                  <a:effectLst/>
                  <a:uLnTx/>
                  <a:uFillTx/>
                </a:endParaRPr>
              </a:p>
            </p:txBody>
          </p:sp>
          <p:sp>
            <p:nvSpPr>
              <p:cNvPr id="52" name="Rectangle 149"/>
              <p:cNvSpPr>
                <a:spLocks noChangeArrowheads="1"/>
              </p:cNvSpPr>
              <p:nvPr/>
            </p:nvSpPr>
            <p:spPr bwMode="auto">
              <a:xfrm>
                <a:off x="1992" y="2221"/>
                <a:ext cx="144" cy="192"/>
              </a:xfrm>
              <a:prstGeom prst="rect">
                <a:avLst/>
              </a:prstGeom>
              <a:solidFill>
                <a:srgbClr val="80808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Text" lastClr="000000"/>
                  </a:solidFill>
                  <a:effectLst/>
                  <a:uLnTx/>
                  <a:uFillTx/>
                </a:endParaRPr>
              </a:p>
            </p:txBody>
          </p:sp>
          <p:sp>
            <p:nvSpPr>
              <p:cNvPr id="53" name="Rectangle 150"/>
              <p:cNvSpPr>
                <a:spLocks noChangeArrowheads="1"/>
              </p:cNvSpPr>
              <p:nvPr/>
            </p:nvSpPr>
            <p:spPr bwMode="auto">
              <a:xfrm>
                <a:off x="1992" y="2537"/>
                <a:ext cx="144" cy="192"/>
              </a:xfrm>
              <a:prstGeom prst="rect">
                <a:avLst/>
              </a:prstGeom>
              <a:solidFill>
                <a:srgbClr val="80808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Text" lastClr="000000"/>
                  </a:solidFill>
                  <a:effectLst/>
                  <a:uLnTx/>
                  <a:uFillTx/>
                </a:endParaRPr>
              </a:p>
            </p:txBody>
          </p:sp>
          <p:sp>
            <p:nvSpPr>
              <p:cNvPr id="54" name="Rectangle 151"/>
              <p:cNvSpPr>
                <a:spLocks noChangeArrowheads="1"/>
              </p:cNvSpPr>
              <p:nvPr/>
            </p:nvSpPr>
            <p:spPr bwMode="auto">
              <a:xfrm>
                <a:off x="1992" y="2852"/>
                <a:ext cx="144" cy="192"/>
              </a:xfrm>
              <a:prstGeom prst="rect">
                <a:avLst/>
              </a:prstGeom>
              <a:solidFill>
                <a:srgbClr val="80808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Text" lastClr="000000"/>
                  </a:solidFill>
                  <a:effectLst/>
                  <a:uLnTx/>
                  <a:uFillTx/>
                </a:endParaRPr>
              </a:p>
            </p:txBody>
          </p:sp>
        </p:grpSp>
        <p:grpSp>
          <p:nvGrpSpPr>
            <p:cNvPr id="55" name="Group 152"/>
            <p:cNvGrpSpPr>
              <a:grpSpLocks/>
            </p:cNvGrpSpPr>
            <p:nvPr/>
          </p:nvGrpSpPr>
          <p:grpSpPr bwMode="auto">
            <a:xfrm>
              <a:off x="7852499" y="1874333"/>
              <a:ext cx="44450" cy="714375"/>
              <a:chOff x="1992" y="960"/>
              <a:chExt cx="144" cy="2400"/>
            </a:xfrm>
          </p:grpSpPr>
          <p:sp>
            <p:nvSpPr>
              <p:cNvPr id="56" name="Rectangle 153"/>
              <p:cNvSpPr>
                <a:spLocks noChangeArrowheads="1"/>
              </p:cNvSpPr>
              <p:nvPr/>
            </p:nvSpPr>
            <p:spPr bwMode="auto">
              <a:xfrm>
                <a:off x="1992" y="960"/>
                <a:ext cx="144" cy="192"/>
              </a:xfrm>
              <a:prstGeom prst="rect">
                <a:avLst/>
              </a:prstGeom>
              <a:solidFill>
                <a:srgbClr val="80808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Text" lastClr="000000"/>
                  </a:solidFill>
                  <a:effectLst/>
                  <a:uLnTx/>
                  <a:uFillTx/>
                </a:endParaRPr>
              </a:p>
            </p:txBody>
          </p:sp>
          <p:sp>
            <p:nvSpPr>
              <p:cNvPr id="57" name="Rectangle 154"/>
              <p:cNvSpPr>
                <a:spLocks noChangeArrowheads="1"/>
              </p:cNvSpPr>
              <p:nvPr/>
            </p:nvSpPr>
            <p:spPr bwMode="auto">
              <a:xfrm>
                <a:off x="1992" y="1275"/>
                <a:ext cx="144" cy="192"/>
              </a:xfrm>
              <a:prstGeom prst="rect">
                <a:avLst/>
              </a:prstGeom>
              <a:solidFill>
                <a:srgbClr val="80808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Text" lastClr="000000"/>
                  </a:solidFill>
                  <a:effectLst/>
                  <a:uLnTx/>
                  <a:uFillTx/>
                </a:endParaRPr>
              </a:p>
            </p:txBody>
          </p:sp>
          <p:sp>
            <p:nvSpPr>
              <p:cNvPr id="58" name="Rectangle 155"/>
              <p:cNvSpPr>
                <a:spLocks noChangeArrowheads="1"/>
              </p:cNvSpPr>
              <p:nvPr/>
            </p:nvSpPr>
            <p:spPr bwMode="auto">
              <a:xfrm>
                <a:off x="1992" y="1590"/>
                <a:ext cx="144" cy="192"/>
              </a:xfrm>
              <a:prstGeom prst="rect">
                <a:avLst/>
              </a:prstGeom>
              <a:solidFill>
                <a:srgbClr val="80808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Text" lastClr="000000"/>
                  </a:solidFill>
                  <a:effectLst/>
                  <a:uLnTx/>
                  <a:uFillTx/>
                </a:endParaRPr>
              </a:p>
            </p:txBody>
          </p:sp>
          <p:sp>
            <p:nvSpPr>
              <p:cNvPr id="59" name="Rectangle 156"/>
              <p:cNvSpPr>
                <a:spLocks noChangeArrowheads="1"/>
              </p:cNvSpPr>
              <p:nvPr/>
            </p:nvSpPr>
            <p:spPr bwMode="auto">
              <a:xfrm>
                <a:off x="1992" y="1906"/>
                <a:ext cx="144" cy="192"/>
              </a:xfrm>
              <a:prstGeom prst="rect">
                <a:avLst/>
              </a:prstGeom>
              <a:solidFill>
                <a:srgbClr val="80808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Text" lastClr="000000"/>
                  </a:solidFill>
                  <a:effectLst/>
                  <a:uLnTx/>
                  <a:uFillTx/>
                </a:endParaRPr>
              </a:p>
            </p:txBody>
          </p:sp>
          <p:sp>
            <p:nvSpPr>
              <p:cNvPr id="60" name="Rectangle 157"/>
              <p:cNvSpPr>
                <a:spLocks noChangeArrowheads="1"/>
              </p:cNvSpPr>
              <p:nvPr/>
            </p:nvSpPr>
            <p:spPr bwMode="auto">
              <a:xfrm>
                <a:off x="1992" y="3168"/>
                <a:ext cx="144" cy="192"/>
              </a:xfrm>
              <a:prstGeom prst="rect">
                <a:avLst/>
              </a:prstGeom>
              <a:solidFill>
                <a:srgbClr val="80808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Text" lastClr="000000"/>
                  </a:solidFill>
                  <a:effectLst/>
                  <a:uLnTx/>
                  <a:uFillTx/>
                </a:endParaRPr>
              </a:p>
            </p:txBody>
          </p:sp>
          <p:sp>
            <p:nvSpPr>
              <p:cNvPr id="61" name="Rectangle 158"/>
              <p:cNvSpPr>
                <a:spLocks noChangeArrowheads="1"/>
              </p:cNvSpPr>
              <p:nvPr/>
            </p:nvSpPr>
            <p:spPr bwMode="auto">
              <a:xfrm>
                <a:off x="1992" y="2221"/>
                <a:ext cx="144" cy="192"/>
              </a:xfrm>
              <a:prstGeom prst="rect">
                <a:avLst/>
              </a:prstGeom>
              <a:solidFill>
                <a:srgbClr val="80808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Text" lastClr="000000"/>
                  </a:solidFill>
                  <a:effectLst/>
                  <a:uLnTx/>
                  <a:uFillTx/>
                </a:endParaRPr>
              </a:p>
            </p:txBody>
          </p:sp>
          <p:sp>
            <p:nvSpPr>
              <p:cNvPr id="62" name="Rectangle 159"/>
              <p:cNvSpPr>
                <a:spLocks noChangeArrowheads="1"/>
              </p:cNvSpPr>
              <p:nvPr/>
            </p:nvSpPr>
            <p:spPr bwMode="auto">
              <a:xfrm>
                <a:off x="1992" y="2537"/>
                <a:ext cx="144" cy="192"/>
              </a:xfrm>
              <a:prstGeom prst="rect">
                <a:avLst/>
              </a:prstGeom>
              <a:solidFill>
                <a:srgbClr val="80808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Text" lastClr="000000"/>
                  </a:solidFill>
                  <a:effectLst/>
                  <a:uLnTx/>
                  <a:uFillTx/>
                </a:endParaRPr>
              </a:p>
            </p:txBody>
          </p:sp>
          <p:sp>
            <p:nvSpPr>
              <p:cNvPr id="63" name="Rectangle 160"/>
              <p:cNvSpPr>
                <a:spLocks noChangeArrowheads="1"/>
              </p:cNvSpPr>
              <p:nvPr/>
            </p:nvSpPr>
            <p:spPr bwMode="auto">
              <a:xfrm>
                <a:off x="1992" y="2852"/>
                <a:ext cx="144" cy="192"/>
              </a:xfrm>
              <a:prstGeom prst="rect">
                <a:avLst/>
              </a:prstGeom>
              <a:solidFill>
                <a:srgbClr val="80808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Text" lastClr="000000"/>
                  </a:solidFill>
                  <a:effectLst/>
                  <a:uLnTx/>
                  <a:uFillTx/>
                </a:endParaRPr>
              </a:p>
            </p:txBody>
          </p:sp>
        </p:grpSp>
        <p:grpSp>
          <p:nvGrpSpPr>
            <p:cNvPr id="64" name="Group 161"/>
            <p:cNvGrpSpPr>
              <a:grpSpLocks/>
            </p:cNvGrpSpPr>
            <p:nvPr/>
          </p:nvGrpSpPr>
          <p:grpSpPr bwMode="auto">
            <a:xfrm>
              <a:off x="7260362" y="1825121"/>
              <a:ext cx="614362" cy="841375"/>
              <a:chOff x="1741" y="2800"/>
              <a:chExt cx="568" cy="779"/>
            </a:xfrm>
          </p:grpSpPr>
          <p:sp>
            <p:nvSpPr>
              <p:cNvPr id="65" name="Rectangle 162"/>
              <p:cNvSpPr>
                <a:spLocks noChangeArrowheads="1"/>
              </p:cNvSpPr>
              <p:nvPr/>
            </p:nvSpPr>
            <p:spPr bwMode="blackWhite">
              <a:xfrm>
                <a:off x="1741" y="2800"/>
                <a:ext cx="568" cy="779"/>
              </a:xfrm>
              <a:prstGeom prst="rect">
                <a:avLst/>
              </a:prstGeom>
              <a:solidFill>
                <a:srgbClr val="FFFF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Text" lastClr="000000"/>
                  </a:solidFill>
                  <a:effectLst/>
                  <a:uLnTx/>
                  <a:uFillTx/>
                </a:endParaRPr>
              </a:p>
            </p:txBody>
          </p:sp>
          <p:grpSp>
            <p:nvGrpSpPr>
              <p:cNvPr id="66" name="Group 163"/>
              <p:cNvGrpSpPr>
                <a:grpSpLocks/>
              </p:cNvGrpSpPr>
              <p:nvPr/>
            </p:nvGrpSpPr>
            <p:grpSpPr bwMode="auto">
              <a:xfrm>
                <a:off x="1814" y="2853"/>
                <a:ext cx="423" cy="681"/>
                <a:chOff x="2063" y="901"/>
                <a:chExt cx="1535" cy="2471"/>
              </a:xfrm>
            </p:grpSpPr>
            <p:sp>
              <p:nvSpPr>
                <p:cNvPr id="67" name="Freeform 164"/>
                <p:cNvSpPr>
                  <a:spLocks/>
                </p:cNvSpPr>
                <p:nvPr/>
              </p:nvSpPr>
              <p:spPr bwMode="auto">
                <a:xfrm>
                  <a:off x="2063" y="901"/>
                  <a:ext cx="1534" cy="2471"/>
                </a:xfrm>
                <a:custGeom>
                  <a:avLst/>
                  <a:gdLst>
                    <a:gd name="T0" fmla="*/ 0 w 1134"/>
                    <a:gd name="T1" fmla="*/ 0 h 2471"/>
                    <a:gd name="T2" fmla="*/ 261 w 1134"/>
                    <a:gd name="T3" fmla="*/ 0 h 2471"/>
                    <a:gd name="T4" fmla="*/ 923 w 1134"/>
                    <a:gd name="T5" fmla="*/ 2471 h 2471"/>
                    <a:gd name="T6" fmla="*/ 1134 w 1134"/>
                    <a:gd name="T7" fmla="*/ 2471 h 2471"/>
                  </a:gdLst>
                  <a:ahLst/>
                  <a:cxnLst>
                    <a:cxn ang="0">
                      <a:pos x="T0" y="T1"/>
                    </a:cxn>
                    <a:cxn ang="0">
                      <a:pos x="T2" y="T3"/>
                    </a:cxn>
                    <a:cxn ang="0">
                      <a:pos x="T4" y="T5"/>
                    </a:cxn>
                    <a:cxn ang="0">
                      <a:pos x="T6" y="T7"/>
                    </a:cxn>
                  </a:cxnLst>
                  <a:rect l="0" t="0" r="r" b="b"/>
                  <a:pathLst>
                    <a:path w="1134" h="2471">
                      <a:moveTo>
                        <a:pt x="0" y="0"/>
                      </a:moveTo>
                      <a:lnTo>
                        <a:pt x="261" y="0"/>
                      </a:lnTo>
                      <a:lnTo>
                        <a:pt x="923" y="2471"/>
                      </a:lnTo>
                      <a:lnTo>
                        <a:pt x="1134" y="2471"/>
                      </a:lnTo>
                    </a:path>
                  </a:pathLst>
                </a:custGeom>
                <a:solidFill>
                  <a:srgbClr val="FFFF00"/>
                </a:solidFill>
                <a:ln w="28575"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Text" lastClr="000000"/>
                    </a:solidFill>
                    <a:effectLst/>
                    <a:uLnTx/>
                    <a:uFillTx/>
                  </a:endParaRPr>
                </a:p>
              </p:txBody>
            </p:sp>
            <p:sp>
              <p:nvSpPr>
                <p:cNvPr id="68" name="Freeform 165"/>
                <p:cNvSpPr>
                  <a:spLocks/>
                </p:cNvSpPr>
                <p:nvPr/>
              </p:nvSpPr>
              <p:spPr bwMode="auto">
                <a:xfrm flipH="1">
                  <a:off x="2064" y="901"/>
                  <a:ext cx="1534" cy="2471"/>
                </a:xfrm>
                <a:custGeom>
                  <a:avLst/>
                  <a:gdLst>
                    <a:gd name="T0" fmla="*/ 0 w 1134"/>
                    <a:gd name="T1" fmla="*/ 0 h 2471"/>
                    <a:gd name="T2" fmla="*/ 261 w 1134"/>
                    <a:gd name="T3" fmla="*/ 0 h 2471"/>
                    <a:gd name="T4" fmla="*/ 923 w 1134"/>
                    <a:gd name="T5" fmla="*/ 2471 h 2471"/>
                    <a:gd name="T6" fmla="*/ 1134 w 1134"/>
                    <a:gd name="T7" fmla="*/ 2471 h 2471"/>
                  </a:gdLst>
                  <a:ahLst/>
                  <a:cxnLst>
                    <a:cxn ang="0">
                      <a:pos x="T0" y="T1"/>
                    </a:cxn>
                    <a:cxn ang="0">
                      <a:pos x="T2" y="T3"/>
                    </a:cxn>
                    <a:cxn ang="0">
                      <a:pos x="T4" y="T5"/>
                    </a:cxn>
                    <a:cxn ang="0">
                      <a:pos x="T6" y="T7"/>
                    </a:cxn>
                  </a:cxnLst>
                  <a:rect l="0" t="0" r="r" b="b"/>
                  <a:pathLst>
                    <a:path w="1134" h="2471">
                      <a:moveTo>
                        <a:pt x="0" y="0"/>
                      </a:moveTo>
                      <a:lnTo>
                        <a:pt x="261" y="0"/>
                      </a:lnTo>
                      <a:lnTo>
                        <a:pt x="923" y="2471"/>
                      </a:lnTo>
                      <a:lnTo>
                        <a:pt x="1134" y="2471"/>
                      </a:lnTo>
                    </a:path>
                  </a:pathLst>
                </a:custGeom>
                <a:solidFill>
                  <a:srgbClr val="FFFF00"/>
                </a:solidFill>
                <a:ln w="28575"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Text" lastClr="000000"/>
                    </a:solidFill>
                    <a:effectLst/>
                    <a:uLnTx/>
                    <a:uFillTx/>
                  </a:endParaRPr>
                </a:p>
              </p:txBody>
            </p:sp>
          </p:grpSp>
        </p:grpSp>
        <p:grpSp>
          <p:nvGrpSpPr>
            <p:cNvPr id="69" name="Group 166"/>
            <p:cNvGrpSpPr>
              <a:grpSpLocks/>
            </p:cNvGrpSpPr>
            <p:nvPr/>
          </p:nvGrpSpPr>
          <p:grpSpPr bwMode="auto">
            <a:xfrm>
              <a:off x="9178062" y="1874333"/>
              <a:ext cx="44450" cy="714375"/>
              <a:chOff x="1992" y="960"/>
              <a:chExt cx="144" cy="2400"/>
            </a:xfrm>
          </p:grpSpPr>
          <p:sp>
            <p:nvSpPr>
              <p:cNvPr id="70" name="Rectangle 167"/>
              <p:cNvSpPr>
                <a:spLocks noChangeArrowheads="1"/>
              </p:cNvSpPr>
              <p:nvPr/>
            </p:nvSpPr>
            <p:spPr bwMode="auto">
              <a:xfrm>
                <a:off x="1992" y="960"/>
                <a:ext cx="144" cy="192"/>
              </a:xfrm>
              <a:prstGeom prst="rect">
                <a:avLst/>
              </a:prstGeom>
              <a:solidFill>
                <a:srgbClr val="80808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Text" lastClr="000000"/>
                  </a:solidFill>
                  <a:effectLst/>
                  <a:uLnTx/>
                  <a:uFillTx/>
                </a:endParaRPr>
              </a:p>
            </p:txBody>
          </p:sp>
          <p:sp>
            <p:nvSpPr>
              <p:cNvPr id="71" name="Rectangle 168"/>
              <p:cNvSpPr>
                <a:spLocks noChangeArrowheads="1"/>
              </p:cNvSpPr>
              <p:nvPr/>
            </p:nvSpPr>
            <p:spPr bwMode="auto">
              <a:xfrm>
                <a:off x="1992" y="1275"/>
                <a:ext cx="144" cy="192"/>
              </a:xfrm>
              <a:prstGeom prst="rect">
                <a:avLst/>
              </a:prstGeom>
              <a:solidFill>
                <a:srgbClr val="80808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Text" lastClr="000000"/>
                  </a:solidFill>
                  <a:effectLst/>
                  <a:uLnTx/>
                  <a:uFillTx/>
                </a:endParaRPr>
              </a:p>
            </p:txBody>
          </p:sp>
          <p:sp>
            <p:nvSpPr>
              <p:cNvPr id="72" name="Rectangle 169"/>
              <p:cNvSpPr>
                <a:spLocks noChangeArrowheads="1"/>
              </p:cNvSpPr>
              <p:nvPr/>
            </p:nvSpPr>
            <p:spPr bwMode="auto">
              <a:xfrm>
                <a:off x="1992" y="1590"/>
                <a:ext cx="144" cy="192"/>
              </a:xfrm>
              <a:prstGeom prst="rect">
                <a:avLst/>
              </a:prstGeom>
              <a:solidFill>
                <a:srgbClr val="80808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Text" lastClr="000000"/>
                  </a:solidFill>
                  <a:effectLst/>
                  <a:uLnTx/>
                  <a:uFillTx/>
                </a:endParaRPr>
              </a:p>
            </p:txBody>
          </p:sp>
          <p:sp>
            <p:nvSpPr>
              <p:cNvPr id="73" name="Rectangle 170"/>
              <p:cNvSpPr>
                <a:spLocks noChangeArrowheads="1"/>
              </p:cNvSpPr>
              <p:nvPr/>
            </p:nvSpPr>
            <p:spPr bwMode="auto">
              <a:xfrm>
                <a:off x="1992" y="1906"/>
                <a:ext cx="144" cy="192"/>
              </a:xfrm>
              <a:prstGeom prst="rect">
                <a:avLst/>
              </a:prstGeom>
              <a:solidFill>
                <a:srgbClr val="80808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Text" lastClr="000000"/>
                  </a:solidFill>
                  <a:effectLst/>
                  <a:uLnTx/>
                  <a:uFillTx/>
                </a:endParaRPr>
              </a:p>
            </p:txBody>
          </p:sp>
          <p:sp>
            <p:nvSpPr>
              <p:cNvPr id="74" name="Rectangle 171"/>
              <p:cNvSpPr>
                <a:spLocks noChangeArrowheads="1"/>
              </p:cNvSpPr>
              <p:nvPr/>
            </p:nvSpPr>
            <p:spPr bwMode="auto">
              <a:xfrm>
                <a:off x="1992" y="3168"/>
                <a:ext cx="144" cy="192"/>
              </a:xfrm>
              <a:prstGeom prst="rect">
                <a:avLst/>
              </a:prstGeom>
              <a:solidFill>
                <a:srgbClr val="80808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Text" lastClr="000000"/>
                  </a:solidFill>
                  <a:effectLst/>
                  <a:uLnTx/>
                  <a:uFillTx/>
                </a:endParaRPr>
              </a:p>
            </p:txBody>
          </p:sp>
          <p:sp>
            <p:nvSpPr>
              <p:cNvPr id="75" name="Rectangle 172"/>
              <p:cNvSpPr>
                <a:spLocks noChangeArrowheads="1"/>
              </p:cNvSpPr>
              <p:nvPr/>
            </p:nvSpPr>
            <p:spPr bwMode="auto">
              <a:xfrm>
                <a:off x="1992" y="2221"/>
                <a:ext cx="144" cy="192"/>
              </a:xfrm>
              <a:prstGeom prst="rect">
                <a:avLst/>
              </a:prstGeom>
              <a:solidFill>
                <a:srgbClr val="80808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Text" lastClr="000000"/>
                  </a:solidFill>
                  <a:effectLst/>
                  <a:uLnTx/>
                  <a:uFillTx/>
                </a:endParaRPr>
              </a:p>
            </p:txBody>
          </p:sp>
          <p:sp>
            <p:nvSpPr>
              <p:cNvPr id="76" name="Rectangle 173"/>
              <p:cNvSpPr>
                <a:spLocks noChangeArrowheads="1"/>
              </p:cNvSpPr>
              <p:nvPr/>
            </p:nvSpPr>
            <p:spPr bwMode="auto">
              <a:xfrm>
                <a:off x="1992" y="2537"/>
                <a:ext cx="144" cy="192"/>
              </a:xfrm>
              <a:prstGeom prst="rect">
                <a:avLst/>
              </a:prstGeom>
              <a:solidFill>
                <a:srgbClr val="80808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Text" lastClr="000000"/>
                  </a:solidFill>
                  <a:effectLst/>
                  <a:uLnTx/>
                  <a:uFillTx/>
                </a:endParaRPr>
              </a:p>
            </p:txBody>
          </p:sp>
          <p:sp>
            <p:nvSpPr>
              <p:cNvPr id="77" name="Rectangle 174"/>
              <p:cNvSpPr>
                <a:spLocks noChangeArrowheads="1"/>
              </p:cNvSpPr>
              <p:nvPr/>
            </p:nvSpPr>
            <p:spPr bwMode="auto">
              <a:xfrm>
                <a:off x="1992" y="2852"/>
                <a:ext cx="144" cy="192"/>
              </a:xfrm>
              <a:prstGeom prst="rect">
                <a:avLst/>
              </a:prstGeom>
              <a:solidFill>
                <a:srgbClr val="80808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Text" lastClr="000000"/>
                  </a:solidFill>
                  <a:effectLst/>
                  <a:uLnTx/>
                  <a:uFillTx/>
                </a:endParaRPr>
              </a:p>
            </p:txBody>
          </p:sp>
        </p:grpSp>
        <p:grpSp>
          <p:nvGrpSpPr>
            <p:cNvPr id="78" name="Group 175"/>
            <p:cNvGrpSpPr>
              <a:grpSpLocks/>
            </p:cNvGrpSpPr>
            <p:nvPr/>
          </p:nvGrpSpPr>
          <p:grpSpPr bwMode="auto">
            <a:xfrm>
              <a:off x="9794012" y="1874333"/>
              <a:ext cx="44450" cy="714375"/>
              <a:chOff x="1992" y="960"/>
              <a:chExt cx="144" cy="2400"/>
            </a:xfrm>
          </p:grpSpPr>
          <p:sp>
            <p:nvSpPr>
              <p:cNvPr id="79" name="Rectangle 176"/>
              <p:cNvSpPr>
                <a:spLocks noChangeArrowheads="1"/>
              </p:cNvSpPr>
              <p:nvPr/>
            </p:nvSpPr>
            <p:spPr bwMode="auto">
              <a:xfrm>
                <a:off x="1992" y="960"/>
                <a:ext cx="144" cy="192"/>
              </a:xfrm>
              <a:prstGeom prst="rect">
                <a:avLst/>
              </a:prstGeom>
              <a:solidFill>
                <a:srgbClr val="80808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Text" lastClr="000000"/>
                  </a:solidFill>
                  <a:effectLst/>
                  <a:uLnTx/>
                  <a:uFillTx/>
                </a:endParaRPr>
              </a:p>
            </p:txBody>
          </p:sp>
          <p:sp>
            <p:nvSpPr>
              <p:cNvPr id="80" name="Rectangle 177"/>
              <p:cNvSpPr>
                <a:spLocks noChangeArrowheads="1"/>
              </p:cNvSpPr>
              <p:nvPr/>
            </p:nvSpPr>
            <p:spPr bwMode="auto">
              <a:xfrm>
                <a:off x="1992" y="1275"/>
                <a:ext cx="144" cy="192"/>
              </a:xfrm>
              <a:prstGeom prst="rect">
                <a:avLst/>
              </a:prstGeom>
              <a:solidFill>
                <a:srgbClr val="80808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Text" lastClr="000000"/>
                  </a:solidFill>
                  <a:effectLst/>
                  <a:uLnTx/>
                  <a:uFillTx/>
                </a:endParaRPr>
              </a:p>
            </p:txBody>
          </p:sp>
          <p:sp>
            <p:nvSpPr>
              <p:cNvPr id="81" name="Rectangle 178"/>
              <p:cNvSpPr>
                <a:spLocks noChangeArrowheads="1"/>
              </p:cNvSpPr>
              <p:nvPr/>
            </p:nvSpPr>
            <p:spPr bwMode="auto">
              <a:xfrm>
                <a:off x="1992" y="1590"/>
                <a:ext cx="144" cy="192"/>
              </a:xfrm>
              <a:prstGeom prst="rect">
                <a:avLst/>
              </a:prstGeom>
              <a:solidFill>
                <a:srgbClr val="80808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Text" lastClr="000000"/>
                  </a:solidFill>
                  <a:effectLst/>
                  <a:uLnTx/>
                  <a:uFillTx/>
                </a:endParaRPr>
              </a:p>
            </p:txBody>
          </p:sp>
          <p:sp>
            <p:nvSpPr>
              <p:cNvPr id="82" name="Rectangle 179"/>
              <p:cNvSpPr>
                <a:spLocks noChangeArrowheads="1"/>
              </p:cNvSpPr>
              <p:nvPr/>
            </p:nvSpPr>
            <p:spPr bwMode="auto">
              <a:xfrm>
                <a:off x="1992" y="1906"/>
                <a:ext cx="144" cy="192"/>
              </a:xfrm>
              <a:prstGeom prst="rect">
                <a:avLst/>
              </a:prstGeom>
              <a:solidFill>
                <a:srgbClr val="80808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Text" lastClr="000000"/>
                  </a:solidFill>
                  <a:effectLst/>
                  <a:uLnTx/>
                  <a:uFillTx/>
                </a:endParaRPr>
              </a:p>
            </p:txBody>
          </p:sp>
          <p:sp>
            <p:nvSpPr>
              <p:cNvPr id="83" name="Rectangle 180"/>
              <p:cNvSpPr>
                <a:spLocks noChangeArrowheads="1"/>
              </p:cNvSpPr>
              <p:nvPr/>
            </p:nvSpPr>
            <p:spPr bwMode="auto">
              <a:xfrm>
                <a:off x="1992" y="3168"/>
                <a:ext cx="144" cy="192"/>
              </a:xfrm>
              <a:prstGeom prst="rect">
                <a:avLst/>
              </a:prstGeom>
              <a:solidFill>
                <a:srgbClr val="80808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Text" lastClr="000000"/>
                  </a:solidFill>
                  <a:effectLst/>
                  <a:uLnTx/>
                  <a:uFillTx/>
                </a:endParaRPr>
              </a:p>
            </p:txBody>
          </p:sp>
          <p:sp>
            <p:nvSpPr>
              <p:cNvPr id="84" name="Rectangle 181"/>
              <p:cNvSpPr>
                <a:spLocks noChangeArrowheads="1"/>
              </p:cNvSpPr>
              <p:nvPr/>
            </p:nvSpPr>
            <p:spPr bwMode="auto">
              <a:xfrm>
                <a:off x="1992" y="2221"/>
                <a:ext cx="144" cy="192"/>
              </a:xfrm>
              <a:prstGeom prst="rect">
                <a:avLst/>
              </a:prstGeom>
              <a:solidFill>
                <a:srgbClr val="80808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Text" lastClr="000000"/>
                  </a:solidFill>
                  <a:effectLst/>
                  <a:uLnTx/>
                  <a:uFillTx/>
                </a:endParaRPr>
              </a:p>
            </p:txBody>
          </p:sp>
          <p:sp>
            <p:nvSpPr>
              <p:cNvPr id="85" name="Rectangle 182"/>
              <p:cNvSpPr>
                <a:spLocks noChangeArrowheads="1"/>
              </p:cNvSpPr>
              <p:nvPr/>
            </p:nvSpPr>
            <p:spPr bwMode="auto">
              <a:xfrm>
                <a:off x="1992" y="2537"/>
                <a:ext cx="144" cy="192"/>
              </a:xfrm>
              <a:prstGeom prst="rect">
                <a:avLst/>
              </a:prstGeom>
              <a:solidFill>
                <a:srgbClr val="80808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Text" lastClr="000000"/>
                  </a:solidFill>
                  <a:effectLst/>
                  <a:uLnTx/>
                  <a:uFillTx/>
                </a:endParaRPr>
              </a:p>
            </p:txBody>
          </p:sp>
          <p:sp>
            <p:nvSpPr>
              <p:cNvPr id="86" name="Rectangle 183"/>
              <p:cNvSpPr>
                <a:spLocks noChangeArrowheads="1"/>
              </p:cNvSpPr>
              <p:nvPr/>
            </p:nvSpPr>
            <p:spPr bwMode="auto">
              <a:xfrm>
                <a:off x="1992" y="2852"/>
                <a:ext cx="144" cy="192"/>
              </a:xfrm>
              <a:prstGeom prst="rect">
                <a:avLst/>
              </a:prstGeom>
              <a:solidFill>
                <a:srgbClr val="80808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Text" lastClr="000000"/>
                  </a:solidFill>
                  <a:effectLst/>
                  <a:uLnTx/>
                  <a:uFillTx/>
                </a:endParaRPr>
              </a:p>
            </p:txBody>
          </p:sp>
        </p:grpSp>
        <p:grpSp>
          <p:nvGrpSpPr>
            <p:cNvPr id="87" name="Group 184"/>
            <p:cNvGrpSpPr>
              <a:grpSpLocks/>
            </p:cNvGrpSpPr>
            <p:nvPr/>
          </p:nvGrpSpPr>
          <p:grpSpPr bwMode="auto">
            <a:xfrm>
              <a:off x="9201874" y="1825121"/>
              <a:ext cx="614363" cy="841375"/>
              <a:chOff x="3538" y="2800"/>
              <a:chExt cx="569" cy="779"/>
            </a:xfrm>
          </p:grpSpPr>
          <p:sp>
            <p:nvSpPr>
              <p:cNvPr id="88" name="Rectangle 185"/>
              <p:cNvSpPr>
                <a:spLocks noChangeArrowheads="1"/>
              </p:cNvSpPr>
              <p:nvPr/>
            </p:nvSpPr>
            <p:spPr bwMode="blackWhite">
              <a:xfrm>
                <a:off x="3538" y="2800"/>
                <a:ext cx="569" cy="779"/>
              </a:xfrm>
              <a:prstGeom prst="rect">
                <a:avLst/>
              </a:prstGeom>
              <a:solidFill>
                <a:srgbClr val="FFFF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Text" lastClr="000000"/>
                  </a:solidFill>
                  <a:effectLst/>
                  <a:uLnTx/>
                  <a:uFillTx/>
                </a:endParaRPr>
              </a:p>
            </p:txBody>
          </p:sp>
          <p:grpSp>
            <p:nvGrpSpPr>
              <p:cNvPr id="89" name="Group 186"/>
              <p:cNvGrpSpPr>
                <a:grpSpLocks/>
              </p:cNvGrpSpPr>
              <p:nvPr/>
            </p:nvGrpSpPr>
            <p:grpSpPr bwMode="auto">
              <a:xfrm>
                <a:off x="3612" y="2853"/>
                <a:ext cx="423" cy="681"/>
                <a:chOff x="2063" y="901"/>
                <a:chExt cx="1535" cy="2471"/>
              </a:xfrm>
            </p:grpSpPr>
            <p:sp>
              <p:nvSpPr>
                <p:cNvPr id="90" name="Freeform 187"/>
                <p:cNvSpPr>
                  <a:spLocks/>
                </p:cNvSpPr>
                <p:nvPr/>
              </p:nvSpPr>
              <p:spPr bwMode="auto">
                <a:xfrm>
                  <a:off x="2063" y="901"/>
                  <a:ext cx="1534" cy="2471"/>
                </a:xfrm>
                <a:custGeom>
                  <a:avLst/>
                  <a:gdLst>
                    <a:gd name="T0" fmla="*/ 0 w 1134"/>
                    <a:gd name="T1" fmla="*/ 0 h 2471"/>
                    <a:gd name="T2" fmla="*/ 261 w 1134"/>
                    <a:gd name="T3" fmla="*/ 0 h 2471"/>
                    <a:gd name="T4" fmla="*/ 923 w 1134"/>
                    <a:gd name="T5" fmla="*/ 2471 h 2471"/>
                    <a:gd name="T6" fmla="*/ 1134 w 1134"/>
                    <a:gd name="T7" fmla="*/ 2471 h 2471"/>
                  </a:gdLst>
                  <a:ahLst/>
                  <a:cxnLst>
                    <a:cxn ang="0">
                      <a:pos x="T0" y="T1"/>
                    </a:cxn>
                    <a:cxn ang="0">
                      <a:pos x="T2" y="T3"/>
                    </a:cxn>
                    <a:cxn ang="0">
                      <a:pos x="T4" y="T5"/>
                    </a:cxn>
                    <a:cxn ang="0">
                      <a:pos x="T6" y="T7"/>
                    </a:cxn>
                  </a:cxnLst>
                  <a:rect l="0" t="0" r="r" b="b"/>
                  <a:pathLst>
                    <a:path w="1134" h="2471">
                      <a:moveTo>
                        <a:pt x="0" y="0"/>
                      </a:moveTo>
                      <a:lnTo>
                        <a:pt x="261" y="0"/>
                      </a:lnTo>
                      <a:lnTo>
                        <a:pt x="923" y="2471"/>
                      </a:lnTo>
                      <a:lnTo>
                        <a:pt x="1134" y="2471"/>
                      </a:lnTo>
                    </a:path>
                  </a:pathLst>
                </a:custGeom>
                <a:solidFill>
                  <a:srgbClr val="FFFF00"/>
                </a:solidFill>
                <a:ln w="28575"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Text" lastClr="000000"/>
                    </a:solidFill>
                    <a:effectLst/>
                    <a:uLnTx/>
                    <a:uFillTx/>
                  </a:endParaRPr>
                </a:p>
              </p:txBody>
            </p:sp>
            <p:sp>
              <p:nvSpPr>
                <p:cNvPr id="91" name="Freeform 188"/>
                <p:cNvSpPr>
                  <a:spLocks/>
                </p:cNvSpPr>
                <p:nvPr/>
              </p:nvSpPr>
              <p:spPr bwMode="auto">
                <a:xfrm flipH="1">
                  <a:off x="2064" y="901"/>
                  <a:ext cx="1534" cy="2471"/>
                </a:xfrm>
                <a:custGeom>
                  <a:avLst/>
                  <a:gdLst>
                    <a:gd name="T0" fmla="*/ 0 w 1134"/>
                    <a:gd name="T1" fmla="*/ 0 h 2471"/>
                    <a:gd name="T2" fmla="*/ 261 w 1134"/>
                    <a:gd name="T3" fmla="*/ 0 h 2471"/>
                    <a:gd name="T4" fmla="*/ 923 w 1134"/>
                    <a:gd name="T5" fmla="*/ 2471 h 2471"/>
                    <a:gd name="T6" fmla="*/ 1134 w 1134"/>
                    <a:gd name="T7" fmla="*/ 2471 h 2471"/>
                  </a:gdLst>
                  <a:ahLst/>
                  <a:cxnLst>
                    <a:cxn ang="0">
                      <a:pos x="T0" y="T1"/>
                    </a:cxn>
                    <a:cxn ang="0">
                      <a:pos x="T2" y="T3"/>
                    </a:cxn>
                    <a:cxn ang="0">
                      <a:pos x="T4" y="T5"/>
                    </a:cxn>
                    <a:cxn ang="0">
                      <a:pos x="T6" y="T7"/>
                    </a:cxn>
                  </a:cxnLst>
                  <a:rect l="0" t="0" r="r" b="b"/>
                  <a:pathLst>
                    <a:path w="1134" h="2471">
                      <a:moveTo>
                        <a:pt x="0" y="0"/>
                      </a:moveTo>
                      <a:lnTo>
                        <a:pt x="261" y="0"/>
                      </a:lnTo>
                      <a:lnTo>
                        <a:pt x="923" y="2471"/>
                      </a:lnTo>
                      <a:lnTo>
                        <a:pt x="1134" y="2471"/>
                      </a:lnTo>
                    </a:path>
                  </a:pathLst>
                </a:custGeom>
                <a:solidFill>
                  <a:srgbClr val="FFFF00"/>
                </a:solidFill>
                <a:ln w="28575" cmpd="sng">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Text" lastClr="000000"/>
                    </a:solidFill>
                    <a:effectLst/>
                    <a:uLnTx/>
                    <a:uFillTx/>
                  </a:endParaRPr>
                </a:p>
              </p:txBody>
            </p:sp>
          </p:grpSp>
        </p:grpSp>
        <p:sp>
          <p:nvSpPr>
            <p:cNvPr id="92" name="Text Box 189"/>
            <p:cNvSpPr txBox="1">
              <a:spLocks noChangeArrowheads="1"/>
            </p:cNvSpPr>
            <p:nvPr/>
          </p:nvSpPr>
          <p:spPr bwMode="auto">
            <a:xfrm>
              <a:off x="6425793" y="1550483"/>
              <a:ext cx="596596" cy="2959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400" b="0" i="0" u="none" strike="noStrike" kern="0" cap="none" spc="0" normalizeH="0" baseline="0" noProof="0" dirty="0">
                  <a:ln>
                    <a:noFill/>
                  </a:ln>
                  <a:solidFill>
                    <a:srgbClr val="0000D4"/>
                  </a:solidFill>
                  <a:effectLst/>
                  <a:uLnTx/>
                  <a:uFillTx/>
                </a:rPr>
                <a:t>VLAN 2</a:t>
              </a:r>
            </a:p>
          </p:txBody>
        </p:sp>
        <p:sp>
          <p:nvSpPr>
            <p:cNvPr id="93" name="Text Box 190"/>
            <p:cNvSpPr txBox="1">
              <a:spLocks noChangeArrowheads="1"/>
            </p:cNvSpPr>
            <p:nvPr/>
          </p:nvSpPr>
          <p:spPr bwMode="auto">
            <a:xfrm>
              <a:off x="6292137" y="2108718"/>
              <a:ext cx="596596" cy="2959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defRPr/>
              </a:pPr>
              <a:r>
                <a:rPr lang="en-GB" sz="1400" kern="0" dirty="0">
                  <a:solidFill>
                    <a:srgbClr val="0000D4"/>
                  </a:solidFill>
                </a:rPr>
                <a:t>VLAN 3</a:t>
              </a:r>
            </a:p>
          </p:txBody>
        </p:sp>
        <p:sp>
          <p:nvSpPr>
            <p:cNvPr id="94" name="Text Box 191"/>
            <p:cNvSpPr txBox="1">
              <a:spLocks noChangeArrowheads="1"/>
            </p:cNvSpPr>
            <p:nvPr/>
          </p:nvSpPr>
          <p:spPr bwMode="auto">
            <a:xfrm>
              <a:off x="6558838" y="2745871"/>
              <a:ext cx="596596" cy="2959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400" b="0" i="0" u="none" strike="noStrike" kern="0" cap="none" spc="0" normalizeH="0" baseline="0" noProof="0" dirty="0">
                  <a:ln>
                    <a:noFill/>
                  </a:ln>
                  <a:solidFill>
                    <a:srgbClr val="0000D4"/>
                  </a:solidFill>
                  <a:effectLst/>
                  <a:uLnTx/>
                  <a:uFillTx/>
                </a:rPr>
                <a:t>VLAN 4</a:t>
              </a:r>
            </a:p>
          </p:txBody>
        </p:sp>
        <p:sp>
          <p:nvSpPr>
            <p:cNvPr id="95" name="Text Box 192"/>
            <p:cNvSpPr txBox="1">
              <a:spLocks noChangeArrowheads="1"/>
            </p:cNvSpPr>
            <p:nvPr/>
          </p:nvSpPr>
          <p:spPr bwMode="auto">
            <a:xfrm>
              <a:off x="10073564" y="1498096"/>
              <a:ext cx="596596" cy="2959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400" b="0" i="0" u="none" strike="noStrike" kern="0" cap="none" spc="0" normalizeH="0" baseline="0" noProof="0" dirty="0">
                  <a:ln>
                    <a:noFill/>
                  </a:ln>
                  <a:solidFill>
                    <a:srgbClr val="0000D4"/>
                  </a:solidFill>
                  <a:effectLst/>
                  <a:uLnTx/>
                  <a:uFillTx/>
                </a:rPr>
                <a:t>VLAN 4</a:t>
              </a:r>
            </a:p>
          </p:txBody>
        </p:sp>
        <p:sp>
          <p:nvSpPr>
            <p:cNvPr id="96" name="Text Box 193"/>
            <p:cNvSpPr txBox="1">
              <a:spLocks noChangeArrowheads="1"/>
            </p:cNvSpPr>
            <p:nvPr/>
          </p:nvSpPr>
          <p:spPr bwMode="auto">
            <a:xfrm>
              <a:off x="10073564" y="2745870"/>
              <a:ext cx="596596" cy="2959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400" b="0" i="0" u="none" strike="noStrike" kern="0" cap="none" spc="0" normalizeH="0" baseline="0" noProof="0" dirty="0">
                  <a:ln>
                    <a:noFill/>
                  </a:ln>
                  <a:solidFill>
                    <a:srgbClr val="0000D4"/>
                  </a:solidFill>
                  <a:effectLst/>
                  <a:uLnTx/>
                  <a:uFillTx/>
                </a:rPr>
                <a:t>VLAN 2</a:t>
              </a:r>
            </a:p>
          </p:txBody>
        </p:sp>
        <p:sp>
          <p:nvSpPr>
            <p:cNvPr id="97" name="Line 194"/>
            <p:cNvSpPr>
              <a:spLocks noChangeShapeType="1"/>
            </p:cNvSpPr>
            <p:nvPr/>
          </p:nvSpPr>
          <p:spPr bwMode="auto">
            <a:xfrm>
              <a:off x="7876312" y="2279146"/>
              <a:ext cx="1327150"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Text" lastClr="000000"/>
                </a:solidFill>
                <a:effectLst/>
                <a:uLnTx/>
                <a:uFillTx/>
              </a:endParaRPr>
            </a:p>
          </p:txBody>
        </p:sp>
        <p:grpSp>
          <p:nvGrpSpPr>
            <p:cNvPr id="98" name="Group 242"/>
            <p:cNvGrpSpPr>
              <a:grpSpLocks/>
            </p:cNvGrpSpPr>
            <p:nvPr/>
          </p:nvGrpSpPr>
          <p:grpSpPr bwMode="auto">
            <a:xfrm>
              <a:off x="8122374" y="2117221"/>
              <a:ext cx="781050" cy="109537"/>
              <a:chOff x="3850" y="1429"/>
              <a:chExt cx="492" cy="69"/>
            </a:xfrm>
          </p:grpSpPr>
          <p:sp>
            <p:nvSpPr>
              <p:cNvPr id="99" name="Rectangle 197"/>
              <p:cNvSpPr>
                <a:spLocks noChangeArrowheads="1"/>
              </p:cNvSpPr>
              <p:nvPr/>
            </p:nvSpPr>
            <p:spPr bwMode="blackWhite">
              <a:xfrm flipH="1">
                <a:off x="3850" y="1429"/>
                <a:ext cx="492" cy="69"/>
              </a:xfrm>
              <a:prstGeom prst="rect">
                <a:avLst/>
              </a:prstGeom>
              <a:solidFill>
                <a:srgbClr val="FF9999"/>
              </a:solidFill>
              <a:ln w="12700">
                <a:solidFill>
                  <a:srgbClr val="0000D4"/>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Text" lastClr="000000"/>
                  </a:solidFill>
                  <a:effectLst/>
                  <a:uLnTx/>
                  <a:uFillTx/>
                </a:endParaRPr>
              </a:p>
            </p:txBody>
          </p:sp>
          <p:sp>
            <p:nvSpPr>
              <p:cNvPr id="100" name="Rectangle 195"/>
              <p:cNvSpPr>
                <a:spLocks noChangeArrowheads="1"/>
              </p:cNvSpPr>
              <p:nvPr/>
            </p:nvSpPr>
            <p:spPr bwMode="blackWhite">
              <a:xfrm flipH="1">
                <a:off x="3917" y="1430"/>
                <a:ext cx="27" cy="68"/>
              </a:xfrm>
              <a:prstGeom prst="rect">
                <a:avLst/>
              </a:prstGeom>
              <a:solidFill>
                <a:srgbClr val="0000D4"/>
              </a:solidFill>
              <a:ln w="12700">
                <a:solidFill>
                  <a:srgbClr val="0000D4"/>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Text" lastClr="000000"/>
                  </a:solidFill>
                  <a:effectLst/>
                  <a:uLnTx/>
                  <a:uFillTx/>
                </a:endParaRPr>
              </a:p>
            </p:txBody>
          </p:sp>
        </p:grpSp>
        <p:sp>
          <p:nvSpPr>
            <p:cNvPr id="101" name="Line 198"/>
            <p:cNvSpPr>
              <a:spLocks noChangeShapeType="1"/>
            </p:cNvSpPr>
            <p:nvPr/>
          </p:nvSpPr>
          <p:spPr bwMode="blackWhite">
            <a:xfrm flipH="1" flipV="1">
              <a:off x="8265249" y="2241046"/>
              <a:ext cx="3175" cy="576262"/>
            </a:xfrm>
            <a:prstGeom prst="line">
              <a:avLst/>
            </a:prstGeom>
            <a:noFill/>
            <a:ln w="12700">
              <a:solidFill>
                <a:srgbClr val="0000D4"/>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Text" lastClr="000000"/>
                </a:solidFill>
                <a:effectLst/>
                <a:uLnTx/>
                <a:uFillTx/>
              </a:endParaRPr>
            </a:p>
          </p:txBody>
        </p:sp>
        <p:sp>
          <p:nvSpPr>
            <p:cNvPr id="102" name="Line 200"/>
            <p:cNvSpPr>
              <a:spLocks noChangeShapeType="1"/>
            </p:cNvSpPr>
            <p:nvPr/>
          </p:nvSpPr>
          <p:spPr bwMode="blackWhite">
            <a:xfrm flipH="1">
              <a:off x="8217624" y="2004508"/>
              <a:ext cx="641350" cy="0"/>
            </a:xfrm>
            <a:prstGeom prst="line">
              <a:avLst/>
            </a:prstGeom>
            <a:noFill/>
            <a:ln w="28575" cap="rnd">
              <a:solidFill>
                <a:srgbClr val="0000D4"/>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Text" lastClr="000000"/>
                </a:solidFill>
                <a:effectLst/>
                <a:uLnTx/>
                <a:uFillTx/>
              </a:endParaRPr>
            </a:p>
          </p:txBody>
        </p:sp>
        <p:sp>
          <p:nvSpPr>
            <p:cNvPr id="103" name="Line 6"/>
            <p:cNvSpPr>
              <a:spLocks noChangeShapeType="1"/>
            </p:cNvSpPr>
            <p:nvPr/>
          </p:nvSpPr>
          <p:spPr bwMode="auto">
            <a:xfrm flipH="1">
              <a:off x="6385649" y="2241046"/>
              <a:ext cx="1784350" cy="1155700"/>
            </a:xfrm>
            <a:prstGeom prst="line">
              <a:avLst/>
            </a:prstGeom>
            <a:noFill/>
            <a:ln w="12700">
              <a:solidFill>
                <a:srgbClr val="DD0806"/>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Text" lastClr="000000"/>
                </a:solidFill>
                <a:effectLst/>
                <a:uLnTx/>
                <a:uFillTx/>
              </a:endParaRPr>
            </a:p>
          </p:txBody>
        </p:sp>
        <p:sp>
          <p:nvSpPr>
            <p:cNvPr id="104" name="Line 203"/>
            <p:cNvSpPr>
              <a:spLocks noChangeShapeType="1"/>
            </p:cNvSpPr>
            <p:nvPr/>
          </p:nvSpPr>
          <p:spPr bwMode="auto">
            <a:xfrm>
              <a:off x="8865324" y="2207708"/>
              <a:ext cx="1987550" cy="1212850"/>
            </a:xfrm>
            <a:prstGeom prst="line">
              <a:avLst/>
            </a:prstGeom>
            <a:noFill/>
            <a:ln w="12700">
              <a:solidFill>
                <a:srgbClr val="DD0806"/>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Text" lastClr="000000"/>
                </a:solidFill>
                <a:effectLst/>
                <a:uLnTx/>
                <a:uFillTx/>
              </a:endParaRPr>
            </a:p>
          </p:txBody>
        </p:sp>
      </p:grpSp>
      <p:cxnSp>
        <p:nvCxnSpPr>
          <p:cNvPr id="105" name="Connecteur droit avec flèche 104"/>
          <p:cNvCxnSpPr/>
          <p:nvPr/>
        </p:nvCxnSpPr>
        <p:spPr>
          <a:xfrm flipV="1">
            <a:off x="7071908" y="4757023"/>
            <a:ext cx="1310303" cy="1"/>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106" name="Connecteur droit avec flèche 105"/>
          <p:cNvCxnSpPr/>
          <p:nvPr/>
        </p:nvCxnSpPr>
        <p:spPr>
          <a:xfrm>
            <a:off x="8764305" y="4743815"/>
            <a:ext cx="1509300" cy="13208"/>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107" name="Rectangle 22"/>
          <p:cNvSpPr>
            <a:spLocks noChangeArrowheads="1"/>
          </p:cNvSpPr>
          <p:nvPr/>
        </p:nvSpPr>
        <p:spPr bwMode="auto">
          <a:xfrm>
            <a:off x="7016837" y="6159012"/>
            <a:ext cx="3252020" cy="360362"/>
          </a:xfrm>
          <a:prstGeom prst="rect">
            <a:avLst/>
          </a:prstGeom>
          <a:solidFill>
            <a:srgbClr val="33CC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fr-FR"/>
          </a:p>
        </p:txBody>
      </p:sp>
      <p:sp>
        <p:nvSpPr>
          <p:cNvPr id="108" name="Line 23"/>
          <p:cNvSpPr>
            <a:spLocks noChangeShapeType="1"/>
          </p:cNvSpPr>
          <p:nvPr/>
        </p:nvSpPr>
        <p:spPr bwMode="auto">
          <a:xfrm>
            <a:off x="8386957" y="6144415"/>
            <a:ext cx="0" cy="360362"/>
          </a:xfrm>
          <a:prstGeom prst="line">
            <a:avLst/>
          </a:prstGeom>
          <a:noFill/>
          <a:ln w="38100">
            <a:solidFill>
              <a:srgbClr val="FFFF00"/>
            </a:solidFill>
            <a:round/>
            <a:headEnd type="none" w="lg" len="lg"/>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109" name="Text Box 24"/>
          <p:cNvSpPr txBox="1">
            <a:spLocks noChangeArrowheads="1"/>
          </p:cNvSpPr>
          <p:nvPr/>
        </p:nvSpPr>
        <p:spPr bwMode="auto">
          <a:xfrm>
            <a:off x="7320533" y="6081840"/>
            <a:ext cx="792162"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fr-FR" sz="1400" b="1" dirty="0">
                <a:solidFill>
                  <a:srgbClr val="FFFF00"/>
                </a:solidFill>
              </a:rPr>
              <a:t>Type 802.1Q</a:t>
            </a:r>
          </a:p>
        </p:txBody>
      </p:sp>
      <p:sp>
        <p:nvSpPr>
          <p:cNvPr id="112" name="Text Box 25"/>
          <p:cNvSpPr txBox="1">
            <a:spLocks noChangeArrowheads="1"/>
          </p:cNvSpPr>
          <p:nvPr/>
        </p:nvSpPr>
        <p:spPr bwMode="auto">
          <a:xfrm>
            <a:off x="8815346" y="6063310"/>
            <a:ext cx="792163"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fr-FR" sz="1400" b="1" dirty="0">
                <a:solidFill>
                  <a:srgbClr val="FFFF00"/>
                </a:solidFill>
              </a:rPr>
              <a:t>Data 802.1Q</a:t>
            </a:r>
          </a:p>
        </p:txBody>
      </p:sp>
      <p:sp>
        <p:nvSpPr>
          <p:cNvPr id="113" name="Line 26"/>
          <p:cNvSpPr>
            <a:spLocks noChangeShapeType="1"/>
          </p:cNvSpPr>
          <p:nvPr/>
        </p:nvSpPr>
        <p:spPr bwMode="auto">
          <a:xfrm>
            <a:off x="8435382" y="6063310"/>
            <a:ext cx="1751820" cy="0"/>
          </a:xfrm>
          <a:prstGeom prst="line">
            <a:avLst/>
          </a:prstGeom>
          <a:noFill/>
          <a:ln w="38100">
            <a:solidFill>
              <a:srgbClr val="FF0000"/>
            </a:solidFill>
            <a:round/>
            <a:headEnd type="stealth" w="lg" len="lg"/>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114" name="Line 27"/>
          <p:cNvSpPr>
            <a:spLocks noChangeShapeType="1"/>
          </p:cNvSpPr>
          <p:nvPr/>
        </p:nvSpPr>
        <p:spPr bwMode="auto">
          <a:xfrm>
            <a:off x="7002524" y="6073286"/>
            <a:ext cx="1416717" cy="8553"/>
          </a:xfrm>
          <a:prstGeom prst="line">
            <a:avLst/>
          </a:prstGeom>
          <a:noFill/>
          <a:ln w="38100">
            <a:solidFill>
              <a:srgbClr val="FF0000"/>
            </a:solidFill>
            <a:round/>
            <a:headEnd type="stealth" w="lg" len="lg"/>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115" name="Text Box 28"/>
          <p:cNvSpPr txBox="1">
            <a:spLocks noChangeArrowheads="1"/>
          </p:cNvSpPr>
          <p:nvPr/>
        </p:nvSpPr>
        <p:spPr bwMode="auto">
          <a:xfrm>
            <a:off x="8781219" y="6475966"/>
            <a:ext cx="863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fr-FR" sz="1400" dirty="0"/>
              <a:t>2 octets</a:t>
            </a:r>
          </a:p>
        </p:txBody>
      </p:sp>
      <p:sp>
        <p:nvSpPr>
          <p:cNvPr id="116" name="Text Box 29"/>
          <p:cNvSpPr txBox="1">
            <a:spLocks noChangeArrowheads="1"/>
          </p:cNvSpPr>
          <p:nvPr/>
        </p:nvSpPr>
        <p:spPr bwMode="auto">
          <a:xfrm>
            <a:off x="7462769" y="6501446"/>
            <a:ext cx="863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fr-FR" sz="1400" dirty="0"/>
              <a:t>2 octets</a:t>
            </a:r>
          </a:p>
        </p:txBody>
      </p:sp>
      <p:sp>
        <p:nvSpPr>
          <p:cNvPr id="6" name="Rectangle 5"/>
          <p:cNvSpPr/>
          <p:nvPr/>
        </p:nvSpPr>
        <p:spPr>
          <a:xfrm>
            <a:off x="132202" y="6124541"/>
            <a:ext cx="6500113" cy="400110"/>
          </a:xfrm>
          <a:prstGeom prst="rect">
            <a:avLst/>
          </a:prstGeom>
        </p:spPr>
        <p:txBody>
          <a:bodyPr wrap="none">
            <a:spAutoFit/>
          </a:bodyPr>
          <a:lstStyle/>
          <a:p>
            <a:r>
              <a:rPr lang="fr-FR" sz="2000" b="1" dirty="0">
                <a:solidFill>
                  <a:srgbClr val="0033CC"/>
                </a:solidFill>
              </a:rPr>
              <a:t>Attention</a:t>
            </a:r>
            <a:r>
              <a:rPr lang="fr-FR" sz="2000" b="1" dirty="0"/>
              <a:t> : FCS recalculée  après insertion des quatre octets</a:t>
            </a:r>
          </a:p>
        </p:txBody>
      </p:sp>
    </p:spTree>
    <p:extLst>
      <p:ext uri="{BB962C8B-B14F-4D97-AF65-F5344CB8AC3E}">
        <p14:creationId xmlns:p14="http://schemas.microsoft.com/office/powerpoint/2010/main" val="1004834571"/>
      </p:ext>
    </p:extLst>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3"/>
          <p:cNvSpPr txBox="1">
            <a:spLocks/>
          </p:cNvSpPr>
          <p:nvPr/>
        </p:nvSpPr>
        <p:spPr>
          <a:xfrm>
            <a:off x="11421233" y="6619875"/>
            <a:ext cx="746929" cy="2381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1pPr>
            <a:lvl2pPr marL="742950" indent="-28575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2pPr>
            <a:lvl3pPr marL="1143000" indent="-22860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3pPr>
            <a:lvl4pPr marL="1600200" indent="-22860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4pPr>
            <a:lvl5pPr marL="2057400" indent="-22860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5pPr>
            <a:lvl6pPr marL="25146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6pPr>
            <a:lvl7pPr marL="29718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7pPr>
            <a:lvl8pPr marL="34290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8pPr>
            <a:lvl9pPr marL="38862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9pPr>
          </a:lstStyle>
          <a:p>
            <a:pPr algn="r" eaLnBrk="1" hangingPunct="1"/>
            <a:fld id="{A6099D49-99EB-46B5-BBE2-692892430483}" type="slidenum">
              <a:rPr lang="en-US" altLang="fr-FR" sz="1200" smtClean="0">
                <a:solidFill>
                  <a:srgbClr val="000000"/>
                </a:solidFill>
              </a:rPr>
              <a:pPr algn="r" eaLnBrk="1" hangingPunct="1"/>
              <a:t>28</a:t>
            </a:fld>
            <a:endParaRPr lang="en-US" altLang="fr-FR" sz="1200" dirty="0">
              <a:solidFill>
                <a:srgbClr val="000000"/>
              </a:solidFill>
            </a:endParaRPr>
          </a:p>
        </p:txBody>
      </p:sp>
      <p:sp>
        <p:nvSpPr>
          <p:cNvPr id="4" name="Titre 3"/>
          <p:cNvSpPr>
            <a:spLocks noGrp="1"/>
          </p:cNvSpPr>
          <p:nvPr>
            <p:ph type="title"/>
          </p:nvPr>
        </p:nvSpPr>
        <p:spPr>
          <a:xfrm>
            <a:off x="2055756" y="2037030"/>
            <a:ext cx="6934336" cy="685800"/>
          </a:xfrm>
        </p:spPr>
        <p:txBody>
          <a:bodyPr/>
          <a:lstStyle/>
          <a:p>
            <a:pPr>
              <a:lnSpc>
                <a:spcPct val="100000"/>
              </a:lnSpc>
            </a:pPr>
            <a:r>
              <a:rPr lang="fr-FR" sz="3200" spc="-100" dirty="0">
                <a:solidFill>
                  <a:srgbClr val="1F497D"/>
                </a:solidFill>
                <a:latin typeface="Cambria"/>
                <a:ea typeface="+mj-ea"/>
                <a:cs typeface="+mj-cs"/>
              </a:rPr>
              <a:t>MSS </a:t>
            </a:r>
            <a:r>
              <a:rPr lang="fr-FR" sz="3200" spc="-100" dirty="0">
                <a:solidFill>
                  <a:srgbClr val="1F497D"/>
                </a:solidFill>
                <a:latin typeface="Cambria"/>
                <a:ea typeface="+mj-ea"/>
                <a:cs typeface="+mj-cs"/>
                <a:sym typeface="Wingdings" panose="05000000000000000000" pitchFamily="2" charset="2"/>
              </a:rPr>
              <a:t> MTU</a:t>
            </a:r>
            <a:endParaRPr lang="fr-FR" sz="3200" spc="-100" dirty="0">
              <a:solidFill>
                <a:srgbClr val="1F497D"/>
              </a:solidFill>
              <a:latin typeface="Cambria"/>
              <a:ea typeface="+mj-ea"/>
              <a:cs typeface="+mj-cs"/>
            </a:endParaRPr>
          </a:p>
        </p:txBody>
      </p:sp>
      <p:sp>
        <p:nvSpPr>
          <p:cNvPr id="5" name="Rectangle 4"/>
          <p:cNvSpPr/>
          <p:nvPr/>
        </p:nvSpPr>
        <p:spPr>
          <a:xfrm>
            <a:off x="132202" y="1013548"/>
            <a:ext cx="11289031" cy="5725389"/>
          </a:xfrm>
          <a:prstGeom prst="rect">
            <a:avLst/>
          </a:prstGeom>
          <a:noFill/>
          <a:ln w="38100">
            <a:gradFill>
              <a:gsLst>
                <a:gs pos="0">
                  <a:srgbClr val="000082"/>
                </a:gs>
                <a:gs pos="30000">
                  <a:srgbClr val="66008F"/>
                </a:gs>
                <a:gs pos="64999">
                  <a:srgbClr val="BA0066"/>
                </a:gs>
                <a:gs pos="89999">
                  <a:srgbClr val="FF0000"/>
                </a:gs>
                <a:gs pos="100000">
                  <a:srgbClr val="FF8200"/>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Rectangle à coins arrondis 1"/>
          <p:cNvSpPr/>
          <p:nvPr/>
        </p:nvSpPr>
        <p:spPr>
          <a:xfrm>
            <a:off x="500032" y="794254"/>
            <a:ext cx="10391375" cy="526726"/>
          </a:xfrm>
          <a:prstGeom prst="round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path path="circle">
              <a:fillToRect t="100000" r="100000"/>
            </a:path>
            <a:tileRect l="-100000" b="-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2800" dirty="0">
                <a:solidFill>
                  <a:schemeClr val="tx1"/>
                </a:solidFill>
              </a:rPr>
              <a:t>MSS </a:t>
            </a:r>
            <a:r>
              <a:rPr lang="fr-FR" sz="2800" dirty="0">
                <a:solidFill>
                  <a:schemeClr val="tx1"/>
                </a:solidFill>
                <a:sym typeface="Wingdings" panose="05000000000000000000" pitchFamily="2" charset="2"/>
              </a:rPr>
              <a:t> MTU</a:t>
            </a:r>
            <a:endParaRPr lang="fr-FR" sz="2800" dirty="0">
              <a:solidFill>
                <a:schemeClr val="tx1"/>
              </a:solidFill>
            </a:endParaRPr>
          </a:p>
        </p:txBody>
      </p:sp>
    </p:spTree>
    <p:extLst>
      <p:ext uri="{BB962C8B-B14F-4D97-AF65-F5344CB8AC3E}">
        <p14:creationId xmlns:p14="http://schemas.microsoft.com/office/powerpoint/2010/main" val="115310518"/>
      </p:ext>
    </p:extLst>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3"/>
          <p:cNvSpPr txBox="1">
            <a:spLocks/>
          </p:cNvSpPr>
          <p:nvPr/>
        </p:nvSpPr>
        <p:spPr>
          <a:xfrm>
            <a:off x="11421233" y="6619875"/>
            <a:ext cx="746929" cy="2381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1pPr>
            <a:lvl2pPr marL="742950" indent="-28575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2pPr>
            <a:lvl3pPr marL="1143000" indent="-22860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3pPr>
            <a:lvl4pPr marL="1600200" indent="-22860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4pPr>
            <a:lvl5pPr marL="2057400" indent="-22860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5pPr>
            <a:lvl6pPr marL="25146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6pPr>
            <a:lvl7pPr marL="29718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7pPr>
            <a:lvl8pPr marL="34290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8pPr>
            <a:lvl9pPr marL="38862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9pPr>
          </a:lstStyle>
          <a:p>
            <a:pPr algn="r" eaLnBrk="1" hangingPunct="1"/>
            <a:fld id="{A6099D49-99EB-46B5-BBE2-692892430483}" type="slidenum">
              <a:rPr lang="en-US" altLang="fr-FR" sz="1200" smtClean="0">
                <a:solidFill>
                  <a:srgbClr val="000000"/>
                </a:solidFill>
              </a:rPr>
              <a:pPr algn="r" eaLnBrk="1" hangingPunct="1"/>
              <a:t>29</a:t>
            </a:fld>
            <a:endParaRPr lang="en-US" altLang="fr-FR" sz="1200" dirty="0">
              <a:solidFill>
                <a:srgbClr val="000000"/>
              </a:solidFill>
            </a:endParaRPr>
          </a:p>
        </p:txBody>
      </p:sp>
      <p:sp>
        <p:nvSpPr>
          <p:cNvPr id="4" name="Titre 3"/>
          <p:cNvSpPr>
            <a:spLocks noGrp="1"/>
          </p:cNvSpPr>
          <p:nvPr>
            <p:ph type="title"/>
          </p:nvPr>
        </p:nvSpPr>
        <p:spPr>
          <a:xfrm>
            <a:off x="394138" y="0"/>
            <a:ext cx="11027095" cy="685800"/>
          </a:xfrm>
        </p:spPr>
        <p:txBody>
          <a:bodyPr/>
          <a:lstStyle/>
          <a:p>
            <a:pPr>
              <a:lnSpc>
                <a:spcPct val="100000"/>
              </a:lnSpc>
            </a:pPr>
            <a:r>
              <a:rPr lang="fr-FR" sz="3200" spc="-100" dirty="0">
                <a:solidFill>
                  <a:srgbClr val="1F497D"/>
                </a:solidFill>
                <a:latin typeface="Cambria"/>
                <a:ea typeface="+mj-ea"/>
                <a:cs typeface="+mj-cs"/>
              </a:rPr>
              <a:t>MSS </a:t>
            </a:r>
            <a:r>
              <a:rPr lang="fr-FR" sz="3200" spc="-100" dirty="0">
                <a:solidFill>
                  <a:srgbClr val="1F497D"/>
                </a:solidFill>
                <a:latin typeface="Cambria"/>
                <a:ea typeface="+mj-ea"/>
                <a:cs typeface="+mj-cs"/>
                <a:sym typeface="Wingdings" panose="05000000000000000000" pitchFamily="2" charset="2"/>
              </a:rPr>
              <a:t> MTU</a:t>
            </a:r>
            <a:endParaRPr lang="fr-FR" sz="3200" spc="-100" dirty="0">
              <a:solidFill>
                <a:srgbClr val="1F497D"/>
              </a:solidFill>
              <a:latin typeface="Cambria"/>
              <a:ea typeface="+mj-ea"/>
              <a:cs typeface="+mj-cs"/>
            </a:endParaRPr>
          </a:p>
        </p:txBody>
      </p:sp>
      <p:sp>
        <p:nvSpPr>
          <p:cNvPr id="5" name="Rectangle 4"/>
          <p:cNvSpPr/>
          <p:nvPr/>
        </p:nvSpPr>
        <p:spPr>
          <a:xfrm>
            <a:off x="132202" y="1013548"/>
            <a:ext cx="11289031" cy="5725389"/>
          </a:xfrm>
          <a:prstGeom prst="rect">
            <a:avLst/>
          </a:prstGeom>
          <a:noFill/>
          <a:ln w="38100">
            <a:gradFill>
              <a:gsLst>
                <a:gs pos="0">
                  <a:srgbClr val="000082"/>
                </a:gs>
                <a:gs pos="30000">
                  <a:srgbClr val="66008F"/>
                </a:gs>
                <a:gs pos="64999">
                  <a:srgbClr val="BA0066"/>
                </a:gs>
                <a:gs pos="89999">
                  <a:srgbClr val="FF0000"/>
                </a:gs>
                <a:gs pos="100000">
                  <a:srgbClr val="FF8200"/>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Rectangle à coins arrondis 1"/>
          <p:cNvSpPr/>
          <p:nvPr/>
        </p:nvSpPr>
        <p:spPr>
          <a:xfrm>
            <a:off x="500032" y="794254"/>
            <a:ext cx="10391375" cy="526726"/>
          </a:xfrm>
          <a:prstGeom prst="round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path path="circle">
              <a:fillToRect t="100000" r="100000"/>
            </a:path>
            <a:tileRect l="-100000" b="-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2800" dirty="0">
                <a:solidFill>
                  <a:schemeClr val="tx1"/>
                </a:solidFill>
              </a:rPr>
              <a:t>MSS </a:t>
            </a:r>
            <a:r>
              <a:rPr lang="fr-FR" sz="2800" dirty="0">
                <a:solidFill>
                  <a:schemeClr val="tx1"/>
                </a:solidFill>
                <a:sym typeface="Wingdings" panose="05000000000000000000" pitchFamily="2" charset="2"/>
              </a:rPr>
              <a:t> MTU</a:t>
            </a:r>
            <a:endParaRPr lang="fr-FR" sz="2800" dirty="0">
              <a:solidFill>
                <a:schemeClr val="tx1"/>
              </a:solidFill>
            </a:endParaRPr>
          </a:p>
        </p:txBody>
      </p:sp>
      <p:sp>
        <p:nvSpPr>
          <p:cNvPr id="9" name="ZoneTexte 8"/>
          <p:cNvSpPr txBox="1"/>
          <p:nvPr/>
        </p:nvSpPr>
        <p:spPr>
          <a:xfrm>
            <a:off x="500032" y="1366337"/>
            <a:ext cx="10548968" cy="3693319"/>
          </a:xfrm>
          <a:prstGeom prst="rect">
            <a:avLst/>
          </a:prstGeom>
          <a:noFill/>
        </p:spPr>
        <p:txBody>
          <a:bodyPr wrap="square" rtlCol="0">
            <a:spAutoFit/>
          </a:bodyPr>
          <a:lstStyle/>
          <a:p>
            <a:r>
              <a:rPr lang="en-US" dirty="0"/>
              <a:t>When we conduct a technical workshop, a common query from the participants relates to the Maximum Transmission Unit (</a:t>
            </a:r>
            <a:r>
              <a:rPr lang="en-US" dirty="0">
                <a:solidFill>
                  <a:srgbClr val="3333FF"/>
                </a:solidFill>
              </a:rPr>
              <a:t>MTU</a:t>
            </a:r>
            <a:r>
              <a:rPr lang="en-US" dirty="0"/>
              <a:t>) size manipulation on a router interface and its relationship with the TCP Maximum Segment Size (MSS). </a:t>
            </a:r>
          </a:p>
          <a:p>
            <a:r>
              <a:rPr lang="en-US" dirty="0"/>
              <a:t>I will try to discuss this in detail from a network engineers point of view.</a:t>
            </a:r>
          </a:p>
          <a:p>
            <a:r>
              <a:rPr lang="en-US" dirty="0"/>
              <a:t>The Maximum Transmission Unit (MTU) is the maximum length of data that can be transmitted by a protocol in one instance. </a:t>
            </a:r>
          </a:p>
          <a:p>
            <a:r>
              <a:rPr lang="en-US" dirty="0"/>
              <a:t>If we take the Ethernet interface as an example, the MTU size of an Ethernet interface is 1500 bytes by default, which excludes the Ethernet frame header and trailer. It means that the interface cannot carry any frame larger then 1500 bytes. </a:t>
            </a:r>
          </a:p>
          <a:p>
            <a:r>
              <a:rPr lang="en-US" dirty="0"/>
              <a:t>If we look inside the frame, we have a </a:t>
            </a:r>
            <a:r>
              <a:rPr lang="en-US" dirty="0">
                <a:solidFill>
                  <a:srgbClr val="3333FF"/>
                </a:solidFill>
              </a:rPr>
              <a:t>20 byte IP header + 20 byte TCP </a:t>
            </a:r>
            <a:r>
              <a:rPr lang="en-US" dirty="0"/>
              <a:t>header, leaving a </a:t>
            </a:r>
            <a:r>
              <a:rPr lang="en-US" dirty="0">
                <a:solidFill>
                  <a:srgbClr val="3333FF"/>
                </a:solidFill>
              </a:rPr>
              <a:t>1460 byte </a:t>
            </a:r>
            <a:r>
              <a:rPr lang="en-US" dirty="0"/>
              <a:t>of the payload that can be transmitted in one frame. </a:t>
            </a:r>
          </a:p>
          <a:p>
            <a:r>
              <a:rPr lang="en-US" dirty="0"/>
              <a:t>This is what we refer to as </a:t>
            </a:r>
            <a:r>
              <a:rPr lang="en-US" dirty="0">
                <a:solidFill>
                  <a:srgbClr val="3333FF"/>
                </a:solidFill>
              </a:rPr>
              <a:t>TCP MSS. </a:t>
            </a:r>
            <a:r>
              <a:rPr lang="en-US" dirty="0"/>
              <a:t>The diagram below visualizes this concept:</a:t>
            </a:r>
          </a:p>
          <a:p>
            <a:endParaRPr lang="fr-FR" dirty="0"/>
          </a:p>
        </p:txBody>
      </p:sp>
      <p:pic>
        <p:nvPicPr>
          <p:cNvPr id="17410" name="Picture 2" descr="https://blog.apnic.net/wp-content/uploads/2014/12/tcp-mtu-mss.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23820" y="4662940"/>
            <a:ext cx="6722194" cy="19569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2159359"/>
      </p:ext>
    </p:extLst>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3"/>
          <p:cNvSpPr txBox="1">
            <a:spLocks/>
          </p:cNvSpPr>
          <p:nvPr/>
        </p:nvSpPr>
        <p:spPr>
          <a:xfrm>
            <a:off x="11421233" y="6619875"/>
            <a:ext cx="746929" cy="2381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1pPr>
            <a:lvl2pPr marL="742950" indent="-28575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2pPr>
            <a:lvl3pPr marL="1143000" indent="-22860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3pPr>
            <a:lvl4pPr marL="1600200" indent="-22860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4pPr>
            <a:lvl5pPr marL="2057400" indent="-22860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5pPr>
            <a:lvl6pPr marL="25146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6pPr>
            <a:lvl7pPr marL="29718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7pPr>
            <a:lvl8pPr marL="34290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8pPr>
            <a:lvl9pPr marL="38862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9pPr>
          </a:lstStyle>
          <a:p>
            <a:pPr algn="r" eaLnBrk="1" hangingPunct="1"/>
            <a:fld id="{A6099D49-99EB-46B5-BBE2-692892430483}" type="slidenum">
              <a:rPr lang="en-US" altLang="fr-FR" sz="1200" smtClean="0">
                <a:solidFill>
                  <a:srgbClr val="000000"/>
                </a:solidFill>
              </a:rPr>
              <a:pPr algn="r" eaLnBrk="1" hangingPunct="1"/>
              <a:t>30</a:t>
            </a:fld>
            <a:endParaRPr lang="en-US" altLang="fr-FR" sz="1200" dirty="0">
              <a:solidFill>
                <a:srgbClr val="000000"/>
              </a:solidFill>
            </a:endParaRPr>
          </a:p>
        </p:txBody>
      </p:sp>
      <p:sp>
        <p:nvSpPr>
          <p:cNvPr id="4" name="Titre 3"/>
          <p:cNvSpPr>
            <a:spLocks noGrp="1"/>
          </p:cNvSpPr>
          <p:nvPr>
            <p:ph type="title"/>
          </p:nvPr>
        </p:nvSpPr>
        <p:spPr>
          <a:xfrm>
            <a:off x="394138" y="0"/>
            <a:ext cx="11027095" cy="685800"/>
          </a:xfrm>
        </p:spPr>
        <p:txBody>
          <a:bodyPr/>
          <a:lstStyle/>
          <a:p>
            <a:pPr>
              <a:lnSpc>
                <a:spcPct val="100000"/>
              </a:lnSpc>
            </a:pPr>
            <a:r>
              <a:rPr lang="fr-FR" sz="3200" spc="-100" dirty="0">
                <a:solidFill>
                  <a:srgbClr val="1F497D"/>
                </a:solidFill>
                <a:latin typeface="Cambria"/>
                <a:ea typeface="+mj-ea"/>
                <a:cs typeface="+mj-cs"/>
              </a:rPr>
              <a:t>MSS </a:t>
            </a:r>
            <a:r>
              <a:rPr lang="fr-FR" sz="3200" spc="-100" dirty="0">
                <a:solidFill>
                  <a:srgbClr val="1F497D"/>
                </a:solidFill>
                <a:latin typeface="Cambria"/>
                <a:ea typeface="+mj-ea"/>
                <a:cs typeface="+mj-cs"/>
                <a:sym typeface="Wingdings" panose="05000000000000000000" pitchFamily="2" charset="2"/>
              </a:rPr>
              <a:t> MTU</a:t>
            </a:r>
            <a:endParaRPr lang="fr-FR" sz="3200" spc="-100" dirty="0">
              <a:solidFill>
                <a:srgbClr val="1F497D"/>
              </a:solidFill>
              <a:latin typeface="Cambria"/>
              <a:ea typeface="+mj-ea"/>
              <a:cs typeface="+mj-cs"/>
            </a:endParaRPr>
          </a:p>
        </p:txBody>
      </p:sp>
      <p:sp>
        <p:nvSpPr>
          <p:cNvPr id="5" name="Rectangle 4"/>
          <p:cNvSpPr/>
          <p:nvPr/>
        </p:nvSpPr>
        <p:spPr>
          <a:xfrm>
            <a:off x="132202" y="1013548"/>
            <a:ext cx="11289031" cy="5725389"/>
          </a:xfrm>
          <a:prstGeom prst="rect">
            <a:avLst/>
          </a:prstGeom>
          <a:noFill/>
          <a:ln w="38100">
            <a:gradFill>
              <a:gsLst>
                <a:gs pos="0">
                  <a:srgbClr val="000082"/>
                </a:gs>
                <a:gs pos="30000">
                  <a:srgbClr val="66008F"/>
                </a:gs>
                <a:gs pos="64999">
                  <a:srgbClr val="BA0066"/>
                </a:gs>
                <a:gs pos="89999">
                  <a:srgbClr val="FF0000"/>
                </a:gs>
                <a:gs pos="100000">
                  <a:srgbClr val="FF8200"/>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Rectangle à coins arrondis 1"/>
          <p:cNvSpPr/>
          <p:nvPr/>
        </p:nvSpPr>
        <p:spPr>
          <a:xfrm>
            <a:off x="500032" y="794254"/>
            <a:ext cx="10391375" cy="526726"/>
          </a:xfrm>
          <a:prstGeom prst="round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path path="circle">
              <a:fillToRect t="100000" r="100000"/>
            </a:path>
            <a:tileRect l="-100000" b="-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2800" dirty="0">
                <a:solidFill>
                  <a:schemeClr val="tx1"/>
                </a:solidFill>
              </a:rPr>
              <a:t>MSS </a:t>
            </a:r>
            <a:r>
              <a:rPr lang="fr-FR" sz="2800" dirty="0">
                <a:solidFill>
                  <a:schemeClr val="tx1"/>
                </a:solidFill>
                <a:sym typeface="Wingdings" panose="05000000000000000000" pitchFamily="2" charset="2"/>
              </a:rPr>
              <a:t> MTU</a:t>
            </a:r>
            <a:endParaRPr lang="fr-FR" sz="2800" dirty="0">
              <a:solidFill>
                <a:schemeClr val="tx1"/>
              </a:solidFill>
            </a:endParaRPr>
          </a:p>
        </p:txBody>
      </p:sp>
      <p:sp>
        <p:nvSpPr>
          <p:cNvPr id="9" name="ZoneTexte 8"/>
          <p:cNvSpPr txBox="1"/>
          <p:nvPr/>
        </p:nvSpPr>
        <p:spPr>
          <a:xfrm>
            <a:off x="266700" y="1480457"/>
            <a:ext cx="11154533" cy="4801314"/>
          </a:xfrm>
          <a:prstGeom prst="rect">
            <a:avLst/>
          </a:prstGeom>
          <a:noFill/>
        </p:spPr>
        <p:txBody>
          <a:bodyPr wrap="square" rtlCol="0">
            <a:spAutoFit/>
          </a:bodyPr>
          <a:lstStyle/>
          <a:p>
            <a:r>
              <a:rPr lang="en-US" dirty="0"/>
              <a:t>In a normal transmission case, if there is no additional encapsulation (that is</a:t>
            </a:r>
            <a:r>
              <a:rPr lang="en-US" dirty="0">
                <a:solidFill>
                  <a:srgbClr val="3333FF"/>
                </a:solidFill>
              </a:rPr>
              <a:t>, IPsec, MPLS and so forth</a:t>
            </a:r>
            <a:r>
              <a:rPr lang="en-US" dirty="0"/>
              <a:t>) carried out on a transiting router, the source device may use the maximum payload length of 1460 bytes without any potential risk of packet fragmentation/drop. </a:t>
            </a:r>
          </a:p>
          <a:p>
            <a:r>
              <a:rPr lang="en-US" dirty="0"/>
              <a:t>This is negotiated during the TCP three-way handshake stage between the source and destination host.</a:t>
            </a:r>
          </a:p>
          <a:p>
            <a:r>
              <a:rPr lang="en-US" dirty="0"/>
              <a:t>Now in a likely case where a router in transit is carrying out additional encapsulation, that is, MPLS label swapping, this will add an additional label header as below</a:t>
            </a:r>
          </a:p>
          <a:p>
            <a:endParaRPr lang="en-US" dirty="0"/>
          </a:p>
          <a:p>
            <a:endParaRPr lang="en-US" dirty="0"/>
          </a:p>
          <a:p>
            <a:endParaRPr lang="en-US" dirty="0"/>
          </a:p>
          <a:p>
            <a:endParaRPr lang="en-US" dirty="0"/>
          </a:p>
          <a:p>
            <a:endParaRPr lang="en-US" dirty="0"/>
          </a:p>
          <a:p>
            <a:endParaRPr lang="en-US" dirty="0"/>
          </a:p>
          <a:p>
            <a:endParaRPr lang="en-US" dirty="0"/>
          </a:p>
          <a:p>
            <a:r>
              <a:rPr lang="en-US" dirty="0"/>
              <a:t>This will eventually increase the size of the frame exiting a transiting router (in the case above it is 1508 bytes.) It will also create similar issue for</a:t>
            </a:r>
            <a:r>
              <a:rPr lang="en-US" dirty="0">
                <a:solidFill>
                  <a:srgbClr val="3333FF"/>
                </a:solidFill>
              </a:rPr>
              <a:t> </a:t>
            </a:r>
            <a:r>
              <a:rPr lang="en-US" dirty="0" err="1">
                <a:solidFill>
                  <a:srgbClr val="3333FF"/>
                </a:solidFill>
              </a:rPr>
              <a:t>IPSec</a:t>
            </a:r>
            <a:r>
              <a:rPr lang="en-US" dirty="0">
                <a:solidFill>
                  <a:srgbClr val="3333FF"/>
                </a:solidFill>
              </a:rPr>
              <a:t> and IPv6 in IPv4 tunnel etc.</a:t>
            </a:r>
          </a:p>
          <a:p>
            <a:r>
              <a:rPr lang="en-US" dirty="0"/>
              <a:t>The maximum MTU of an interface will depend on the hardware platform, but the IEEE 802.3 standards require a minimum MTU of 1500 bytes.  </a:t>
            </a:r>
          </a:p>
        </p:txBody>
      </p:sp>
      <p:pic>
        <p:nvPicPr>
          <p:cNvPr id="18434" name="Picture 2" descr="tcp-mss-mpl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03938" y="3239573"/>
            <a:ext cx="6584269" cy="15600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9117870"/>
      </p:ext>
    </p:extLst>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3"/>
          <p:cNvSpPr txBox="1">
            <a:spLocks/>
          </p:cNvSpPr>
          <p:nvPr/>
        </p:nvSpPr>
        <p:spPr>
          <a:xfrm>
            <a:off x="11421233" y="6619875"/>
            <a:ext cx="746929" cy="2381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1pPr>
            <a:lvl2pPr marL="742950" indent="-28575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2pPr>
            <a:lvl3pPr marL="1143000" indent="-22860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3pPr>
            <a:lvl4pPr marL="1600200" indent="-22860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4pPr>
            <a:lvl5pPr marL="2057400" indent="-228600" algn="l" rtl="0" eaLnBrk="0" fontAlgn="base" hangingPunct="0">
              <a:spcBef>
                <a:spcPct val="0"/>
              </a:spcBef>
              <a:spcAft>
                <a:spcPct val="0"/>
              </a:spcAft>
              <a:defRPr b="1" kern="1200">
                <a:solidFill>
                  <a:schemeClr val="tx1"/>
                </a:solidFill>
                <a:latin typeface="Arial" pitchFamily="34" charset="0"/>
                <a:ea typeface="+mn-ea"/>
                <a:cs typeface="Arial" pitchFamily="34" charset="0"/>
              </a:defRPr>
            </a:lvl5pPr>
            <a:lvl6pPr marL="25146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6pPr>
            <a:lvl7pPr marL="29718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7pPr>
            <a:lvl8pPr marL="34290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8pPr>
            <a:lvl9pPr marL="3886200" indent="-228600" algn="l" defTabSz="914400" rtl="0" eaLnBrk="0" fontAlgn="base" latinLnBrk="0" hangingPunct="0">
              <a:spcBef>
                <a:spcPct val="0"/>
              </a:spcBef>
              <a:spcAft>
                <a:spcPct val="0"/>
              </a:spcAft>
              <a:defRPr b="1" kern="1200">
                <a:solidFill>
                  <a:schemeClr val="tx1"/>
                </a:solidFill>
                <a:latin typeface="Arial" pitchFamily="34" charset="0"/>
                <a:ea typeface="+mn-ea"/>
                <a:cs typeface="Arial" pitchFamily="34" charset="0"/>
              </a:defRPr>
            </a:lvl9pPr>
          </a:lstStyle>
          <a:p>
            <a:pPr algn="r" eaLnBrk="1" hangingPunct="1"/>
            <a:fld id="{A6099D49-99EB-46B5-BBE2-692892430483}" type="slidenum">
              <a:rPr lang="en-US" altLang="fr-FR" sz="1200" smtClean="0">
                <a:solidFill>
                  <a:srgbClr val="000000"/>
                </a:solidFill>
              </a:rPr>
              <a:pPr algn="r" eaLnBrk="1" hangingPunct="1"/>
              <a:t>31</a:t>
            </a:fld>
            <a:endParaRPr lang="en-US" altLang="fr-FR" sz="1200" dirty="0">
              <a:solidFill>
                <a:srgbClr val="000000"/>
              </a:solidFill>
            </a:endParaRPr>
          </a:p>
        </p:txBody>
      </p:sp>
      <p:sp>
        <p:nvSpPr>
          <p:cNvPr id="4" name="Titre 3"/>
          <p:cNvSpPr>
            <a:spLocks noGrp="1"/>
          </p:cNvSpPr>
          <p:nvPr>
            <p:ph type="title"/>
          </p:nvPr>
        </p:nvSpPr>
        <p:spPr>
          <a:xfrm>
            <a:off x="394138" y="0"/>
            <a:ext cx="11027095" cy="685800"/>
          </a:xfrm>
        </p:spPr>
        <p:txBody>
          <a:bodyPr/>
          <a:lstStyle/>
          <a:p>
            <a:pPr>
              <a:lnSpc>
                <a:spcPct val="100000"/>
              </a:lnSpc>
            </a:pPr>
            <a:r>
              <a:rPr lang="fr-FR" sz="3200" spc="-100" dirty="0">
                <a:solidFill>
                  <a:srgbClr val="1F497D"/>
                </a:solidFill>
                <a:latin typeface="Cambria"/>
                <a:ea typeface="+mj-ea"/>
                <a:cs typeface="+mj-cs"/>
              </a:rPr>
              <a:t>MSS </a:t>
            </a:r>
            <a:r>
              <a:rPr lang="fr-FR" sz="3200" spc="-100" dirty="0">
                <a:solidFill>
                  <a:srgbClr val="1F497D"/>
                </a:solidFill>
                <a:latin typeface="Cambria"/>
                <a:ea typeface="+mj-ea"/>
                <a:cs typeface="+mj-cs"/>
                <a:sym typeface="Wingdings" panose="05000000000000000000" pitchFamily="2" charset="2"/>
              </a:rPr>
              <a:t> MTU</a:t>
            </a:r>
            <a:endParaRPr lang="fr-FR" sz="3200" spc="-100" dirty="0">
              <a:solidFill>
                <a:srgbClr val="1F497D"/>
              </a:solidFill>
              <a:latin typeface="Cambria"/>
              <a:ea typeface="+mj-ea"/>
              <a:cs typeface="+mj-cs"/>
            </a:endParaRPr>
          </a:p>
        </p:txBody>
      </p:sp>
      <p:sp>
        <p:nvSpPr>
          <p:cNvPr id="5" name="Rectangle 4"/>
          <p:cNvSpPr/>
          <p:nvPr/>
        </p:nvSpPr>
        <p:spPr>
          <a:xfrm>
            <a:off x="132202" y="1013548"/>
            <a:ext cx="11289031" cy="5725389"/>
          </a:xfrm>
          <a:prstGeom prst="rect">
            <a:avLst/>
          </a:prstGeom>
          <a:noFill/>
          <a:ln w="38100">
            <a:gradFill>
              <a:gsLst>
                <a:gs pos="0">
                  <a:srgbClr val="000082"/>
                </a:gs>
                <a:gs pos="30000">
                  <a:srgbClr val="66008F"/>
                </a:gs>
                <a:gs pos="64999">
                  <a:srgbClr val="BA0066"/>
                </a:gs>
                <a:gs pos="89999">
                  <a:srgbClr val="FF0000"/>
                </a:gs>
                <a:gs pos="100000">
                  <a:srgbClr val="FF8200"/>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Rectangle à coins arrondis 1"/>
          <p:cNvSpPr/>
          <p:nvPr/>
        </p:nvSpPr>
        <p:spPr>
          <a:xfrm>
            <a:off x="500032" y="794254"/>
            <a:ext cx="10391375" cy="526726"/>
          </a:xfrm>
          <a:prstGeom prst="round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path path="circle">
              <a:fillToRect t="100000" r="100000"/>
            </a:path>
            <a:tileRect l="-100000" b="-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2800" dirty="0">
                <a:solidFill>
                  <a:schemeClr val="tx1"/>
                </a:solidFill>
              </a:rPr>
              <a:t>MSS </a:t>
            </a:r>
            <a:r>
              <a:rPr lang="fr-FR" sz="2800" dirty="0">
                <a:solidFill>
                  <a:schemeClr val="tx1"/>
                </a:solidFill>
                <a:sym typeface="Wingdings" panose="05000000000000000000" pitchFamily="2" charset="2"/>
              </a:rPr>
              <a:t> MTU</a:t>
            </a:r>
            <a:endParaRPr lang="fr-FR" sz="2800" dirty="0">
              <a:solidFill>
                <a:schemeClr val="tx1"/>
              </a:solidFill>
            </a:endParaRPr>
          </a:p>
        </p:txBody>
      </p:sp>
      <p:sp>
        <p:nvSpPr>
          <p:cNvPr id="9" name="ZoneTexte 8"/>
          <p:cNvSpPr txBox="1"/>
          <p:nvPr/>
        </p:nvSpPr>
        <p:spPr>
          <a:xfrm>
            <a:off x="500032" y="1480457"/>
            <a:ext cx="10792082" cy="3693319"/>
          </a:xfrm>
          <a:prstGeom prst="rect">
            <a:avLst/>
          </a:prstGeom>
          <a:noFill/>
        </p:spPr>
        <p:txBody>
          <a:bodyPr wrap="square" rtlCol="0">
            <a:spAutoFit/>
          </a:bodyPr>
          <a:lstStyle/>
          <a:p>
            <a:r>
              <a:rPr lang="en-US" dirty="0"/>
              <a:t>The problem is we cannot increase the IP MTU size on the router Ethernet interface because the MPLS label encapsulation frame size can potentially exceed the maximum MTU. </a:t>
            </a:r>
          </a:p>
          <a:p>
            <a:r>
              <a:rPr lang="en-US" dirty="0"/>
              <a:t>If the source device creates a full size packet with </a:t>
            </a:r>
            <a:r>
              <a:rPr lang="en-US" dirty="0">
                <a:solidFill>
                  <a:srgbClr val="3333FF"/>
                </a:solidFill>
              </a:rPr>
              <a:t>a TCP MSS of 1460 bytes</a:t>
            </a:r>
            <a:r>
              <a:rPr lang="en-US" dirty="0"/>
              <a:t>, it is likely this transiting router will drop/fragment the packet. This is bad for our network performance.</a:t>
            </a:r>
          </a:p>
          <a:p>
            <a:endParaRPr lang="en-US" b="1" dirty="0"/>
          </a:p>
          <a:p>
            <a:r>
              <a:rPr lang="en-US" b="1" dirty="0"/>
              <a:t>What is the best way to solve this?</a:t>
            </a:r>
            <a:endParaRPr lang="en-US" dirty="0"/>
          </a:p>
          <a:p>
            <a:r>
              <a:rPr lang="en-US" dirty="0"/>
              <a:t>Shrinking the IP MTU on the interface to </a:t>
            </a:r>
            <a:r>
              <a:rPr lang="en-US" dirty="0">
                <a:solidFill>
                  <a:srgbClr val="3333FF"/>
                </a:solidFill>
              </a:rPr>
              <a:t>1448 bytes</a:t>
            </a:r>
            <a:r>
              <a:rPr lang="en-US" dirty="0"/>
              <a:t>  will create space for </a:t>
            </a:r>
            <a:r>
              <a:rPr lang="en-US" b="1" u="sng" dirty="0">
                <a:solidFill>
                  <a:srgbClr val="FF0000"/>
                </a:solidFill>
              </a:rPr>
              <a:t>12 additional bytes on the MPLS label </a:t>
            </a:r>
            <a:r>
              <a:rPr lang="en-US" dirty="0"/>
              <a:t>header [if you consider a maximum of </a:t>
            </a:r>
            <a:r>
              <a:rPr lang="en-US" b="1" dirty="0">
                <a:solidFill>
                  <a:srgbClr val="3333FF"/>
                </a:solidFill>
              </a:rPr>
              <a:t>3 MPLS </a:t>
            </a:r>
            <a:r>
              <a:rPr lang="en-US" dirty="0"/>
              <a:t>label LDP + VPN + TE] plus a 20 byte TCP + 20 byte IP header within a 1500 byte Ethernet MTU.</a:t>
            </a:r>
          </a:p>
          <a:p>
            <a:endParaRPr lang="en-US" dirty="0"/>
          </a:p>
          <a:p>
            <a:r>
              <a:rPr lang="en-US" dirty="0"/>
              <a:t>Please remember, when we shrink the IP MTU on a transiting router, that will also shrink the maximum possible TCP MSS size to 1448 bytes from the source device. If the router does not signal the source and destination during the TCP handshake, the optimal TCP MSS  could potentially create a dropping/fragmentation problem.</a:t>
            </a:r>
          </a:p>
        </p:txBody>
      </p:sp>
    </p:spTree>
    <p:extLst>
      <p:ext uri="{BB962C8B-B14F-4D97-AF65-F5344CB8AC3E}">
        <p14:creationId xmlns:p14="http://schemas.microsoft.com/office/powerpoint/2010/main" val="36072647"/>
      </p:ext>
    </p:extLst>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sld>
</file>

<file path=ppt/theme/theme1.xml><?xml version="1.0" encoding="utf-8"?>
<a:theme xmlns:a="http://schemas.openxmlformats.org/drawingml/2006/main" name="Thème Office">
  <a:themeElements>
    <a:clrScheme name="Bureau">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Bureau">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Bureau">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Bureau">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558AE1F1B4EAE41AA5D45FA89F23B30" ma:contentTypeVersion="11" ma:contentTypeDescription="Crée un document." ma:contentTypeScope="" ma:versionID="0df40b14fb106df2abea024acb116c8c">
  <xsd:schema xmlns:xsd="http://www.w3.org/2001/XMLSchema" xmlns:xs="http://www.w3.org/2001/XMLSchema" xmlns:p="http://schemas.microsoft.com/office/2006/metadata/properties" xmlns:ns2="fb67cf06-de83-4dde-bdc8-c9d2555ecf99" xmlns:ns3="43c9300f-d713-4702-8cc8-fa8bdc3c40bd" targetNamespace="http://schemas.microsoft.com/office/2006/metadata/properties" ma:root="true" ma:fieldsID="04fb494926a71071a4cc336507248787" ns2:_="" ns3:_="">
    <xsd:import namespace="fb67cf06-de83-4dde-bdc8-c9d2555ecf99"/>
    <xsd:import namespace="43c9300f-d713-4702-8cc8-fa8bdc3c40b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b67cf06-de83-4dde-bdc8-c9d2555ecf9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Balises d’images" ma:readOnly="false" ma:fieldId="{5cf76f15-5ced-4ddc-b409-7134ff3c332f}" ma:taxonomyMulti="true" ma:sspId="3b972a7f-0ff5-4d06-af94-aff851ef5c24"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3c9300f-d713-4702-8cc8-fa8bdc3c40bd"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23897638-9776-4d47-817f-a1af06ed1d14}" ma:internalName="TaxCatchAll" ma:showField="CatchAllData" ma:web="43c9300f-d713-4702-8cc8-fa8bdc3c40b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fb67cf06-de83-4dde-bdc8-c9d2555ecf99">
      <Terms xmlns="http://schemas.microsoft.com/office/infopath/2007/PartnerControls"/>
    </lcf76f155ced4ddcb4097134ff3c332f>
    <TaxCatchAll xmlns="43c9300f-d713-4702-8cc8-fa8bdc3c40bd"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B453F7D-BD4A-4EDD-878E-1A52E7C28E6D}"/>
</file>

<file path=customXml/itemProps2.xml><?xml version="1.0" encoding="utf-8"?>
<ds:datastoreItem xmlns:ds="http://schemas.openxmlformats.org/officeDocument/2006/customXml" ds:itemID="{4DA91FE5-B96B-41CF-A65B-8A7CA2D12DFC}">
  <ds:schemaRefs>
    <ds:schemaRef ds:uri="http://schemas.microsoft.com/office/2006/metadata/properties"/>
    <ds:schemaRef ds:uri="http://schemas.microsoft.com/office/infopath/2007/PartnerControls"/>
    <ds:schemaRef ds:uri="383e9286-7fae-469e-a560-990648852b65"/>
    <ds:schemaRef ds:uri="013aaac8-cce1-4f65-afb7-5d6cec10f57e"/>
  </ds:schemaRefs>
</ds:datastoreItem>
</file>

<file path=customXml/itemProps3.xml><?xml version="1.0" encoding="utf-8"?>
<ds:datastoreItem xmlns:ds="http://schemas.openxmlformats.org/officeDocument/2006/customXml" ds:itemID="{4C5483D8-4FF9-4C7D-9556-8B2697DF870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Integral</Template>
  <TotalTime>9332</TotalTime>
  <Words>1787</Words>
  <Application>Microsoft Office PowerPoint</Application>
  <PresentationFormat>Grand écran</PresentationFormat>
  <Paragraphs>331</Paragraphs>
  <Slides>31</Slides>
  <Notes>29</Notes>
  <HiddenSlides>0</HiddenSlides>
  <MMClips>0</MMClips>
  <ScaleCrop>false</ScaleCrop>
  <HeadingPairs>
    <vt:vector size="6" baseType="variant">
      <vt:variant>
        <vt:lpstr>Polices utilisées</vt:lpstr>
      </vt:variant>
      <vt:variant>
        <vt:i4>9</vt:i4>
      </vt:variant>
      <vt:variant>
        <vt:lpstr>Thème</vt:lpstr>
      </vt:variant>
      <vt:variant>
        <vt:i4>1</vt:i4>
      </vt:variant>
      <vt:variant>
        <vt:lpstr>Titres des diapositives</vt:lpstr>
      </vt:variant>
      <vt:variant>
        <vt:i4>31</vt:i4>
      </vt:variant>
    </vt:vector>
  </HeadingPairs>
  <TitlesOfParts>
    <vt:vector size="41" baseType="lpstr">
      <vt:lpstr>ＭＳ Ｐゴシック</vt:lpstr>
      <vt:lpstr>Alte DIN 1451 Mittelschrift</vt:lpstr>
      <vt:lpstr>Alte DIN 1451 Mittelschrift gepraegt</vt:lpstr>
      <vt:lpstr>Arial</vt:lpstr>
      <vt:lpstr>Calibri</vt:lpstr>
      <vt:lpstr>Cambria</vt:lpstr>
      <vt:lpstr>Courier New</vt:lpstr>
      <vt:lpstr>Tahoma</vt:lpstr>
      <vt:lpstr>Wingdings</vt:lpstr>
      <vt:lpstr>Thème Office</vt:lpstr>
      <vt:lpstr>Présentation PowerPoint</vt:lpstr>
      <vt:lpstr>Plan </vt:lpstr>
      <vt:lpstr>Introduction aux VLANs</vt:lpstr>
      <vt:lpstr>Annexes </vt:lpstr>
      <vt:lpstr>Communication inter-VLANs « Exemples »</vt:lpstr>
      <vt:lpstr>Solutions pour la communication inter-VLANs</vt:lpstr>
      <vt:lpstr>Solutions pour la communication inter-VLANs</vt:lpstr>
      <vt:lpstr>Solutions pour la communication inter-VLANs</vt:lpstr>
      <vt:lpstr>Solutions pour la communication inter-VLANs</vt:lpstr>
      <vt:lpstr>Solutions pour la communication inter-VLANs</vt:lpstr>
      <vt:lpstr>Solutions pour la communication inter-VLANs</vt:lpstr>
      <vt:lpstr>Solutions pour la communication inter-VLANs</vt:lpstr>
      <vt:lpstr>Solutions pour la communication inter-VLANs</vt:lpstr>
      <vt:lpstr>Solutions pour la communication inter-VLANs</vt:lpstr>
      <vt:lpstr>Solutions pour la communication inter-VLANs</vt:lpstr>
      <vt:lpstr>Solutions pour la communication inter-VLANs</vt:lpstr>
      <vt:lpstr>Solutions pour la communication inter-VLANs</vt:lpstr>
      <vt:lpstr>Le management du switch</vt:lpstr>
      <vt:lpstr>Le management du switch</vt:lpstr>
      <vt:lpstr>Le management du switch</vt:lpstr>
      <vt:lpstr>Annexes </vt:lpstr>
      <vt:lpstr>Modes de configuration des Vlans</vt:lpstr>
      <vt:lpstr>Modes de configuration des Vlans</vt:lpstr>
      <vt:lpstr>Administration des VLANs</vt:lpstr>
      <vt:lpstr>Configuration des ports</vt:lpstr>
      <vt:lpstr>Filtrage des VLANs sur port trunk</vt:lpstr>
      <vt:lpstr>VLANs multi-switchs (cont.)</vt:lpstr>
      <vt:lpstr>MSS  MTU</vt:lpstr>
      <vt:lpstr>MSS  MTU</vt:lpstr>
      <vt:lpstr>MSS  MTU</vt:lpstr>
      <vt:lpstr>MSS  MTU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Joséphine Lalbaltry</dc:creator>
  <cp:lastModifiedBy>KAROUIT Abdelillah</cp:lastModifiedBy>
  <cp:revision>1439</cp:revision>
  <cp:lastPrinted>2018-10-26T07:59:50Z</cp:lastPrinted>
  <dcterms:created xsi:type="dcterms:W3CDTF">2017-11-02T10:24:16Z</dcterms:created>
  <dcterms:modified xsi:type="dcterms:W3CDTF">2024-12-17T13:12:33Z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0x0101001558AE1F1B4EAE41AA5D45FA89F23B30</vt:lpwstr>
  </property>
</Properties>
</file>